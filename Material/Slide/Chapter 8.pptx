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8" r:id="rId3"/>
    <p:sldId id="331" r:id="rId4"/>
    <p:sldId id="365" r:id="rId5"/>
    <p:sldId id="373" r:id="rId6"/>
    <p:sldId id="366" r:id="rId7"/>
    <p:sldId id="367" r:id="rId8"/>
    <p:sldId id="368" r:id="rId9"/>
    <p:sldId id="369" r:id="rId10"/>
    <p:sldId id="370" r:id="rId11"/>
    <p:sldId id="371" r:id="rId12"/>
    <p:sldId id="374" r:id="rId13"/>
  </p:sldIdLst>
  <p:sldSz cx="13004800" cy="9753600"/>
  <p:notesSz cx="6858000" cy="9144000"/>
  <p:embeddedFontLst>
    <p:embeddedFont>
      <p:font typeface="Helvetica Neue" panose="020B0604020202020204" charset="0"/>
      <p:regular r:id="rId15"/>
      <p:bold r:id="rId16"/>
      <p:italic r:id="rId17"/>
      <p:boldItalic r:id="rId18"/>
    </p:embeddedFont>
    <p:embeddedFont>
      <p:font typeface="Helvetica Neue Light" panose="020B060402020202020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3" roundtripDataSignature="AMtx7mhnKKISbOK9ISA8HSU8hUwhbZbYe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1D2CFE-13C6-411E-A6FB-864BD42707FF}" v="1" dt="2023-11-30T03:03:21.6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077" autoAdjust="0"/>
  </p:normalViewPr>
  <p:slideViewPr>
    <p:cSldViewPr snapToGrid="0">
      <p:cViewPr varScale="1">
        <p:scale>
          <a:sx n="65" d="100"/>
          <a:sy n="65" d="100"/>
        </p:scale>
        <p:origin x="1166" y="96"/>
      </p:cViewPr>
      <p:guideLst>
        <p:guide orient="horz" pos="3072"/>
        <p:guide pos="409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93" Type="http://customschemas.google.com/relationships/presentationmetadata" Target="metadata"/><Relationship Id="rId98"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7.fntdata"/><Relationship Id="rId9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9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94" Type="http://schemas.openxmlformats.org/officeDocument/2006/relationships/presProps" Target="presProps.xml"/><Relationship Id="rId9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o Sennin" userId="03426be40f75dd1c" providerId="LiveId" clId="{D0E502A0-A6DA-4CC1-86CC-25483B08AD6F}"/>
    <pc:docChg chg="undo custSel addSld delSld modSld">
      <pc:chgData name="Ero Sennin" userId="03426be40f75dd1c" providerId="LiveId" clId="{D0E502A0-A6DA-4CC1-86CC-25483B08AD6F}" dt="2023-11-18T18:20:51.137" v="84" actId="47"/>
      <pc:docMkLst>
        <pc:docMk/>
      </pc:docMkLst>
      <pc:sldChg chg="modSp mod">
        <pc:chgData name="Ero Sennin" userId="03426be40f75dd1c" providerId="LiveId" clId="{D0E502A0-A6DA-4CC1-86CC-25483B08AD6F}" dt="2023-11-18T18:07:03.251" v="20" actId="1076"/>
        <pc:sldMkLst>
          <pc:docMk/>
          <pc:sldMk cId="0" sldId="256"/>
        </pc:sldMkLst>
        <pc:spChg chg="mod">
          <ac:chgData name="Ero Sennin" userId="03426be40f75dd1c" providerId="LiveId" clId="{D0E502A0-A6DA-4CC1-86CC-25483B08AD6F}" dt="2023-11-18T18:07:03.251" v="20" actId="1076"/>
          <ac:spMkLst>
            <pc:docMk/>
            <pc:sldMk cId="0" sldId="256"/>
            <ac:spMk id="58" creationId="{00000000-0000-0000-0000-000000000000}"/>
          </ac:spMkLst>
        </pc:spChg>
        <pc:picChg chg="mod">
          <ac:chgData name="Ero Sennin" userId="03426be40f75dd1c" providerId="LiveId" clId="{D0E502A0-A6DA-4CC1-86CC-25483B08AD6F}" dt="2023-11-18T18:06:55.577" v="17" actId="1076"/>
          <ac:picMkLst>
            <pc:docMk/>
            <pc:sldMk cId="0" sldId="256"/>
            <ac:picMk id="57" creationId="{00000000-0000-0000-0000-000000000000}"/>
          </ac:picMkLst>
        </pc:picChg>
      </pc:sldChg>
      <pc:sldChg chg="addSp delSp modSp mod">
        <pc:chgData name="Ero Sennin" userId="03426be40f75dd1c" providerId="LiveId" clId="{D0E502A0-A6DA-4CC1-86CC-25483B08AD6F}" dt="2023-11-18T18:06:35.050" v="11" actId="1076"/>
        <pc:sldMkLst>
          <pc:docMk/>
          <pc:sldMk cId="0" sldId="258"/>
        </pc:sldMkLst>
        <pc:spChg chg="mod">
          <ac:chgData name="Ero Sennin" userId="03426be40f75dd1c" providerId="LiveId" clId="{D0E502A0-A6DA-4CC1-86CC-25483B08AD6F}" dt="2023-11-18T18:06:35.050" v="11" actId="1076"/>
          <ac:spMkLst>
            <pc:docMk/>
            <pc:sldMk cId="0" sldId="258"/>
            <ac:spMk id="72" creationId="{00000000-0000-0000-0000-000000000000}"/>
          </ac:spMkLst>
        </pc:spChg>
        <pc:graphicFrameChg chg="add del mod">
          <ac:chgData name="Ero Sennin" userId="03426be40f75dd1c" providerId="LiveId" clId="{D0E502A0-A6DA-4CC1-86CC-25483B08AD6F}" dt="2023-11-18T18:05:51.841" v="1"/>
          <ac:graphicFrameMkLst>
            <pc:docMk/>
            <pc:sldMk cId="0" sldId="258"/>
            <ac:graphicFrameMk id="3" creationId="{F466027A-CC25-3537-B686-7A6E9D1986A2}"/>
          </ac:graphicFrameMkLst>
        </pc:graphicFrameChg>
      </pc:sldChg>
      <pc:sldChg chg="modSp add del mod">
        <pc:chgData name="Ero Sennin" userId="03426be40f75dd1c" providerId="LiveId" clId="{D0E502A0-A6DA-4CC1-86CC-25483B08AD6F}" dt="2023-11-18T18:15:02.068" v="31" actId="20577"/>
        <pc:sldMkLst>
          <pc:docMk/>
          <pc:sldMk cId="1909956528" sldId="331"/>
        </pc:sldMkLst>
        <pc:spChg chg="mod">
          <ac:chgData name="Ero Sennin" userId="03426be40f75dd1c" providerId="LiveId" clId="{D0E502A0-A6DA-4CC1-86CC-25483B08AD6F}" dt="2023-11-18T18:10:49.445" v="26" actId="14100"/>
          <ac:spMkLst>
            <pc:docMk/>
            <pc:sldMk cId="1909956528" sldId="331"/>
            <ac:spMk id="6" creationId="{52BDBAC3-67AD-4A97-7850-28F18722F0B1}"/>
          </ac:spMkLst>
        </pc:spChg>
        <pc:spChg chg="mod">
          <ac:chgData name="Ero Sennin" userId="03426be40f75dd1c" providerId="LiveId" clId="{D0E502A0-A6DA-4CC1-86CC-25483B08AD6F}" dt="2023-11-18T18:15:02.068" v="31" actId="20577"/>
          <ac:spMkLst>
            <pc:docMk/>
            <pc:sldMk cId="1909956528" sldId="331"/>
            <ac:spMk id="8" creationId="{6CF85C25-FECF-02E7-8B5D-63C724E2B28B}"/>
          </ac:spMkLst>
        </pc:spChg>
      </pc:sldChg>
      <pc:sldChg chg="add del">
        <pc:chgData name="Ero Sennin" userId="03426be40f75dd1c" providerId="LiveId" clId="{D0E502A0-A6DA-4CC1-86CC-25483B08AD6F}" dt="2023-11-18T18:10:33.488" v="23" actId="47"/>
        <pc:sldMkLst>
          <pc:docMk/>
          <pc:sldMk cId="265992425" sldId="332"/>
        </pc:sldMkLst>
      </pc:sldChg>
      <pc:sldChg chg="add del">
        <pc:chgData name="Ero Sennin" userId="03426be40f75dd1c" providerId="LiveId" clId="{D0E502A0-A6DA-4CC1-86CC-25483B08AD6F}" dt="2023-11-18T18:10:33.488" v="23" actId="47"/>
        <pc:sldMkLst>
          <pc:docMk/>
          <pc:sldMk cId="3161217611" sldId="333"/>
        </pc:sldMkLst>
      </pc:sldChg>
      <pc:sldChg chg="add del">
        <pc:chgData name="Ero Sennin" userId="03426be40f75dd1c" providerId="LiveId" clId="{D0E502A0-A6DA-4CC1-86CC-25483B08AD6F}" dt="2023-11-18T18:10:33.488" v="23" actId="47"/>
        <pc:sldMkLst>
          <pc:docMk/>
          <pc:sldMk cId="2794045480" sldId="334"/>
        </pc:sldMkLst>
      </pc:sldChg>
      <pc:sldChg chg="add del">
        <pc:chgData name="Ero Sennin" userId="03426be40f75dd1c" providerId="LiveId" clId="{D0E502A0-A6DA-4CC1-86CC-25483B08AD6F}" dt="2023-11-18T18:10:33.488" v="23" actId="47"/>
        <pc:sldMkLst>
          <pc:docMk/>
          <pc:sldMk cId="4204554352" sldId="335"/>
        </pc:sldMkLst>
      </pc:sldChg>
      <pc:sldChg chg="add del">
        <pc:chgData name="Ero Sennin" userId="03426be40f75dd1c" providerId="LiveId" clId="{D0E502A0-A6DA-4CC1-86CC-25483B08AD6F}" dt="2023-11-18T18:10:33.488" v="23" actId="47"/>
        <pc:sldMkLst>
          <pc:docMk/>
          <pc:sldMk cId="1789055924" sldId="336"/>
        </pc:sldMkLst>
      </pc:sldChg>
      <pc:sldChg chg="add del">
        <pc:chgData name="Ero Sennin" userId="03426be40f75dd1c" providerId="LiveId" clId="{D0E502A0-A6DA-4CC1-86CC-25483B08AD6F}" dt="2023-11-18T18:10:33.488" v="23" actId="47"/>
        <pc:sldMkLst>
          <pc:docMk/>
          <pc:sldMk cId="2941605581" sldId="337"/>
        </pc:sldMkLst>
      </pc:sldChg>
      <pc:sldChg chg="add del">
        <pc:chgData name="Ero Sennin" userId="03426be40f75dd1c" providerId="LiveId" clId="{D0E502A0-A6DA-4CC1-86CC-25483B08AD6F}" dt="2023-11-18T18:10:33.488" v="23" actId="47"/>
        <pc:sldMkLst>
          <pc:docMk/>
          <pc:sldMk cId="3117361790" sldId="339"/>
        </pc:sldMkLst>
      </pc:sldChg>
      <pc:sldChg chg="add del">
        <pc:chgData name="Ero Sennin" userId="03426be40f75dd1c" providerId="LiveId" clId="{D0E502A0-A6DA-4CC1-86CC-25483B08AD6F}" dt="2023-11-18T18:10:33.488" v="23" actId="47"/>
        <pc:sldMkLst>
          <pc:docMk/>
          <pc:sldMk cId="379817075" sldId="340"/>
        </pc:sldMkLst>
      </pc:sldChg>
      <pc:sldChg chg="add del">
        <pc:chgData name="Ero Sennin" userId="03426be40f75dd1c" providerId="LiveId" clId="{D0E502A0-A6DA-4CC1-86CC-25483B08AD6F}" dt="2023-11-18T18:10:33.488" v="23" actId="47"/>
        <pc:sldMkLst>
          <pc:docMk/>
          <pc:sldMk cId="424304537" sldId="341"/>
        </pc:sldMkLst>
      </pc:sldChg>
      <pc:sldChg chg="add del">
        <pc:chgData name="Ero Sennin" userId="03426be40f75dd1c" providerId="LiveId" clId="{D0E502A0-A6DA-4CC1-86CC-25483B08AD6F}" dt="2023-11-18T18:10:33.488" v="23" actId="47"/>
        <pc:sldMkLst>
          <pc:docMk/>
          <pc:sldMk cId="2187594355" sldId="342"/>
        </pc:sldMkLst>
      </pc:sldChg>
      <pc:sldChg chg="add del">
        <pc:chgData name="Ero Sennin" userId="03426be40f75dd1c" providerId="LiveId" clId="{D0E502A0-A6DA-4CC1-86CC-25483B08AD6F}" dt="2023-11-18T18:10:33.488" v="23" actId="47"/>
        <pc:sldMkLst>
          <pc:docMk/>
          <pc:sldMk cId="3977605819" sldId="343"/>
        </pc:sldMkLst>
      </pc:sldChg>
      <pc:sldChg chg="add del">
        <pc:chgData name="Ero Sennin" userId="03426be40f75dd1c" providerId="LiveId" clId="{D0E502A0-A6DA-4CC1-86CC-25483B08AD6F}" dt="2023-11-18T18:10:33.488" v="23" actId="47"/>
        <pc:sldMkLst>
          <pc:docMk/>
          <pc:sldMk cId="71056339" sldId="344"/>
        </pc:sldMkLst>
      </pc:sldChg>
      <pc:sldChg chg="add del">
        <pc:chgData name="Ero Sennin" userId="03426be40f75dd1c" providerId="LiveId" clId="{D0E502A0-A6DA-4CC1-86CC-25483B08AD6F}" dt="2023-11-18T18:10:33.488" v="23" actId="47"/>
        <pc:sldMkLst>
          <pc:docMk/>
          <pc:sldMk cId="3362010045" sldId="345"/>
        </pc:sldMkLst>
      </pc:sldChg>
      <pc:sldChg chg="add del">
        <pc:chgData name="Ero Sennin" userId="03426be40f75dd1c" providerId="LiveId" clId="{D0E502A0-A6DA-4CC1-86CC-25483B08AD6F}" dt="2023-11-18T18:10:33.488" v="23" actId="47"/>
        <pc:sldMkLst>
          <pc:docMk/>
          <pc:sldMk cId="1608157032" sldId="346"/>
        </pc:sldMkLst>
      </pc:sldChg>
      <pc:sldChg chg="add del">
        <pc:chgData name="Ero Sennin" userId="03426be40f75dd1c" providerId="LiveId" clId="{D0E502A0-A6DA-4CC1-86CC-25483B08AD6F}" dt="2023-11-18T18:10:33.488" v="23" actId="47"/>
        <pc:sldMkLst>
          <pc:docMk/>
          <pc:sldMk cId="1396905398" sldId="347"/>
        </pc:sldMkLst>
      </pc:sldChg>
      <pc:sldChg chg="add del">
        <pc:chgData name="Ero Sennin" userId="03426be40f75dd1c" providerId="LiveId" clId="{D0E502A0-A6DA-4CC1-86CC-25483B08AD6F}" dt="2023-11-18T18:10:33.488" v="23" actId="47"/>
        <pc:sldMkLst>
          <pc:docMk/>
          <pc:sldMk cId="775201600" sldId="348"/>
        </pc:sldMkLst>
      </pc:sldChg>
      <pc:sldChg chg="add del">
        <pc:chgData name="Ero Sennin" userId="03426be40f75dd1c" providerId="LiveId" clId="{D0E502A0-A6DA-4CC1-86CC-25483B08AD6F}" dt="2023-11-18T18:10:33.488" v="23" actId="47"/>
        <pc:sldMkLst>
          <pc:docMk/>
          <pc:sldMk cId="271087555" sldId="349"/>
        </pc:sldMkLst>
      </pc:sldChg>
      <pc:sldChg chg="add del">
        <pc:chgData name="Ero Sennin" userId="03426be40f75dd1c" providerId="LiveId" clId="{D0E502A0-A6DA-4CC1-86CC-25483B08AD6F}" dt="2023-11-18T18:10:33.488" v="23" actId="47"/>
        <pc:sldMkLst>
          <pc:docMk/>
          <pc:sldMk cId="2540738932" sldId="350"/>
        </pc:sldMkLst>
      </pc:sldChg>
      <pc:sldChg chg="add del">
        <pc:chgData name="Ero Sennin" userId="03426be40f75dd1c" providerId="LiveId" clId="{D0E502A0-A6DA-4CC1-86CC-25483B08AD6F}" dt="2023-11-18T18:10:33.488" v="23" actId="47"/>
        <pc:sldMkLst>
          <pc:docMk/>
          <pc:sldMk cId="1629030163" sldId="351"/>
        </pc:sldMkLst>
      </pc:sldChg>
      <pc:sldChg chg="del">
        <pc:chgData name="Ero Sennin" userId="03426be40f75dd1c" providerId="LiveId" clId="{D0E502A0-A6DA-4CC1-86CC-25483B08AD6F}" dt="2023-11-18T18:06:37.066" v="12" actId="47"/>
        <pc:sldMkLst>
          <pc:docMk/>
          <pc:sldMk cId="1241933059" sldId="352"/>
        </pc:sldMkLst>
      </pc:sldChg>
      <pc:sldChg chg="add del">
        <pc:chgData name="Ero Sennin" userId="03426be40f75dd1c" providerId="LiveId" clId="{D0E502A0-A6DA-4CC1-86CC-25483B08AD6F}" dt="2023-11-18T18:10:33.488" v="23" actId="47"/>
        <pc:sldMkLst>
          <pc:docMk/>
          <pc:sldMk cId="3583452087" sldId="353"/>
        </pc:sldMkLst>
      </pc:sldChg>
      <pc:sldChg chg="add del">
        <pc:chgData name="Ero Sennin" userId="03426be40f75dd1c" providerId="LiveId" clId="{D0E502A0-A6DA-4CC1-86CC-25483B08AD6F}" dt="2023-11-18T18:10:33.488" v="23" actId="47"/>
        <pc:sldMkLst>
          <pc:docMk/>
          <pc:sldMk cId="4106494306" sldId="354"/>
        </pc:sldMkLst>
      </pc:sldChg>
      <pc:sldChg chg="add del">
        <pc:chgData name="Ero Sennin" userId="03426be40f75dd1c" providerId="LiveId" clId="{D0E502A0-A6DA-4CC1-86CC-25483B08AD6F}" dt="2023-11-18T18:10:33.488" v="23" actId="47"/>
        <pc:sldMkLst>
          <pc:docMk/>
          <pc:sldMk cId="1657417804" sldId="355"/>
        </pc:sldMkLst>
      </pc:sldChg>
      <pc:sldChg chg="add del">
        <pc:chgData name="Ero Sennin" userId="03426be40f75dd1c" providerId="LiveId" clId="{D0E502A0-A6DA-4CC1-86CC-25483B08AD6F}" dt="2023-11-18T18:10:33.488" v="23" actId="47"/>
        <pc:sldMkLst>
          <pc:docMk/>
          <pc:sldMk cId="1436753255" sldId="356"/>
        </pc:sldMkLst>
      </pc:sldChg>
      <pc:sldChg chg="add del">
        <pc:chgData name="Ero Sennin" userId="03426be40f75dd1c" providerId="LiveId" clId="{D0E502A0-A6DA-4CC1-86CC-25483B08AD6F}" dt="2023-11-18T18:10:33.488" v="23" actId="47"/>
        <pc:sldMkLst>
          <pc:docMk/>
          <pc:sldMk cId="614219353" sldId="357"/>
        </pc:sldMkLst>
      </pc:sldChg>
      <pc:sldChg chg="add del">
        <pc:chgData name="Ero Sennin" userId="03426be40f75dd1c" providerId="LiveId" clId="{D0E502A0-A6DA-4CC1-86CC-25483B08AD6F}" dt="2023-11-18T18:10:33.488" v="23" actId="47"/>
        <pc:sldMkLst>
          <pc:docMk/>
          <pc:sldMk cId="1484790467" sldId="358"/>
        </pc:sldMkLst>
      </pc:sldChg>
      <pc:sldChg chg="add del">
        <pc:chgData name="Ero Sennin" userId="03426be40f75dd1c" providerId="LiveId" clId="{D0E502A0-A6DA-4CC1-86CC-25483B08AD6F}" dt="2023-11-18T18:10:33.488" v="23" actId="47"/>
        <pc:sldMkLst>
          <pc:docMk/>
          <pc:sldMk cId="3470068793" sldId="359"/>
        </pc:sldMkLst>
      </pc:sldChg>
      <pc:sldChg chg="add del">
        <pc:chgData name="Ero Sennin" userId="03426be40f75dd1c" providerId="LiveId" clId="{D0E502A0-A6DA-4CC1-86CC-25483B08AD6F}" dt="2023-11-18T18:10:33.488" v="23" actId="47"/>
        <pc:sldMkLst>
          <pc:docMk/>
          <pc:sldMk cId="3021743333" sldId="360"/>
        </pc:sldMkLst>
      </pc:sldChg>
      <pc:sldChg chg="add del">
        <pc:chgData name="Ero Sennin" userId="03426be40f75dd1c" providerId="LiveId" clId="{D0E502A0-A6DA-4CC1-86CC-25483B08AD6F}" dt="2023-11-18T18:10:33.488" v="23" actId="47"/>
        <pc:sldMkLst>
          <pc:docMk/>
          <pc:sldMk cId="2006295453" sldId="361"/>
        </pc:sldMkLst>
      </pc:sldChg>
      <pc:sldChg chg="add del">
        <pc:chgData name="Ero Sennin" userId="03426be40f75dd1c" providerId="LiveId" clId="{D0E502A0-A6DA-4CC1-86CC-25483B08AD6F}" dt="2023-11-18T18:10:33.488" v="23" actId="47"/>
        <pc:sldMkLst>
          <pc:docMk/>
          <pc:sldMk cId="3399441557" sldId="362"/>
        </pc:sldMkLst>
      </pc:sldChg>
      <pc:sldChg chg="add del">
        <pc:chgData name="Ero Sennin" userId="03426be40f75dd1c" providerId="LiveId" clId="{D0E502A0-A6DA-4CC1-86CC-25483B08AD6F}" dt="2023-11-18T18:10:33.488" v="23" actId="47"/>
        <pc:sldMkLst>
          <pc:docMk/>
          <pc:sldMk cId="3729408570" sldId="363"/>
        </pc:sldMkLst>
      </pc:sldChg>
      <pc:sldChg chg="del">
        <pc:chgData name="Ero Sennin" userId="03426be40f75dd1c" providerId="LiveId" clId="{D0E502A0-A6DA-4CC1-86CC-25483B08AD6F}" dt="2023-11-18T18:20:51.137" v="84" actId="47"/>
        <pc:sldMkLst>
          <pc:docMk/>
          <pc:sldMk cId="3669757811" sldId="364"/>
        </pc:sldMkLst>
      </pc:sldChg>
      <pc:sldChg chg="modSp add mod">
        <pc:chgData name="Ero Sennin" userId="03426be40f75dd1c" providerId="LiveId" clId="{D0E502A0-A6DA-4CC1-86CC-25483B08AD6F}" dt="2023-11-18T18:15:53.973" v="34" actId="20577"/>
        <pc:sldMkLst>
          <pc:docMk/>
          <pc:sldMk cId="3079585306" sldId="365"/>
        </pc:sldMkLst>
        <pc:spChg chg="mod">
          <ac:chgData name="Ero Sennin" userId="03426be40f75dd1c" providerId="LiveId" clId="{D0E502A0-A6DA-4CC1-86CC-25483B08AD6F}" dt="2023-11-18T18:15:53.973" v="34" actId="20577"/>
          <ac:spMkLst>
            <pc:docMk/>
            <pc:sldMk cId="3079585306" sldId="365"/>
            <ac:spMk id="8" creationId="{6CF85C25-FECF-02E7-8B5D-63C724E2B28B}"/>
          </ac:spMkLst>
        </pc:spChg>
      </pc:sldChg>
      <pc:sldChg chg="modSp add mod">
        <pc:chgData name="Ero Sennin" userId="03426be40f75dd1c" providerId="LiveId" clId="{D0E502A0-A6DA-4CC1-86CC-25483B08AD6F}" dt="2023-11-18T18:16:46.487" v="45" actId="20577"/>
        <pc:sldMkLst>
          <pc:docMk/>
          <pc:sldMk cId="1179856051" sldId="366"/>
        </pc:sldMkLst>
        <pc:spChg chg="mod">
          <ac:chgData name="Ero Sennin" userId="03426be40f75dd1c" providerId="LiveId" clId="{D0E502A0-A6DA-4CC1-86CC-25483B08AD6F}" dt="2023-11-18T18:16:24.145" v="38" actId="14100"/>
          <ac:spMkLst>
            <pc:docMk/>
            <pc:sldMk cId="1179856051" sldId="366"/>
            <ac:spMk id="6" creationId="{52BDBAC3-67AD-4A97-7850-28F18722F0B1}"/>
          </ac:spMkLst>
        </pc:spChg>
        <pc:spChg chg="mod">
          <ac:chgData name="Ero Sennin" userId="03426be40f75dd1c" providerId="LiveId" clId="{D0E502A0-A6DA-4CC1-86CC-25483B08AD6F}" dt="2023-11-18T18:16:46.487" v="45" actId="20577"/>
          <ac:spMkLst>
            <pc:docMk/>
            <pc:sldMk cId="1179856051" sldId="366"/>
            <ac:spMk id="8" creationId="{6CF85C25-FECF-02E7-8B5D-63C724E2B28B}"/>
          </ac:spMkLst>
        </pc:spChg>
      </pc:sldChg>
      <pc:sldChg chg="modSp add mod">
        <pc:chgData name="Ero Sennin" userId="03426be40f75dd1c" providerId="LiveId" clId="{D0E502A0-A6DA-4CC1-86CC-25483B08AD6F}" dt="2023-11-18T18:17:15.464" v="49" actId="20577"/>
        <pc:sldMkLst>
          <pc:docMk/>
          <pc:sldMk cId="1166055557" sldId="367"/>
        </pc:sldMkLst>
        <pc:spChg chg="mod">
          <ac:chgData name="Ero Sennin" userId="03426be40f75dd1c" providerId="LiveId" clId="{D0E502A0-A6DA-4CC1-86CC-25483B08AD6F}" dt="2023-11-18T18:17:15.464" v="49" actId="20577"/>
          <ac:spMkLst>
            <pc:docMk/>
            <pc:sldMk cId="1166055557" sldId="367"/>
            <ac:spMk id="8" creationId="{6CF85C25-FECF-02E7-8B5D-63C724E2B28B}"/>
          </ac:spMkLst>
        </pc:spChg>
      </pc:sldChg>
      <pc:sldChg chg="modSp add mod">
        <pc:chgData name="Ero Sennin" userId="03426be40f75dd1c" providerId="LiveId" clId="{D0E502A0-A6DA-4CC1-86CC-25483B08AD6F}" dt="2023-11-18T18:17:47.664" v="53" actId="20577"/>
        <pc:sldMkLst>
          <pc:docMk/>
          <pc:sldMk cId="1542159574" sldId="368"/>
        </pc:sldMkLst>
        <pc:spChg chg="mod">
          <ac:chgData name="Ero Sennin" userId="03426be40f75dd1c" providerId="LiveId" clId="{D0E502A0-A6DA-4CC1-86CC-25483B08AD6F}" dt="2023-11-18T18:17:47.664" v="53" actId="20577"/>
          <ac:spMkLst>
            <pc:docMk/>
            <pc:sldMk cId="1542159574" sldId="368"/>
            <ac:spMk id="8" creationId="{6CF85C25-FECF-02E7-8B5D-63C724E2B28B}"/>
          </ac:spMkLst>
        </pc:spChg>
      </pc:sldChg>
      <pc:sldChg chg="addSp delSp modSp add mod">
        <pc:chgData name="Ero Sennin" userId="03426be40f75dd1c" providerId="LiveId" clId="{D0E502A0-A6DA-4CC1-86CC-25483B08AD6F}" dt="2023-11-18T18:19:03.660" v="68" actId="22"/>
        <pc:sldMkLst>
          <pc:docMk/>
          <pc:sldMk cId="780176159" sldId="369"/>
        </pc:sldMkLst>
        <pc:spChg chg="add del">
          <ac:chgData name="Ero Sennin" userId="03426be40f75dd1c" providerId="LiveId" clId="{D0E502A0-A6DA-4CC1-86CC-25483B08AD6F}" dt="2023-11-18T18:19:03.660" v="68" actId="22"/>
          <ac:spMkLst>
            <pc:docMk/>
            <pc:sldMk cId="780176159" sldId="369"/>
            <ac:spMk id="3" creationId="{2310BC17-30A7-2068-C1C3-35F6BE4FE6E8}"/>
          </ac:spMkLst>
        </pc:spChg>
        <pc:spChg chg="mod">
          <ac:chgData name="Ero Sennin" userId="03426be40f75dd1c" providerId="LiveId" clId="{D0E502A0-A6DA-4CC1-86CC-25483B08AD6F}" dt="2023-11-18T18:18:23.849" v="62"/>
          <ac:spMkLst>
            <pc:docMk/>
            <pc:sldMk cId="780176159" sldId="369"/>
            <ac:spMk id="6" creationId="{52BDBAC3-67AD-4A97-7850-28F18722F0B1}"/>
          </ac:spMkLst>
        </pc:spChg>
        <pc:spChg chg="mod">
          <ac:chgData name="Ero Sennin" userId="03426be40f75dd1c" providerId="LiveId" clId="{D0E502A0-A6DA-4CC1-86CC-25483B08AD6F}" dt="2023-11-18T18:18:39.867" v="66" actId="12"/>
          <ac:spMkLst>
            <pc:docMk/>
            <pc:sldMk cId="780176159" sldId="369"/>
            <ac:spMk id="8" creationId="{6CF85C25-FECF-02E7-8B5D-63C724E2B28B}"/>
          </ac:spMkLst>
        </pc:spChg>
      </pc:sldChg>
      <pc:sldChg chg="modSp add mod">
        <pc:chgData name="Ero Sennin" userId="03426be40f75dd1c" providerId="LiveId" clId="{D0E502A0-A6DA-4CC1-86CC-25483B08AD6F}" dt="2023-11-18T18:19:09.997" v="71" actId="20577"/>
        <pc:sldMkLst>
          <pc:docMk/>
          <pc:sldMk cId="4227814038" sldId="370"/>
        </pc:sldMkLst>
        <pc:spChg chg="mod">
          <ac:chgData name="Ero Sennin" userId="03426be40f75dd1c" providerId="LiveId" clId="{D0E502A0-A6DA-4CC1-86CC-25483B08AD6F}" dt="2023-11-18T18:19:09.997" v="71" actId="20577"/>
          <ac:spMkLst>
            <pc:docMk/>
            <pc:sldMk cId="4227814038" sldId="370"/>
            <ac:spMk id="8" creationId="{6CF85C25-FECF-02E7-8B5D-63C724E2B28B}"/>
          </ac:spMkLst>
        </pc:spChg>
      </pc:sldChg>
      <pc:sldChg chg="modSp add mod">
        <pc:chgData name="Ero Sennin" userId="03426be40f75dd1c" providerId="LiveId" clId="{D0E502A0-A6DA-4CC1-86CC-25483B08AD6F}" dt="2023-11-18T18:19:41.903" v="76" actId="20577"/>
        <pc:sldMkLst>
          <pc:docMk/>
          <pc:sldMk cId="3853773006" sldId="371"/>
        </pc:sldMkLst>
        <pc:spChg chg="mod">
          <ac:chgData name="Ero Sennin" userId="03426be40f75dd1c" providerId="LiveId" clId="{D0E502A0-A6DA-4CC1-86CC-25483B08AD6F}" dt="2023-11-18T18:19:33.123" v="74"/>
          <ac:spMkLst>
            <pc:docMk/>
            <pc:sldMk cId="3853773006" sldId="371"/>
            <ac:spMk id="6" creationId="{52BDBAC3-67AD-4A97-7850-28F18722F0B1}"/>
          </ac:spMkLst>
        </pc:spChg>
        <pc:spChg chg="mod">
          <ac:chgData name="Ero Sennin" userId="03426be40f75dd1c" providerId="LiveId" clId="{D0E502A0-A6DA-4CC1-86CC-25483B08AD6F}" dt="2023-11-18T18:19:41.903" v="76" actId="20577"/>
          <ac:spMkLst>
            <pc:docMk/>
            <pc:sldMk cId="3853773006" sldId="371"/>
            <ac:spMk id="8" creationId="{6CF85C25-FECF-02E7-8B5D-63C724E2B28B}"/>
          </ac:spMkLst>
        </pc:spChg>
      </pc:sldChg>
      <pc:sldChg chg="modSp add mod">
        <pc:chgData name="Ero Sennin" userId="03426be40f75dd1c" providerId="LiveId" clId="{D0E502A0-A6DA-4CC1-86CC-25483B08AD6F}" dt="2023-11-18T18:20:44.409" v="83" actId="20577"/>
        <pc:sldMkLst>
          <pc:docMk/>
          <pc:sldMk cId="784932187" sldId="372"/>
        </pc:sldMkLst>
        <pc:spChg chg="mod">
          <ac:chgData name="Ero Sennin" userId="03426be40f75dd1c" providerId="LiveId" clId="{D0E502A0-A6DA-4CC1-86CC-25483B08AD6F}" dt="2023-11-18T18:19:58.188" v="79"/>
          <ac:spMkLst>
            <pc:docMk/>
            <pc:sldMk cId="784932187" sldId="372"/>
            <ac:spMk id="6" creationId="{52BDBAC3-67AD-4A97-7850-28F18722F0B1}"/>
          </ac:spMkLst>
        </pc:spChg>
        <pc:spChg chg="mod">
          <ac:chgData name="Ero Sennin" userId="03426be40f75dd1c" providerId="LiveId" clId="{D0E502A0-A6DA-4CC1-86CC-25483B08AD6F}" dt="2023-11-18T18:20:44.409" v="83" actId="20577"/>
          <ac:spMkLst>
            <pc:docMk/>
            <pc:sldMk cId="784932187" sldId="372"/>
            <ac:spMk id="8" creationId="{6CF85C25-FECF-02E7-8B5D-63C724E2B28B}"/>
          </ac:spMkLst>
        </pc:spChg>
      </pc:sldChg>
    </pc:docChg>
  </pc:docChgLst>
  <pc:docChgLst>
    <pc:chgData name="Ero Sennin" userId="03426be40f75dd1c" providerId="LiveId" clId="{A71D2CFE-13C6-411E-A6FB-864BD42707FF}"/>
    <pc:docChg chg="addSld modSld">
      <pc:chgData name="Ero Sennin" userId="03426be40f75dd1c" providerId="LiveId" clId="{A71D2CFE-13C6-411E-A6FB-864BD42707FF}" dt="2023-11-30T03:04:53.198" v="54" actId="113"/>
      <pc:docMkLst>
        <pc:docMk/>
      </pc:docMkLst>
      <pc:sldChg chg="modSp add mod">
        <pc:chgData name="Ero Sennin" userId="03426be40f75dd1c" providerId="LiveId" clId="{A71D2CFE-13C6-411E-A6FB-864BD42707FF}" dt="2023-11-30T03:04:53.198" v="54" actId="113"/>
        <pc:sldMkLst>
          <pc:docMk/>
          <pc:sldMk cId="3395734245" sldId="374"/>
        </pc:sldMkLst>
        <pc:spChg chg="mod">
          <ac:chgData name="Ero Sennin" userId="03426be40f75dd1c" providerId="LiveId" clId="{A71D2CFE-13C6-411E-A6FB-864BD42707FF}" dt="2023-11-30T03:03:18.624" v="7" actId="20577"/>
          <ac:spMkLst>
            <pc:docMk/>
            <pc:sldMk cId="3395734245" sldId="374"/>
            <ac:spMk id="6" creationId="{52BDBAC3-67AD-4A97-7850-28F18722F0B1}"/>
          </ac:spMkLst>
        </pc:spChg>
        <pc:spChg chg="mod">
          <ac:chgData name="Ero Sennin" userId="03426be40f75dd1c" providerId="LiveId" clId="{A71D2CFE-13C6-411E-A6FB-864BD42707FF}" dt="2023-11-30T03:04:53.198" v="54" actId="113"/>
          <ac:spMkLst>
            <pc:docMk/>
            <pc:sldMk cId="3395734245" sldId="374"/>
            <ac:spMk id="8" creationId="{6CF85C25-FECF-02E7-8B5D-63C724E2B28B}"/>
          </ac:spMkLst>
        </pc:spChg>
      </pc:sldChg>
    </pc:docChg>
  </pc:docChgLst>
  <pc:docChgLst>
    <pc:chgData name="Ero Sennin" userId="03426be40f75dd1c" providerId="LiveId" clId="{B3DC1719-3541-4917-B8A1-E343E06EFC00}"/>
    <pc:docChg chg="undo custSel delSld modSld">
      <pc:chgData name="Ero Sennin" userId="03426be40f75dd1c" providerId="LiveId" clId="{B3DC1719-3541-4917-B8A1-E343E06EFC00}" dt="2023-11-19T04:43:35.855" v="54" actId="47"/>
      <pc:docMkLst>
        <pc:docMk/>
      </pc:docMkLst>
      <pc:sldChg chg="modSp mod">
        <pc:chgData name="Ero Sennin" userId="03426be40f75dd1c" providerId="LiveId" clId="{B3DC1719-3541-4917-B8A1-E343E06EFC00}" dt="2023-11-19T04:36:27.553" v="3" actId="20577"/>
        <pc:sldMkLst>
          <pc:docMk/>
          <pc:sldMk cId="0" sldId="256"/>
        </pc:sldMkLst>
        <pc:spChg chg="mod">
          <ac:chgData name="Ero Sennin" userId="03426be40f75dd1c" providerId="LiveId" clId="{B3DC1719-3541-4917-B8A1-E343E06EFC00}" dt="2023-11-19T04:36:27.553" v="3" actId="20577"/>
          <ac:spMkLst>
            <pc:docMk/>
            <pc:sldMk cId="0" sldId="256"/>
            <ac:spMk id="58" creationId="{00000000-0000-0000-0000-000000000000}"/>
          </ac:spMkLst>
        </pc:spChg>
      </pc:sldChg>
      <pc:sldChg chg="modSp mod">
        <pc:chgData name="Ero Sennin" userId="03426be40f75dd1c" providerId="LiveId" clId="{B3DC1719-3541-4917-B8A1-E343E06EFC00}" dt="2023-11-19T04:36:39.987" v="6"/>
        <pc:sldMkLst>
          <pc:docMk/>
          <pc:sldMk cId="0" sldId="258"/>
        </pc:sldMkLst>
        <pc:spChg chg="mod">
          <ac:chgData name="Ero Sennin" userId="03426be40f75dd1c" providerId="LiveId" clId="{B3DC1719-3541-4917-B8A1-E343E06EFC00}" dt="2023-11-19T04:36:39.987" v="6"/>
          <ac:spMkLst>
            <pc:docMk/>
            <pc:sldMk cId="0" sldId="258"/>
            <ac:spMk id="72" creationId="{00000000-0000-0000-0000-000000000000}"/>
          </ac:spMkLst>
        </pc:spChg>
      </pc:sldChg>
      <pc:sldChg chg="modSp mod">
        <pc:chgData name="Ero Sennin" userId="03426be40f75dd1c" providerId="LiveId" clId="{B3DC1719-3541-4917-B8A1-E343E06EFC00}" dt="2023-11-19T04:38:12.606" v="9" actId="20577"/>
        <pc:sldMkLst>
          <pc:docMk/>
          <pc:sldMk cId="1909956528" sldId="331"/>
        </pc:sldMkLst>
        <pc:spChg chg="mod">
          <ac:chgData name="Ero Sennin" userId="03426be40f75dd1c" providerId="LiveId" clId="{B3DC1719-3541-4917-B8A1-E343E06EFC00}" dt="2023-11-19T04:38:05.249" v="7"/>
          <ac:spMkLst>
            <pc:docMk/>
            <pc:sldMk cId="1909956528" sldId="331"/>
            <ac:spMk id="6" creationId="{52BDBAC3-67AD-4A97-7850-28F18722F0B1}"/>
          </ac:spMkLst>
        </pc:spChg>
        <pc:spChg chg="mod">
          <ac:chgData name="Ero Sennin" userId="03426be40f75dd1c" providerId="LiveId" clId="{B3DC1719-3541-4917-B8A1-E343E06EFC00}" dt="2023-11-19T04:38:12.606" v="9" actId="20577"/>
          <ac:spMkLst>
            <pc:docMk/>
            <pc:sldMk cId="1909956528" sldId="331"/>
            <ac:spMk id="8" creationId="{6CF85C25-FECF-02E7-8B5D-63C724E2B28B}"/>
          </ac:spMkLst>
        </pc:spChg>
      </pc:sldChg>
      <pc:sldChg chg="modSp mod">
        <pc:chgData name="Ero Sennin" userId="03426be40f75dd1c" providerId="LiveId" clId="{B3DC1719-3541-4917-B8A1-E343E06EFC00}" dt="2023-11-19T04:40:21.100" v="21" actId="21"/>
        <pc:sldMkLst>
          <pc:docMk/>
          <pc:sldMk cId="3079585306" sldId="365"/>
        </pc:sldMkLst>
        <pc:spChg chg="mod">
          <ac:chgData name="Ero Sennin" userId="03426be40f75dd1c" providerId="LiveId" clId="{B3DC1719-3541-4917-B8A1-E343E06EFC00}" dt="2023-11-19T04:38:38.803" v="14"/>
          <ac:spMkLst>
            <pc:docMk/>
            <pc:sldMk cId="3079585306" sldId="365"/>
            <ac:spMk id="6" creationId="{52BDBAC3-67AD-4A97-7850-28F18722F0B1}"/>
          </ac:spMkLst>
        </pc:spChg>
        <pc:spChg chg="mod">
          <ac:chgData name="Ero Sennin" userId="03426be40f75dd1c" providerId="LiveId" clId="{B3DC1719-3541-4917-B8A1-E343E06EFC00}" dt="2023-11-19T04:40:21.100" v="21" actId="21"/>
          <ac:spMkLst>
            <pc:docMk/>
            <pc:sldMk cId="3079585306" sldId="365"/>
            <ac:spMk id="8" creationId="{6CF85C25-FECF-02E7-8B5D-63C724E2B28B}"/>
          </ac:spMkLst>
        </pc:spChg>
      </pc:sldChg>
      <pc:sldChg chg="modSp mod">
        <pc:chgData name="Ero Sennin" userId="03426be40f75dd1c" providerId="LiveId" clId="{B3DC1719-3541-4917-B8A1-E343E06EFC00}" dt="2023-11-19T04:41:07.710" v="38" actId="113"/>
        <pc:sldMkLst>
          <pc:docMk/>
          <pc:sldMk cId="1179856051" sldId="366"/>
        </pc:sldMkLst>
        <pc:spChg chg="mod">
          <ac:chgData name="Ero Sennin" userId="03426be40f75dd1c" providerId="LiveId" clId="{B3DC1719-3541-4917-B8A1-E343E06EFC00}" dt="2023-11-19T04:40:48.537" v="27"/>
          <ac:spMkLst>
            <pc:docMk/>
            <pc:sldMk cId="1179856051" sldId="366"/>
            <ac:spMk id="6" creationId="{52BDBAC3-67AD-4A97-7850-28F18722F0B1}"/>
          </ac:spMkLst>
        </pc:spChg>
        <pc:spChg chg="mod">
          <ac:chgData name="Ero Sennin" userId="03426be40f75dd1c" providerId="LiveId" clId="{B3DC1719-3541-4917-B8A1-E343E06EFC00}" dt="2023-11-19T04:41:07.710" v="38" actId="113"/>
          <ac:spMkLst>
            <pc:docMk/>
            <pc:sldMk cId="1179856051" sldId="366"/>
            <ac:spMk id="8" creationId="{6CF85C25-FECF-02E7-8B5D-63C724E2B28B}"/>
          </ac:spMkLst>
        </pc:spChg>
      </pc:sldChg>
      <pc:sldChg chg="modSp mod">
        <pc:chgData name="Ero Sennin" userId="03426be40f75dd1c" providerId="LiveId" clId="{B3DC1719-3541-4917-B8A1-E343E06EFC00}" dt="2023-11-19T04:42:02.926" v="41" actId="20577"/>
        <pc:sldMkLst>
          <pc:docMk/>
          <pc:sldMk cId="1166055557" sldId="367"/>
        </pc:sldMkLst>
        <pc:spChg chg="mod">
          <ac:chgData name="Ero Sennin" userId="03426be40f75dd1c" providerId="LiveId" clId="{B3DC1719-3541-4917-B8A1-E343E06EFC00}" dt="2023-11-19T04:41:57.114" v="39"/>
          <ac:spMkLst>
            <pc:docMk/>
            <pc:sldMk cId="1166055557" sldId="367"/>
            <ac:spMk id="6" creationId="{52BDBAC3-67AD-4A97-7850-28F18722F0B1}"/>
          </ac:spMkLst>
        </pc:spChg>
        <pc:spChg chg="mod">
          <ac:chgData name="Ero Sennin" userId="03426be40f75dd1c" providerId="LiveId" clId="{B3DC1719-3541-4917-B8A1-E343E06EFC00}" dt="2023-11-19T04:42:02.926" v="41" actId="20577"/>
          <ac:spMkLst>
            <pc:docMk/>
            <pc:sldMk cId="1166055557" sldId="367"/>
            <ac:spMk id="8" creationId="{6CF85C25-FECF-02E7-8B5D-63C724E2B28B}"/>
          </ac:spMkLst>
        </pc:spChg>
      </pc:sldChg>
      <pc:sldChg chg="modSp mod">
        <pc:chgData name="Ero Sennin" userId="03426be40f75dd1c" providerId="LiveId" clId="{B3DC1719-3541-4917-B8A1-E343E06EFC00}" dt="2023-11-19T04:42:22.997" v="44" actId="20577"/>
        <pc:sldMkLst>
          <pc:docMk/>
          <pc:sldMk cId="1542159574" sldId="368"/>
        </pc:sldMkLst>
        <pc:spChg chg="mod">
          <ac:chgData name="Ero Sennin" userId="03426be40f75dd1c" providerId="LiveId" clId="{B3DC1719-3541-4917-B8A1-E343E06EFC00}" dt="2023-11-19T04:42:15.394" v="42"/>
          <ac:spMkLst>
            <pc:docMk/>
            <pc:sldMk cId="1542159574" sldId="368"/>
            <ac:spMk id="6" creationId="{52BDBAC3-67AD-4A97-7850-28F18722F0B1}"/>
          </ac:spMkLst>
        </pc:spChg>
        <pc:spChg chg="mod">
          <ac:chgData name="Ero Sennin" userId="03426be40f75dd1c" providerId="LiveId" clId="{B3DC1719-3541-4917-B8A1-E343E06EFC00}" dt="2023-11-19T04:42:22.997" v="44" actId="20577"/>
          <ac:spMkLst>
            <pc:docMk/>
            <pc:sldMk cId="1542159574" sldId="368"/>
            <ac:spMk id="8" creationId="{6CF85C25-FECF-02E7-8B5D-63C724E2B28B}"/>
          </ac:spMkLst>
        </pc:spChg>
      </pc:sldChg>
      <pc:sldChg chg="modSp mod">
        <pc:chgData name="Ero Sennin" userId="03426be40f75dd1c" providerId="LiveId" clId="{B3DC1719-3541-4917-B8A1-E343E06EFC00}" dt="2023-11-19T04:42:46.193" v="47" actId="20577"/>
        <pc:sldMkLst>
          <pc:docMk/>
          <pc:sldMk cId="780176159" sldId="369"/>
        </pc:sldMkLst>
        <pc:spChg chg="mod">
          <ac:chgData name="Ero Sennin" userId="03426be40f75dd1c" providerId="LiveId" clId="{B3DC1719-3541-4917-B8A1-E343E06EFC00}" dt="2023-11-19T04:42:40.202" v="45"/>
          <ac:spMkLst>
            <pc:docMk/>
            <pc:sldMk cId="780176159" sldId="369"/>
            <ac:spMk id="6" creationId="{52BDBAC3-67AD-4A97-7850-28F18722F0B1}"/>
          </ac:spMkLst>
        </pc:spChg>
        <pc:spChg chg="mod">
          <ac:chgData name="Ero Sennin" userId="03426be40f75dd1c" providerId="LiveId" clId="{B3DC1719-3541-4917-B8A1-E343E06EFC00}" dt="2023-11-19T04:42:46.193" v="47" actId="20577"/>
          <ac:spMkLst>
            <pc:docMk/>
            <pc:sldMk cId="780176159" sldId="369"/>
            <ac:spMk id="8" creationId="{6CF85C25-FECF-02E7-8B5D-63C724E2B28B}"/>
          </ac:spMkLst>
        </pc:spChg>
      </pc:sldChg>
      <pc:sldChg chg="modSp mod">
        <pc:chgData name="Ero Sennin" userId="03426be40f75dd1c" providerId="LiveId" clId="{B3DC1719-3541-4917-B8A1-E343E06EFC00}" dt="2023-11-19T04:43:10.013" v="50" actId="20577"/>
        <pc:sldMkLst>
          <pc:docMk/>
          <pc:sldMk cId="4227814038" sldId="370"/>
        </pc:sldMkLst>
        <pc:spChg chg="mod">
          <ac:chgData name="Ero Sennin" userId="03426be40f75dd1c" providerId="LiveId" clId="{B3DC1719-3541-4917-B8A1-E343E06EFC00}" dt="2023-11-19T04:43:04.109" v="48"/>
          <ac:spMkLst>
            <pc:docMk/>
            <pc:sldMk cId="4227814038" sldId="370"/>
            <ac:spMk id="6" creationId="{52BDBAC3-67AD-4A97-7850-28F18722F0B1}"/>
          </ac:spMkLst>
        </pc:spChg>
        <pc:spChg chg="mod">
          <ac:chgData name="Ero Sennin" userId="03426be40f75dd1c" providerId="LiveId" clId="{B3DC1719-3541-4917-B8A1-E343E06EFC00}" dt="2023-11-19T04:43:10.013" v="50" actId="20577"/>
          <ac:spMkLst>
            <pc:docMk/>
            <pc:sldMk cId="4227814038" sldId="370"/>
            <ac:spMk id="8" creationId="{6CF85C25-FECF-02E7-8B5D-63C724E2B28B}"/>
          </ac:spMkLst>
        </pc:spChg>
      </pc:sldChg>
      <pc:sldChg chg="modSp mod">
        <pc:chgData name="Ero Sennin" userId="03426be40f75dd1c" providerId="LiveId" clId="{B3DC1719-3541-4917-B8A1-E343E06EFC00}" dt="2023-11-19T04:43:31.928" v="53" actId="20577"/>
        <pc:sldMkLst>
          <pc:docMk/>
          <pc:sldMk cId="3853773006" sldId="371"/>
        </pc:sldMkLst>
        <pc:spChg chg="mod">
          <ac:chgData name="Ero Sennin" userId="03426be40f75dd1c" providerId="LiveId" clId="{B3DC1719-3541-4917-B8A1-E343E06EFC00}" dt="2023-11-19T04:43:26.077" v="51"/>
          <ac:spMkLst>
            <pc:docMk/>
            <pc:sldMk cId="3853773006" sldId="371"/>
            <ac:spMk id="6" creationId="{52BDBAC3-67AD-4A97-7850-28F18722F0B1}"/>
          </ac:spMkLst>
        </pc:spChg>
        <pc:spChg chg="mod">
          <ac:chgData name="Ero Sennin" userId="03426be40f75dd1c" providerId="LiveId" clId="{B3DC1719-3541-4917-B8A1-E343E06EFC00}" dt="2023-11-19T04:43:31.928" v="53" actId="20577"/>
          <ac:spMkLst>
            <pc:docMk/>
            <pc:sldMk cId="3853773006" sldId="371"/>
            <ac:spMk id="8" creationId="{6CF85C25-FECF-02E7-8B5D-63C724E2B28B}"/>
          </ac:spMkLst>
        </pc:spChg>
      </pc:sldChg>
      <pc:sldChg chg="del">
        <pc:chgData name="Ero Sennin" userId="03426be40f75dd1c" providerId="LiveId" clId="{B3DC1719-3541-4917-B8A1-E343E06EFC00}" dt="2023-11-19T04:43:35.855" v="54" actId="47"/>
        <pc:sldMkLst>
          <pc:docMk/>
          <pc:sldMk cId="784932187" sldId="372"/>
        </pc:sldMkLst>
      </pc:sldChg>
      <pc:sldChg chg="addSp delSp modSp mod">
        <pc:chgData name="Ero Sennin" userId="03426be40f75dd1c" providerId="LiveId" clId="{B3DC1719-3541-4917-B8A1-E343E06EFC00}" dt="2023-11-19T04:40:41.294" v="26"/>
        <pc:sldMkLst>
          <pc:docMk/>
          <pc:sldMk cId="1960463523" sldId="373"/>
        </pc:sldMkLst>
        <pc:spChg chg="add mod">
          <ac:chgData name="Ero Sennin" userId="03426be40f75dd1c" providerId="LiveId" clId="{B3DC1719-3541-4917-B8A1-E343E06EFC00}" dt="2023-11-19T04:40:41.294" v="26"/>
          <ac:spMkLst>
            <pc:docMk/>
            <pc:sldMk cId="1960463523" sldId="373"/>
            <ac:spMk id="2" creationId="{61D0143E-1412-7F56-8271-262FA1575E46}"/>
          </ac:spMkLst>
        </pc:spChg>
        <pc:spChg chg="del">
          <ac:chgData name="Ero Sennin" userId="03426be40f75dd1c" providerId="LiveId" clId="{B3DC1719-3541-4917-B8A1-E343E06EFC00}" dt="2023-11-19T04:40:40.418" v="25" actId="478"/>
          <ac:spMkLst>
            <pc:docMk/>
            <pc:sldMk cId="1960463523" sldId="373"/>
            <ac:spMk id="6" creationId="{52BDBAC3-67AD-4A97-7850-28F18722F0B1}"/>
          </ac:spMkLst>
        </pc:spChg>
        <pc:spChg chg="mod">
          <ac:chgData name="Ero Sennin" userId="03426be40f75dd1c" providerId="LiveId" clId="{B3DC1719-3541-4917-B8A1-E343E06EFC00}" dt="2023-11-19T04:40:30.645" v="24" actId="113"/>
          <ac:spMkLst>
            <pc:docMk/>
            <pc:sldMk cId="1960463523" sldId="373"/>
            <ac:spMk id="8" creationId="{6CF85C25-FECF-02E7-8B5D-63C724E2B28B}"/>
          </ac:spMkLst>
        </pc:spChg>
      </pc:sldChg>
    </pc:docChg>
  </pc:docChgLst>
  <pc:docChgLst>
    <pc:chgData name="Ero Sennin" userId="03426be40f75dd1c" providerId="LiveId" clId="{7D36CE96-64D4-4C8F-B2CF-BB8C3881404E}"/>
    <pc:docChg chg="undo custSel modSld">
      <pc:chgData name="Ero Sennin" userId="03426be40f75dd1c" providerId="LiveId" clId="{7D36CE96-64D4-4C8F-B2CF-BB8C3881404E}" dt="2023-11-19T04:02:05.457" v="64" actId="20577"/>
      <pc:docMkLst>
        <pc:docMk/>
      </pc:docMkLst>
      <pc:sldChg chg="modSp mod">
        <pc:chgData name="Ero Sennin" userId="03426be40f75dd1c" providerId="LiveId" clId="{7D36CE96-64D4-4C8F-B2CF-BB8C3881404E}" dt="2023-11-19T04:02:05.457" v="64" actId="20577"/>
        <pc:sldMkLst>
          <pc:docMk/>
          <pc:sldMk cId="0" sldId="256"/>
        </pc:sldMkLst>
        <pc:spChg chg="mod">
          <ac:chgData name="Ero Sennin" userId="03426be40f75dd1c" providerId="LiveId" clId="{7D36CE96-64D4-4C8F-B2CF-BB8C3881404E}" dt="2023-11-19T04:02:05.457" v="64" actId="20577"/>
          <ac:spMkLst>
            <pc:docMk/>
            <pc:sldMk cId="0" sldId="256"/>
            <ac:spMk id="58" creationId="{00000000-0000-0000-0000-000000000000}"/>
          </ac:spMkLst>
        </pc:spChg>
      </pc:sldChg>
      <pc:sldChg chg="modSp mod">
        <pc:chgData name="Ero Sennin" userId="03426be40f75dd1c" providerId="LiveId" clId="{7D36CE96-64D4-4C8F-B2CF-BB8C3881404E}" dt="2023-11-19T03:55:13.884" v="10" actId="20577"/>
        <pc:sldMkLst>
          <pc:docMk/>
          <pc:sldMk cId="0" sldId="258"/>
        </pc:sldMkLst>
        <pc:spChg chg="mod">
          <ac:chgData name="Ero Sennin" userId="03426be40f75dd1c" providerId="LiveId" clId="{7D36CE96-64D4-4C8F-B2CF-BB8C3881404E}" dt="2023-11-19T03:55:13.884" v="10" actId="20577"/>
          <ac:spMkLst>
            <pc:docMk/>
            <pc:sldMk cId="0" sldId="258"/>
            <ac:spMk id="72" creationId="{00000000-0000-0000-0000-000000000000}"/>
          </ac:spMkLst>
        </pc:spChg>
      </pc:sldChg>
      <pc:sldChg chg="modSp mod">
        <pc:chgData name="Ero Sennin" userId="03426be40f75dd1c" providerId="LiveId" clId="{7D36CE96-64D4-4C8F-B2CF-BB8C3881404E}" dt="2023-11-19T03:56:53.480" v="14" actId="20577"/>
        <pc:sldMkLst>
          <pc:docMk/>
          <pc:sldMk cId="1909956528" sldId="331"/>
        </pc:sldMkLst>
        <pc:spChg chg="mod">
          <ac:chgData name="Ero Sennin" userId="03426be40f75dd1c" providerId="LiveId" clId="{7D36CE96-64D4-4C8F-B2CF-BB8C3881404E}" dt="2023-11-19T03:56:45.393" v="11"/>
          <ac:spMkLst>
            <pc:docMk/>
            <pc:sldMk cId="1909956528" sldId="331"/>
            <ac:spMk id="6" creationId="{52BDBAC3-67AD-4A97-7850-28F18722F0B1}"/>
          </ac:spMkLst>
        </pc:spChg>
        <pc:spChg chg="mod">
          <ac:chgData name="Ero Sennin" userId="03426be40f75dd1c" providerId="LiveId" clId="{7D36CE96-64D4-4C8F-B2CF-BB8C3881404E}" dt="2023-11-19T03:56:53.480" v="14" actId="20577"/>
          <ac:spMkLst>
            <pc:docMk/>
            <pc:sldMk cId="1909956528" sldId="331"/>
            <ac:spMk id="8" creationId="{6CF85C25-FECF-02E7-8B5D-63C724E2B28B}"/>
          </ac:spMkLst>
        </pc:spChg>
      </pc:sldChg>
      <pc:sldChg chg="modSp mod">
        <pc:chgData name="Ero Sennin" userId="03426be40f75dd1c" providerId="LiveId" clId="{7D36CE96-64D4-4C8F-B2CF-BB8C3881404E}" dt="2023-11-19T03:58:03.366" v="24" actId="113"/>
        <pc:sldMkLst>
          <pc:docMk/>
          <pc:sldMk cId="3079585306" sldId="365"/>
        </pc:sldMkLst>
        <pc:spChg chg="mod">
          <ac:chgData name="Ero Sennin" userId="03426be40f75dd1c" providerId="LiveId" clId="{7D36CE96-64D4-4C8F-B2CF-BB8C3881404E}" dt="2023-11-19T03:57:45.422" v="18" actId="14100"/>
          <ac:spMkLst>
            <pc:docMk/>
            <pc:sldMk cId="3079585306" sldId="365"/>
            <ac:spMk id="6" creationId="{52BDBAC3-67AD-4A97-7850-28F18722F0B1}"/>
          </ac:spMkLst>
        </pc:spChg>
        <pc:spChg chg="mod">
          <ac:chgData name="Ero Sennin" userId="03426be40f75dd1c" providerId="LiveId" clId="{7D36CE96-64D4-4C8F-B2CF-BB8C3881404E}" dt="2023-11-19T03:58:03.366" v="24" actId="113"/>
          <ac:spMkLst>
            <pc:docMk/>
            <pc:sldMk cId="3079585306" sldId="365"/>
            <ac:spMk id="8" creationId="{6CF85C25-FECF-02E7-8B5D-63C724E2B28B}"/>
          </ac:spMkLst>
        </pc:spChg>
      </pc:sldChg>
      <pc:sldChg chg="modSp mod">
        <pc:chgData name="Ero Sennin" userId="03426be40f75dd1c" providerId="LiveId" clId="{7D36CE96-64D4-4C8F-B2CF-BB8C3881404E}" dt="2023-11-19T03:58:38.080" v="30" actId="20577"/>
        <pc:sldMkLst>
          <pc:docMk/>
          <pc:sldMk cId="1179856051" sldId="366"/>
        </pc:sldMkLst>
        <pc:spChg chg="mod">
          <ac:chgData name="Ero Sennin" userId="03426be40f75dd1c" providerId="LiveId" clId="{7D36CE96-64D4-4C8F-B2CF-BB8C3881404E}" dt="2023-11-19T03:58:29.369" v="25"/>
          <ac:spMkLst>
            <pc:docMk/>
            <pc:sldMk cId="1179856051" sldId="366"/>
            <ac:spMk id="6" creationId="{52BDBAC3-67AD-4A97-7850-28F18722F0B1}"/>
          </ac:spMkLst>
        </pc:spChg>
        <pc:spChg chg="mod">
          <ac:chgData name="Ero Sennin" userId="03426be40f75dd1c" providerId="LiveId" clId="{7D36CE96-64D4-4C8F-B2CF-BB8C3881404E}" dt="2023-11-19T03:58:38.080" v="30" actId="20577"/>
          <ac:spMkLst>
            <pc:docMk/>
            <pc:sldMk cId="1179856051" sldId="366"/>
            <ac:spMk id="8" creationId="{6CF85C25-FECF-02E7-8B5D-63C724E2B28B}"/>
          </ac:spMkLst>
        </pc:spChg>
      </pc:sldChg>
      <pc:sldChg chg="modSp mod">
        <pc:chgData name="Ero Sennin" userId="03426be40f75dd1c" providerId="LiveId" clId="{7D36CE96-64D4-4C8F-B2CF-BB8C3881404E}" dt="2023-11-19T03:59:40.321" v="40" actId="113"/>
        <pc:sldMkLst>
          <pc:docMk/>
          <pc:sldMk cId="1166055557" sldId="367"/>
        </pc:sldMkLst>
        <pc:spChg chg="mod">
          <ac:chgData name="Ero Sennin" userId="03426be40f75dd1c" providerId="LiveId" clId="{7D36CE96-64D4-4C8F-B2CF-BB8C3881404E}" dt="2023-11-19T03:59:17.663" v="32"/>
          <ac:spMkLst>
            <pc:docMk/>
            <pc:sldMk cId="1166055557" sldId="367"/>
            <ac:spMk id="6" creationId="{52BDBAC3-67AD-4A97-7850-28F18722F0B1}"/>
          </ac:spMkLst>
        </pc:spChg>
        <pc:spChg chg="mod">
          <ac:chgData name="Ero Sennin" userId="03426be40f75dd1c" providerId="LiveId" clId="{7D36CE96-64D4-4C8F-B2CF-BB8C3881404E}" dt="2023-11-19T03:59:40.321" v="40" actId="113"/>
          <ac:spMkLst>
            <pc:docMk/>
            <pc:sldMk cId="1166055557" sldId="367"/>
            <ac:spMk id="8" creationId="{6CF85C25-FECF-02E7-8B5D-63C724E2B28B}"/>
          </ac:spMkLst>
        </pc:spChg>
      </pc:sldChg>
      <pc:sldChg chg="modSp mod">
        <pc:chgData name="Ero Sennin" userId="03426be40f75dd1c" providerId="LiveId" clId="{7D36CE96-64D4-4C8F-B2CF-BB8C3881404E}" dt="2023-11-19T04:00:00.692" v="45" actId="20577"/>
        <pc:sldMkLst>
          <pc:docMk/>
          <pc:sldMk cId="1542159574" sldId="368"/>
        </pc:sldMkLst>
        <pc:spChg chg="mod">
          <ac:chgData name="Ero Sennin" userId="03426be40f75dd1c" providerId="LiveId" clId="{7D36CE96-64D4-4C8F-B2CF-BB8C3881404E}" dt="2023-11-19T03:59:54.565" v="42"/>
          <ac:spMkLst>
            <pc:docMk/>
            <pc:sldMk cId="1542159574" sldId="368"/>
            <ac:spMk id="6" creationId="{52BDBAC3-67AD-4A97-7850-28F18722F0B1}"/>
          </ac:spMkLst>
        </pc:spChg>
        <pc:spChg chg="mod">
          <ac:chgData name="Ero Sennin" userId="03426be40f75dd1c" providerId="LiveId" clId="{7D36CE96-64D4-4C8F-B2CF-BB8C3881404E}" dt="2023-11-19T04:00:00.692" v="45" actId="20577"/>
          <ac:spMkLst>
            <pc:docMk/>
            <pc:sldMk cId="1542159574" sldId="368"/>
            <ac:spMk id="8" creationId="{6CF85C25-FECF-02E7-8B5D-63C724E2B28B}"/>
          </ac:spMkLst>
        </pc:spChg>
      </pc:sldChg>
      <pc:sldChg chg="modSp mod">
        <pc:chgData name="Ero Sennin" userId="03426be40f75dd1c" providerId="LiveId" clId="{7D36CE96-64D4-4C8F-B2CF-BB8C3881404E}" dt="2023-11-19T04:00:22.135" v="52" actId="20577"/>
        <pc:sldMkLst>
          <pc:docMk/>
          <pc:sldMk cId="780176159" sldId="369"/>
        </pc:sldMkLst>
        <pc:spChg chg="mod">
          <ac:chgData name="Ero Sennin" userId="03426be40f75dd1c" providerId="LiveId" clId="{7D36CE96-64D4-4C8F-B2CF-BB8C3881404E}" dt="2023-11-19T04:00:13.926" v="47"/>
          <ac:spMkLst>
            <pc:docMk/>
            <pc:sldMk cId="780176159" sldId="369"/>
            <ac:spMk id="6" creationId="{52BDBAC3-67AD-4A97-7850-28F18722F0B1}"/>
          </ac:spMkLst>
        </pc:spChg>
        <pc:spChg chg="mod">
          <ac:chgData name="Ero Sennin" userId="03426be40f75dd1c" providerId="LiveId" clId="{7D36CE96-64D4-4C8F-B2CF-BB8C3881404E}" dt="2023-11-19T04:00:22.135" v="52" actId="20577"/>
          <ac:spMkLst>
            <pc:docMk/>
            <pc:sldMk cId="780176159" sldId="369"/>
            <ac:spMk id="8" creationId="{6CF85C25-FECF-02E7-8B5D-63C724E2B28B}"/>
          </ac:spMkLst>
        </pc:spChg>
      </pc:sldChg>
      <pc:sldChg chg="modSp mod">
        <pc:chgData name="Ero Sennin" userId="03426be40f75dd1c" providerId="LiveId" clId="{7D36CE96-64D4-4C8F-B2CF-BB8C3881404E}" dt="2023-11-19T04:00:50.040" v="56" actId="20577"/>
        <pc:sldMkLst>
          <pc:docMk/>
          <pc:sldMk cId="4227814038" sldId="370"/>
        </pc:sldMkLst>
        <pc:spChg chg="mod">
          <ac:chgData name="Ero Sennin" userId="03426be40f75dd1c" providerId="LiveId" clId="{7D36CE96-64D4-4C8F-B2CF-BB8C3881404E}" dt="2023-11-19T04:00:44.045" v="54"/>
          <ac:spMkLst>
            <pc:docMk/>
            <pc:sldMk cId="4227814038" sldId="370"/>
            <ac:spMk id="6" creationId="{52BDBAC3-67AD-4A97-7850-28F18722F0B1}"/>
          </ac:spMkLst>
        </pc:spChg>
        <pc:spChg chg="mod">
          <ac:chgData name="Ero Sennin" userId="03426be40f75dd1c" providerId="LiveId" clId="{7D36CE96-64D4-4C8F-B2CF-BB8C3881404E}" dt="2023-11-19T04:00:50.040" v="56" actId="20577"/>
          <ac:spMkLst>
            <pc:docMk/>
            <pc:sldMk cId="4227814038" sldId="370"/>
            <ac:spMk id="8" creationId="{6CF85C25-FECF-02E7-8B5D-63C724E2B28B}"/>
          </ac:spMkLst>
        </pc:spChg>
      </pc:sldChg>
      <pc:sldChg chg="modSp mod">
        <pc:chgData name="Ero Sennin" userId="03426be40f75dd1c" providerId="LiveId" clId="{7D36CE96-64D4-4C8F-B2CF-BB8C3881404E}" dt="2023-11-19T04:01:11.037" v="59" actId="20577"/>
        <pc:sldMkLst>
          <pc:docMk/>
          <pc:sldMk cId="3853773006" sldId="371"/>
        </pc:sldMkLst>
        <pc:spChg chg="mod">
          <ac:chgData name="Ero Sennin" userId="03426be40f75dd1c" providerId="LiveId" clId="{7D36CE96-64D4-4C8F-B2CF-BB8C3881404E}" dt="2023-11-19T04:01:01.908" v="57"/>
          <ac:spMkLst>
            <pc:docMk/>
            <pc:sldMk cId="3853773006" sldId="371"/>
            <ac:spMk id="6" creationId="{52BDBAC3-67AD-4A97-7850-28F18722F0B1}"/>
          </ac:spMkLst>
        </pc:spChg>
        <pc:spChg chg="mod">
          <ac:chgData name="Ero Sennin" userId="03426be40f75dd1c" providerId="LiveId" clId="{7D36CE96-64D4-4C8F-B2CF-BB8C3881404E}" dt="2023-11-19T04:01:11.037" v="59" actId="20577"/>
          <ac:spMkLst>
            <pc:docMk/>
            <pc:sldMk cId="3853773006" sldId="371"/>
            <ac:spMk id="8" creationId="{6CF85C25-FECF-02E7-8B5D-63C724E2B28B}"/>
          </ac:spMkLst>
        </pc:spChg>
      </pc:sldChg>
      <pc:sldChg chg="modSp mod">
        <pc:chgData name="Ero Sennin" userId="03426be40f75dd1c" providerId="LiveId" clId="{7D36CE96-64D4-4C8F-B2CF-BB8C3881404E}" dt="2023-11-19T04:01:37.356" v="63" actId="20577"/>
        <pc:sldMkLst>
          <pc:docMk/>
          <pc:sldMk cId="784932187" sldId="372"/>
        </pc:sldMkLst>
        <pc:spChg chg="mod">
          <ac:chgData name="Ero Sennin" userId="03426be40f75dd1c" providerId="LiveId" clId="{7D36CE96-64D4-4C8F-B2CF-BB8C3881404E}" dt="2023-11-19T04:01:28.410" v="61"/>
          <ac:spMkLst>
            <pc:docMk/>
            <pc:sldMk cId="784932187" sldId="372"/>
            <ac:spMk id="6" creationId="{52BDBAC3-67AD-4A97-7850-28F18722F0B1}"/>
          </ac:spMkLst>
        </pc:spChg>
        <pc:spChg chg="mod">
          <ac:chgData name="Ero Sennin" userId="03426be40f75dd1c" providerId="LiveId" clId="{7D36CE96-64D4-4C8F-B2CF-BB8C3881404E}" dt="2023-11-19T04:01:37.356" v="63" actId="20577"/>
          <ac:spMkLst>
            <pc:docMk/>
            <pc:sldMk cId="784932187" sldId="372"/>
            <ac:spMk id="8" creationId="{6CF85C25-FECF-02E7-8B5D-63C724E2B28B}"/>
          </ac:spMkLst>
        </pc:spChg>
      </pc:sldChg>
    </pc:docChg>
  </pc:docChgLst>
  <pc:docChgLst>
    <pc:chgData name="Ero Sennin" userId="03426be40f75dd1c" providerId="LiveId" clId="{3093827A-D0DB-452E-9EC6-1275EEBE20E6}"/>
    <pc:docChg chg="undo custSel addSld modSld">
      <pc:chgData name="Ero Sennin" userId="03426be40f75dd1c" providerId="LiveId" clId="{3093827A-D0DB-452E-9EC6-1275EEBE20E6}" dt="2023-11-19T04:11:54.073" v="81" actId="20577"/>
      <pc:docMkLst>
        <pc:docMk/>
      </pc:docMkLst>
      <pc:sldChg chg="modSp mod">
        <pc:chgData name="Ero Sennin" userId="03426be40f75dd1c" providerId="LiveId" clId="{3093827A-D0DB-452E-9EC6-1275EEBE20E6}" dt="2023-11-19T04:02:38.094" v="1"/>
        <pc:sldMkLst>
          <pc:docMk/>
          <pc:sldMk cId="0" sldId="256"/>
        </pc:sldMkLst>
        <pc:spChg chg="mod">
          <ac:chgData name="Ero Sennin" userId="03426be40f75dd1c" providerId="LiveId" clId="{3093827A-D0DB-452E-9EC6-1275EEBE20E6}" dt="2023-11-19T04:02:38.094" v="1"/>
          <ac:spMkLst>
            <pc:docMk/>
            <pc:sldMk cId="0" sldId="256"/>
            <ac:spMk id="58" creationId="{00000000-0000-0000-0000-000000000000}"/>
          </ac:spMkLst>
        </pc:spChg>
      </pc:sldChg>
      <pc:sldChg chg="modSp mod">
        <pc:chgData name="Ero Sennin" userId="03426be40f75dd1c" providerId="LiveId" clId="{3093827A-D0DB-452E-9EC6-1275EEBE20E6}" dt="2023-11-19T04:03:07.619" v="5"/>
        <pc:sldMkLst>
          <pc:docMk/>
          <pc:sldMk cId="0" sldId="258"/>
        </pc:sldMkLst>
        <pc:spChg chg="mod">
          <ac:chgData name="Ero Sennin" userId="03426be40f75dd1c" providerId="LiveId" clId="{3093827A-D0DB-452E-9EC6-1275EEBE20E6}" dt="2023-11-19T04:03:07.619" v="5"/>
          <ac:spMkLst>
            <pc:docMk/>
            <pc:sldMk cId="0" sldId="258"/>
            <ac:spMk id="72" creationId="{00000000-0000-0000-0000-000000000000}"/>
          </ac:spMkLst>
        </pc:spChg>
      </pc:sldChg>
      <pc:sldChg chg="modSp mod">
        <pc:chgData name="Ero Sennin" userId="03426be40f75dd1c" providerId="LiveId" clId="{3093827A-D0DB-452E-9EC6-1275EEBE20E6}" dt="2023-11-19T04:06:23.005" v="8" actId="20577"/>
        <pc:sldMkLst>
          <pc:docMk/>
          <pc:sldMk cId="1909956528" sldId="331"/>
        </pc:sldMkLst>
        <pc:spChg chg="mod">
          <ac:chgData name="Ero Sennin" userId="03426be40f75dd1c" providerId="LiveId" clId="{3093827A-D0DB-452E-9EC6-1275EEBE20E6}" dt="2023-11-19T04:06:13.997" v="6"/>
          <ac:spMkLst>
            <pc:docMk/>
            <pc:sldMk cId="1909956528" sldId="331"/>
            <ac:spMk id="6" creationId="{52BDBAC3-67AD-4A97-7850-28F18722F0B1}"/>
          </ac:spMkLst>
        </pc:spChg>
        <pc:spChg chg="mod">
          <ac:chgData name="Ero Sennin" userId="03426be40f75dd1c" providerId="LiveId" clId="{3093827A-D0DB-452E-9EC6-1275EEBE20E6}" dt="2023-11-19T04:06:23.005" v="8" actId="20577"/>
          <ac:spMkLst>
            <pc:docMk/>
            <pc:sldMk cId="1909956528" sldId="331"/>
            <ac:spMk id="8" creationId="{6CF85C25-FECF-02E7-8B5D-63C724E2B28B}"/>
          </ac:spMkLst>
        </pc:spChg>
      </pc:sldChg>
      <pc:sldChg chg="modSp mod">
        <pc:chgData name="Ero Sennin" userId="03426be40f75dd1c" providerId="LiveId" clId="{3093827A-D0DB-452E-9EC6-1275EEBE20E6}" dt="2023-11-19T04:07:28.749" v="15" actId="113"/>
        <pc:sldMkLst>
          <pc:docMk/>
          <pc:sldMk cId="3079585306" sldId="365"/>
        </pc:sldMkLst>
        <pc:spChg chg="mod">
          <ac:chgData name="Ero Sennin" userId="03426be40f75dd1c" providerId="LiveId" clId="{3093827A-D0DB-452E-9EC6-1275EEBE20E6}" dt="2023-11-19T04:06:55.548" v="9"/>
          <ac:spMkLst>
            <pc:docMk/>
            <pc:sldMk cId="3079585306" sldId="365"/>
            <ac:spMk id="6" creationId="{52BDBAC3-67AD-4A97-7850-28F18722F0B1}"/>
          </ac:spMkLst>
        </pc:spChg>
        <pc:spChg chg="mod">
          <ac:chgData name="Ero Sennin" userId="03426be40f75dd1c" providerId="LiveId" clId="{3093827A-D0DB-452E-9EC6-1275EEBE20E6}" dt="2023-11-19T04:07:28.749" v="15" actId="113"/>
          <ac:spMkLst>
            <pc:docMk/>
            <pc:sldMk cId="3079585306" sldId="365"/>
            <ac:spMk id="8" creationId="{6CF85C25-FECF-02E7-8B5D-63C724E2B28B}"/>
          </ac:spMkLst>
        </pc:spChg>
      </pc:sldChg>
      <pc:sldChg chg="modSp mod">
        <pc:chgData name="Ero Sennin" userId="03426be40f75dd1c" providerId="LiveId" clId="{3093827A-D0DB-452E-9EC6-1275EEBE20E6}" dt="2023-11-19T04:08:43.540" v="32" actId="1076"/>
        <pc:sldMkLst>
          <pc:docMk/>
          <pc:sldMk cId="1179856051" sldId="366"/>
        </pc:sldMkLst>
        <pc:spChg chg="mod">
          <ac:chgData name="Ero Sennin" userId="03426be40f75dd1c" providerId="LiveId" clId="{3093827A-D0DB-452E-9EC6-1275EEBE20E6}" dt="2023-11-19T04:08:19.549" v="21"/>
          <ac:spMkLst>
            <pc:docMk/>
            <pc:sldMk cId="1179856051" sldId="366"/>
            <ac:spMk id="6" creationId="{52BDBAC3-67AD-4A97-7850-28F18722F0B1}"/>
          </ac:spMkLst>
        </pc:spChg>
        <pc:spChg chg="mod">
          <ac:chgData name="Ero Sennin" userId="03426be40f75dd1c" providerId="LiveId" clId="{3093827A-D0DB-452E-9EC6-1275EEBE20E6}" dt="2023-11-19T04:08:43.540" v="32" actId="1076"/>
          <ac:spMkLst>
            <pc:docMk/>
            <pc:sldMk cId="1179856051" sldId="366"/>
            <ac:spMk id="8" creationId="{6CF85C25-FECF-02E7-8B5D-63C724E2B28B}"/>
          </ac:spMkLst>
        </pc:spChg>
      </pc:sldChg>
      <pc:sldChg chg="modSp mod">
        <pc:chgData name="Ero Sennin" userId="03426be40f75dd1c" providerId="LiveId" clId="{3093827A-D0DB-452E-9EC6-1275EEBE20E6}" dt="2023-11-19T04:09:00.316" v="37" actId="20577"/>
        <pc:sldMkLst>
          <pc:docMk/>
          <pc:sldMk cId="1166055557" sldId="367"/>
        </pc:sldMkLst>
        <pc:spChg chg="mod">
          <ac:chgData name="Ero Sennin" userId="03426be40f75dd1c" providerId="LiveId" clId="{3093827A-D0DB-452E-9EC6-1275EEBE20E6}" dt="2023-11-19T04:08:53.976" v="34"/>
          <ac:spMkLst>
            <pc:docMk/>
            <pc:sldMk cId="1166055557" sldId="367"/>
            <ac:spMk id="6" creationId="{52BDBAC3-67AD-4A97-7850-28F18722F0B1}"/>
          </ac:spMkLst>
        </pc:spChg>
        <pc:spChg chg="mod">
          <ac:chgData name="Ero Sennin" userId="03426be40f75dd1c" providerId="LiveId" clId="{3093827A-D0DB-452E-9EC6-1275EEBE20E6}" dt="2023-11-19T04:09:00.316" v="37" actId="20577"/>
          <ac:spMkLst>
            <pc:docMk/>
            <pc:sldMk cId="1166055557" sldId="367"/>
            <ac:spMk id="8" creationId="{6CF85C25-FECF-02E7-8B5D-63C724E2B28B}"/>
          </ac:spMkLst>
        </pc:spChg>
      </pc:sldChg>
      <pc:sldChg chg="modSp mod">
        <pc:chgData name="Ero Sennin" userId="03426be40f75dd1c" providerId="LiveId" clId="{3093827A-D0DB-452E-9EC6-1275EEBE20E6}" dt="2023-11-19T04:10:34.855" v="68" actId="12"/>
        <pc:sldMkLst>
          <pc:docMk/>
          <pc:sldMk cId="1542159574" sldId="368"/>
        </pc:sldMkLst>
        <pc:spChg chg="mod">
          <ac:chgData name="Ero Sennin" userId="03426be40f75dd1c" providerId="LiveId" clId="{3093827A-D0DB-452E-9EC6-1275EEBE20E6}" dt="2023-11-19T04:09:40.508" v="38"/>
          <ac:spMkLst>
            <pc:docMk/>
            <pc:sldMk cId="1542159574" sldId="368"/>
            <ac:spMk id="6" creationId="{52BDBAC3-67AD-4A97-7850-28F18722F0B1}"/>
          </ac:spMkLst>
        </pc:spChg>
        <pc:spChg chg="mod">
          <ac:chgData name="Ero Sennin" userId="03426be40f75dd1c" providerId="LiveId" clId="{3093827A-D0DB-452E-9EC6-1275EEBE20E6}" dt="2023-11-19T04:10:34.855" v="68" actId="12"/>
          <ac:spMkLst>
            <pc:docMk/>
            <pc:sldMk cId="1542159574" sldId="368"/>
            <ac:spMk id="8" creationId="{6CF85C25-FECF-02E7-8B5D-63C724E2B28B}"/>
          </ac:spMkLst>
        </pc:spChg>
      </pc:sldChg>
      <pc:sldChg chg="modSp mod">
        <pc:chgData name="Ero Sennin" userId="03426be40f75dd1c" providerId="LiveId" clId="{3093827A-D0DB-452E-9EC6-1275EEBE20E6}" dt="2023-11-19T04:10:56.833" v="72" actId="20577"/>
        <pc:sldMkLst>
          <pc:docMk/>
          <pc:sldMk cId="780176159" sldId="369"/>
        </pc:sldMkLst>
        <pc:spChg chg="mod">
          <ac:chgData name="Ero Sennin" userId="03426be40f75dd1c" providerId="LiveId" clId="{3093827A-D0DB-452E-9EC6-1275EEBE20E6}" dt="2023-11-19T04:10:49.455" v="70" actId="14100"/>
          <ac:spMkLst>
            <pc:docMk/>
            <pc:sldMk cId="780176159" sldId="369"/>
            <ac:spMk id="6" creationId="{52BDBAC3-67AD-4A97-7850-28F18722F0B1}"/>
          </ac:spMkLst>
        </pc:spChg>
        <pc:spChg chg="mod">
          <ac:chgData name="Ero Sennin" userId="03426be40f75dd1c" providerId="LiveId" clId="{3093827A-D0DB-452E-9EC6-1275EEBE20E6}" dt="2023-11-19T04:10:56.833" v="72" actId="20577"/>
          <ac:spMkLst>
            <pc:docMk/>
            <pc:sldMk cId="780176159" sldId="369"/>
            <ac:spMk id="8" creationId="{6CF85C25-FECF-02E7-8B5D-63C724E2B28B}"/>
          </ac:spMkLst>
        </pc:spChg>
      </pc:sldChg>
      <pc:sldChg chg="modSp mod">
        <pc:chgData name="Ero Sennin" userId="03426be40f75dd1c" providerId="LiveId" clId="{3093827A-D0DB-452E-9EC6-1275EEBE20E6}" dt="2023-11-19T04:11:21.014" v="75" actId="20577"/>
        <pc:sldMkLst>
          <pc:docMk/>
          <pc:sldMk cId="4227814038" sldId="370"/>
        </pc:sldMkLst>
        <pc:spChg chg="mod">
          <ac:chgData name="Ero Sennin" userId="03426be40f75dd1c" providerId="LiveId" clId="{3093827A-D0DB-452E-9EC6-1275EEBE20E6}" dt="2023-11-19T04:11:15.526" v="73"/>
          <ac:spMkLst>
            <pc:docMk/>
            <pc:sldMk cId="4227814038" sldId="370"/>
            <ac:spMk id="6" creationId="{52BDBAC3-67AD-4A97-7850-28F18722F0B1}"/>
          </ac:spMkLst>
        </pc:spChg>
        <pc:spChg chg="mod">
          <ac:chgData name="Ero Sennin" userId="03426be40f75dd1c" providerId="LiveId" clId="{3093827A-D0DB-452E-9EC6-1275EEBE20E6}" dt="2023-11-19T04:11:21.014" v="75" actId="20577"/>
          <ac:spMkLst>
            <pc:docMk/>
            <pc:sldMk cId="4227814038" sldId="370"/>
            <ac:spMk id="8" creationId="{6CF85C25-FECF-02E7-8B5D-63C724E2B28B}"/>
          </ac:spMkLst>
        </pc:spChg>
      </pc:sldChg>
      <pc:sldChg chg="modSp mod">
        <pc:chgData name="Ero Sennin" userId="03426be40f75dd1c" providerId="LiveId" clId="{3093827A-D0DB-452E-9EC6-1275EEBE20E6}" dt="2023-11-19T04:11:37.548" v="78" actId="20577"/>
        <pc:sldMkLst>
          <pc:docMk/>
          <pc:sldMk cId="3853773006" sldId="371"/>
        </pc:sldMkLst>
        <pc:spChg chg="mod">
          <ac:chgData name="Ero Sennin" userId="03426be40f75dd1c" providerId="LiveId" clId="{3093827A-D0DB-452E-9EC6-1275EEBE20E6}" dt="2023-11-19T04:11:31.807" v="76"/>
          <ac:spMkLst>
            <pc:docMk/>
            <pc:sldMk cId="3853773006" sldId="371"/>
            <ac:spMk id="6" creationId="{52BDBAC3-67AD-4A97-7850-28F18722F0B1}"/>
          </ac:spMkLst>
        </pc:spChg>
        <pc:spChg chg="mod">
          <ac:chgData name="Ero Sennin" userId="03426be40f75dd1c" providerId="LiveId" clId="{3093827A-D0DB-452E-9EC6-1275EEBE20E6}" dt="2023-11-19T04:11:37.548" v="78" actId="20577"/>
          <ac:spMkLst>
            <pc:docMk/>
            <pc:sldMk cId="3853773006" sldId="371"/>
            <ac:spMk id="8" creationId="{6CF85C25-FECF-02E7-8B5D-63C724E2B28B}"/>
          </ac:spMkLst>
        </pc:spChg>
      </pc:sldChg>
      <pc:sldChg chg="modSp mod">
        <pc:chgData name="Ero Sennin" userId="03426be40f75dd1c" providerId="LiveId" clId="{3093827A-D0DB-452E-9EC6-1275EEBE20E6}" dt="2023-11-19T04:11:54.073" v="81" actId="20577"/>
        <pc:sldMkLst>
          <pc:docMk/>
          <pc:sldMk cId="784932187" sldId="372"/>
        </pc:sldMkLst>
        <pc:spChg chg="mod">
          <ac:chgData name="Ero Sennin" userId="03426be40f75dd1c" providerId="LiveId" clId="{3093827A-D0DB-452E-9EC6-1275EEBE20E6}" dt="2023-11-19T04:11:48.138" v="79"/>
          <ac:spMkLst>
            <pc:docMk/>
            <pc:sldMk cId="784932187" sldId="372"/>
            <ac:spMk id="6" creationId="{52BDBAC3-67AD-4A97-7850-28F18722F0B1}"/>
          </ac:spMkLst>
        </pc:spChg>
        <pc:spChg chg="mod">
          <ac:chgData name="Ero Sennin" userId="03426be40f75dd1c" providerId="LiveId" clId="{3093827A-D0DB-452E-9EC6-1275EEBE20E6}" dt="2023-11-19T04:11:54.073" v="81" actId="20577"/>
          <ac:spMkLst>
            <pc:docMk/>
            <pc:sldMk cId="784932187" sldId="372"/>
            <ac:spMk id="8" creationId="{6CF85C25-FECF-02E7-8B5D-63C724E2B28B}"/>
          </ac:spMkLst>
        </pc:spChg>
      </pc:sldChg>
      <pc:sldChg chg="modSp add mod">
        <pc:chgData name="Ero Sennin" userId="03426be40f75dd1c" providerId="LiveId" clId="{3093827A-D0DB-452E-9EC6-1275EEBE20E6}" dt="2023-11-19T04:08:06.048" v="19" actId="113"/>
        <pc:sldMkLst>
          <pc:docMk/>
          <pc:sldMk cId="1960463523" sldId="373"/>
        </pc:sldMkLst>
        <pc:spChg chg="mod">
          <ac:chgData name="Ero Sennin" userId="03426be40f75dd1c" providerId="LiveId" clId="{3093827A-D0DB-452E-9EC6-1275EEBE20E6}" dt="2023-11-19T04:08:06.048" v="19" actId="113"/>
          <ac:spMkLst>
            <pc:docMk/>
            <pc:sldMk cId="1960463523" sldId="373"/>
            <ac:spMk id="8" creationId="{6CF85C25-FECF-02E7-8B5D-63C724E2B28B}"/>
          </ac:spMkLst>
        </pc:spChg>
      </pc:sldChg>
    </pc:docChg>
  </pc:docChgLst>
  <pc:docChgLst>
    <pc:chgData name="Ero Sennin" userId="03426be40f75dd1c" providerId="LiveId" clId="{59AC1DFC-6538-4039-B625-EF0FC9C0D4A9}"/>
    <pc:docChg chg="undo redo custSel addSld delSld modSld sldOrd">
      <pc:chgData name="Ero Sennin" userId="03426be40f75dd1c" providerId="LiveId" clId="{59AC1DFC-6538-4039-B625-EF0FC9C0D4A9}" dt="2023-11-18T17:59:14.621" v="1116" actId="20577"/>
      <pc:docMkLst>
        <pc:docMk/>
      </pc:docMkLst>
      <pc:sldChg chg="modSp mod">
        <pc:chgData name="Ero Sennin" userId="03426be40f75dd1c" providerId="LiveId" clId="{59AC1DFC-6538-4039-B625-EF0FC9C0D4A9}" dt="2023-11-18T14:54:26.230" v="165" actId="1076"/>
        <pc:sldMkLst>
          <pc:docMk/>
          <pc:sldMk cId="0" sldId="256"/>
        </pc:sldMkLst>
        <pc:spChg chg="mod">
          <ac:chgData name="Ero Sennin" userId="03426be40f75dd1c" providerId="LiveId" clId="{59AC1DFC-6538-4039-B625-EF0FC9C0D4A9}" dt="2023-11-18T14:54:26.230" v="165" actId="1076"/>
          <ac:spMkLst>
            <pc:docMk/>
            <pc:sldMk cId="0" sldId="256"/>
            <ac:spMk id="58" creationId="{00000000-0000-0000-0000-000000000000}"/>
          </ac:spMkLst>
        </pc:spChg>
      </pc:sldChg>
      <pc:sldChg chg="del">
        <pc:chgData name="Ero Sennin" userId="03426be40f75dd1c" providerId="LiveId" clId="{59AC1DFC-6538-4039-B625-EF0FC9C0D4A9}" dt="2023-11-18T14:50:22.157" v="0" actId="47"/>
        <pc:sldMkLst>
          <pc:docMk/>
          <pc:sldMk cId="0" sldId="257"/>
        </pc:sldMkLst>
      </pc:sldChg>
      <pc:sldChg chg="addSp delSp modSp mod">
        <pc:chgData name="Ero Sennin" userId="03426be40f75dd1c" providerId="LiveId" clId="{59AC1DFC-6538-4039-B625-EF0FC9C0D4A9}" dt="2023-11-18T17:21:37.591" v="800" actId="1076"/>
        <pc:sldMkLst>
          <pc:docMk/>
          <pc:sldMk cId="0" sldId="258"/>
        </pc:sldMkLst>
        <pc:spChg chg="mod">
          <ac:chgData name="Ero Sennin" userId="03426be40f75dd1c" providerId="LiveId" clId="{59AC1DFC-6538-4039-B625-EF0FC9C0D4A9}" dt="2023-11-18T14:53:27.289" v="139" actId="20577"/>
          <ac:spMkLst>
            <pc:docMk/>
            <pc:sldMk cId="0" sldId="258"/>
            <ac:spMk id="71" creationId="{00000000-0000-0000-0000-000000000000}"/>
          </ac:spMkLst>
        </pc:spChg>
        <pc:spChg chg="mod">
          <ac:chgData name="Ero Sennin" userId="03426be40f75dd1c" providerId="LiveId" clId="{59AC1DFC-6538-4039-B625-EF0FC9C0D4A9}" dt="2023-11-18T17:21:37.591" v="800" actId="1076"/>
          <ac:spMkLst>
            <pc:docMk/>
            <pc:sldMk cId="0" sldId="258"/>
            <ac:spMk id="72" creationId="{00000000-0000-0000-0000-000000000000}"/>
          </ac:spMkLst>
        </pc:spChg>
        <pc:picChg chg="add mod">
          <ac:chgData name="Ero Sennin" userId="03426be40f75dd1c" providerId="LiveId" clId="{59AC1DFC-6538-4039-B625-EF0FC9C0D4A9}" dt="2023-11-18T15:58:49.678" v="487" actId="1076"/>
          <ac:picMkLst>
            <pc:docMk/>
            <pc:sldMk cId="0" sldId="258"/>
            <ac:picMk id="2" creationId="{27AEA11D-58DC-E73A-C89B-4CF0EC2B9DE0}"/>
          </ac:picMkLst>
        </pc:picChg>
        <pc:picChg chg="del">
          <ac:chgData name="Ero Sennin" userId="03426be40f75dd1c" providerId="LiveId" clId="{59AC1DFC-6538-4039-B625-EF0FC9C0D4A9}" dt="2023-11-18T14:50:29.025" v="1" actId="478"/>
          <ac:picMkLst>
            <pc:docMk/>
            <pc:sldMk cId="0" sldId="258"/>
            <ac:picMk id="69" creationId="{00000000-0000-0000-0000-000000000000}"/>
          </ac:picMkLst>
        </pc:picChg>
      </pc:sldChg>
      <pc:sldChg chg="del">
        <pc:chgData name="Ero Sennin" userId="03426be40f75dd1c" providerId="LiveId" clId="{59AC1DFC-6538-4039-B625-EF0FC9C0D4A9}" dt="2023-11-18T14:50:36.162" v="2" actId="47"/>
        <pc:sldMkLst>
          <pc:docMk/>
          <pc:sldMk cId="0" sldId="259"/>
        </pc:sldMkLst>
      </pc:sldChg>
      <pc:sldChg chg="delSp modSp del mod">
        <pc:chgData name="Ero Sennin" userId="03426be40f75dd1c" providerId="LiveId" clId="{59AC1DFC-6538-4039-B625-EF0FC9C0D4A9}" dt="2023-11-18T17:13:22.272" v="765" actId="47"/>
        <pc:sldMkLst>
          <pc:docMk/>
          <pc:sldMk cId="0" sldId="260"/>
        </pc:sldMkLst>
        <pc:picChg chg="del mod">
          <ac:chgData name="Ero Sennin" userId="03426be40f75dd1c" providerId="LiveId" clId="{59AC1DFC-6538-4039-B625-EF0FC9C0D4A9}" dt="2023-11-18T14:54:41.683" v="167" actId="478"/>
          <ac:picMkLst>
            <pc:docMk/>
            <pc:sldMk cId="0" sldId="260"/>
            <ac:picMk id="91" creationId="{00000000-0000-0000-0000-000000000000}"/>
          </ac:picMkLst>
        </pc:picChg>
      </pc:sldChg>
      <pc:sldChg chg="del">
        <pc:chgData name="Ero Sennin" userId="03426be40f75dd1c" providerId="LiveId" clId="{59AC1DFC-6538-4039-B625-EF0FC9C0D4A9}" dt="2023-11-18T17:13:22.272" v="765" actId="47"/>
        <pc:sldMkLst>
          <pc:docMk/>
          <pc:sldMk cId="0" sldId="261"/>
        </pc:sldMkLst>
      </pc:sldChg>
      <pc:sldChg chg="del">
        <pc:chgData name="Ero Sennin" userId="03426be40f75dd1c" providerId="LiveId" clId="{59AC1DFC-6538-4039-B625-EF0FC9C0D4A9}" dt="2023-11-18T17:13:22.272" v="765" actId="47"/>
        <pc:sldMkLst>
          <pc:docMk/>
          <pc:sldMk cId="0" sldId="262"/>
        </pc:sldMkLst>
      </pc:sldChg>
      <pc:sldChg chg="del">
        <pc:chgData name="Ero Sennin" userId="03426be40f75dd1c" providerId="LiveId" clId="{59AC1DFC-6538-4039-B625-EF0FC9C0D4A9}" dt="2023-11-18T17:13:22.272" v="765" actId="47"/>
        <pc:sldMkLst>
          <pc:docMk/>
          <pc:sldMk cId="0" sldId="263"/>
        </pc:sldMkLst>
      </pc:sldChg>
      <pc:sldChg chg="add del">
        <pc:chgData name="Ero Sennin" userId="03426be40f75dd1c" providerId="LiveId" clId="{59AC1DFC-6538-4039-B625-EF0FC9C0D4A9}" dt="2023-11-18T17:13:22.272" v="765" actId="47"/>
        <pc:sldMkLst>
          <pc:docMk/>
          <pc:sldMk cId="0" sldId="264"/>
        </pc:sldMkLst>
      </pc:sldChg>
      <pc:sldChg chg="del">
        <pc:chgData name="Ero Sennin" userId="03426be40f75dd1c" providerId="LiveId" clId="{59AC1DFC-6538-4039-B625-EF0FC9C0D4A9}" dt="2023-11-18T17:13:22.272" v="765" actId="47"/>
        <pc:sldMkLst>
          <pc:docMk/>
          <pc:sldMk cId="0" sldId="265"/>
        </pc:sldMkLst>
      </pc:sldChg>
      <pc:sldChg chg="del">
        <pc:chgData name="Ero Sennin" userId="03426be40f75dd1c" providerId="LiveId" clId="{59AC1DFC-6538-4039-B625-EF0FC9C0D4A9}" dt="2023-11-18T17:13:22.272" v="765" actId="47"/>
        <pc:sldMkLst>
          <pc:docMk/>
          <pc:sldMk cId="0" sldId="266"/>
        </pc:sldMkLst>
      </pc:sldChg>
      <pc:sldChg chg="del">
        <pc:chgData name="Ero Sennin" userId="03426be40f75dd1c" providerId="LiveId" clId="{59AC1DFC-6538-4039-B625-EF0FC9C0D4A9}" dt="2023-11-18T17:13:22.272" v="765" actId="47"/>
        <pc:sldMkLst>
          <pc:docMk/>
          <pc:sldMk cId="0" sldId="267"/>
        </pc:sldMkLst>
      </pc:sldChg>
      <pc:sldChg chg="del">
        <pc:chgData name="Ero Sennin" userId="03426be40f75dd1c" providerId="LiveId" clId="{59AC1DFC-6538-4039-B625-EF0FC9C0D4A9}" dt="2023-11-18T17:13:22.272" v="765" actId="47"/>
        <pc:sldMkLst>
          <pc:docMk/>
          <pc:sldMk cId="0" sldId="268"/>
        </pc:sldMkLst>
      </pc:sldChg>
      <pc:sldChg chg="del">
        <pc:chgData name="Ero Sennin" userId="03426be40f75dd1c" providerId="LiveId" clId="{59AC1DFC-6538-4039-B625-EF0FC9C0D4A9}" dt="2023-11-18T17:13:22.272" v="765" actId="47"/>
        <pc:sldMkLst>
          <pc:docMk/>
          <pc:sldMk cId="0" sldId="269"/>
        </pc:sldMkLst>
      </pc:sldChg>
      <pc:sldChg chg="del">
        <pc:chgData name="Ero Sennin" userId="03426be40f75dd1c" providerId="LiveId" clId="{59AC1DFC-6538-4039-B625-EF0FC9C0D4A9}" dt="2023-11-18T17:13:22.272" v="765" actId="47"/>
        <pc:sldMkLst>
          <pc:docMk/>
          <pc:sldMk cId="0" sldId="270"/>
        </pc:sldMkLst>
      </pc:sldChg>
      <pc:sldChg chg="del">
        <pc:chgData name="Ero Sennin" userId="03426be40f75dd1c" providerId="LiveId" clId="{59AC1DFC-6538-4039-B625-EF0FC9C0D4A9}" dt="2023-11-18T17:13:22.272" v="765" actId="47"/>
        <pc:sldMkLst>
          <pc:docMk/>
          <pc:sldMk cId="0" sldId="271"/>
        </pc:sldMkLst>
      </pc:sldChg>
      <pc:sldChg chg="del">
        <pc:chgData name="Ero Sennin" userId="03426be40f75dd1c" providerId="LiveId" clId="{59AC1DFC-6538-4039-B625-EF0FC9C0D4A9}" dt="2023-11-18T17:13:22.272" v="765" actId="47"/>
        <pc:sldMkLst>
          <pc:docMk/>
          <pc:sldMk cId="0" sldId="272"/>
        </pc:sldMkLst>
      </pc:sldChg>
      <pc:sldChg chg="del">
        <pc:chgData name="Ero Sennin" userId="03426be40f75dd1c" providerId="LiveId" clId="{59AC1DFC-6538-4039-B625-EF0FC9C0D4A9}" dt="2023-11-18T17:13:22.272" v="765" actId="47"/>
        <pc:sldMkLst>
          <pc:docMk/>
          <pc:sldMk cId="0" sldId="273"/>
        </pc:sldMkLst>
      </pc:sldChg>
      <pc:sldChg chg="del">
        <pc:chgData name="Ero Sennin" userId="03426be40f75dd1c" providerId="LiveId" clId="{59AC1DFC-6538-4039-B625-EF0FC9C0D4A9}" dt="2023-11-18T17:13:22.272" v="765" actId="47"/>
        <pc:sldMkLst>
          <pc:docMk/>
          <pc:sldMk cId="0" sldId="274"/>
        </pc:sldMkLst>
      </pc:sldChg>
      <pc:sldChg chg="del">
        <pc:chgData name="Ero Sennin" userId="03426be40f75dd1c" providerId="LiveId" clId="{59AC1DFC-6538-4039-B625-EF0FC9C0D4A9}" dt="2023-11-18T17:13:22.272" v="765" actId="47"/>
        <pc:sldMkLst>
          <pc:docMk/>
          <pc:sldMk cId="0" sldId="275"/>
        </pc:sldMkLst>
      </pc:sldChg>
      <pc:sldChg chg="del">
        <pc:chgData name="Ero Sennin" userId="03426be40f75dd1c" providerId="LiveId" clId="{59AC1DFC-6538-4039-B625-EF0FC9C0D4A9}" dt="2023-11-18T17:13:22.272" v="765" actId="47"/>
        <pc:sldMkLst>
          <pc:docMk/>
          <pc:sldMk cId="0" sldId="276"/>
        </pc:sldMkLst>
      </pc:sldChg>
      <pc:sldChg chg="del">
        <pc:chgData name="Ero Sennin" userId="03426be40f75dd1c" providerId="LiveId" clId="{59AC1DFC-6538-4039-B625-EF0FC9C0D4A9}" dt="2023-11-18T17:13:22.272" v="765" actId="47"/>
        <pc:sldMkLst>
          <pc:docMk/>
          <pc:sldMk cId="0" sldId="277"/>
        </pc:sldMkLst>
      </pc:sldChg>
      <pc:sldChg chg="del">
        <pc:chgData name="Ero Sennin" userId="03426be40f75dd1c" providerId="LiveId" clId="{59AC1DFC-6538-4039-B625-EF0FC9C0D4A9}" dt="2023-11-18T17:13:22.272" v="765" actId="47"/>
        <pc:sldMkLst>
          <pc:docMk/>
          <pc:sldMk cId="0" sldId="278"/>
        </pc:sldMkLst>
      </pc:sldChg>
      <pc:sldChg chg="del">
        <pc:chgData name="Ero Sennin" userId="03426be40f75dd1c" providerId="LiveId" clId="{59AC1DFC-6538-4039-B625-EF0FC9C0D4A9}" dt="2023-11-18T17:13:22.272" v="765" actId="47"/>
        <pc:sldMkLst>
          <pc:docMk/>
          <pc:sldMk cId="0" sldId="279"/>
        </pc:sldMkLst>
      </pc:sldChg>
      <pc:sldChg chg="del">
        <pc:chgData name="Ero Sennin" userId="03426be40f75dd1c" providerId="LiveId" clId="{59AC1DFC-6538-4039-B625-EF0FC9C0D4A9}" dt="2023-11-18T17:13:22.272" v="765" actId="47"/>
        <pc:sldMkLst>
          <pc:docMk/>
          <pc:sldMk cId="0" sldId="280"/>
        </pc:sldMkLst>
      </pc:sldChg>
      <pc:sldChg chg="del">
        <pc:chgData name="Ero Sennin" userId="03426be40f75dd1c" providerId="LiveId" clId="{59AC1DFC-6538-4039-B625-EF0FC9C0D4A9}" dt="2023-11-18T17:13:22.272" v="765" actId="47"/>
        <pc:sldMkLst>
          <pc:docMk/>
          <pc:sldMk cId="0" sldId="281"/>
        </pc:sldMkLst>
      </pc:sldChg>
      <pc:sldChg chg="del">
        <pc:chgData name="Ero Sennin" userId="03426be40f75dd1c" providerId="LiveId" clId="{59AC1DFC-6538-4039-B625-EF0FC9C0D4A9}" dt="2023-11-18T17:13:22.272" v="765" actId="47"/>
        <pc:sldMkLst>
          <pc:docMk/>
          <pc:sldMk cId="0" sldId="282"/>
        </pc:sldMkLst>
      </pc:sldChg>
      <pc:sldChg chg="del">
        <pc:chgData name="Ero Sennin" userId="03426be40f75dd1c" providerId="LiveId" clId="{59AC1DFC-6538-4039-B625-EF0FC9C0D4A9}" dt="2023-11-18T17:13:22.272" v="765" actId="47"/>
        <pc:sldMkLst>
          <pc:docMk/>
          <pc:sldMk cId="0" sldId="283"/>
        </pc:sldMkLst>
      </pc:sldChg>
      <pc:sldChg chg="del">
        <pc:chgData name="Ero Sennin" userId="03426be40f75dd1c" providerId="LiveId" clId="{59AC1DFC-6538-4039-B625-EF0FC9C0D4A9}" dt="2023-11-18T17:13:22.272" v="765" actId="47"/>
        <pc:sldMkLst>
          <pc:docMk/>
          <pc:sldMk cId="0" sldId="284"/>
        </pc:sldMkLst>
      </pc:sldChg>
      <pc:sldChg chg="del">
        <pc:chgData name="Ero Sennin" userId="03426be40f75dd1c" providerId="LiveId" clId="{59AC1DFC-6538-4039-B625-EF0FC9C0D4A9}" dt="2023-11-18T17:13:22.272" v="765" actId="47"/>
        <pc:sldMkLst>
          <pc:docMk/>
          <pc:sldMk cId="0" sldId="285"/>
        </pc:sldMkLst>
      </pc:sldChg>
      <pc:sldChg chg="del">
        <pc:chgData name="Ero Sennin" userId="03426be40f75dd1c" providerId="LiveId" clId="{59AC1DFC-6538-4039-B625-EF0FC9C0D4A9}" dt="2023-11-18T17:13:22.272" v="765" actId="47"/>
        <pc:sldMkLst>
          <pc:docMk/>
          <pc:sldMk cId="0" sldId="286"/>
        </pc:sldMkLst>
      </pc:sldChg>
      <pc:sldChg chg="del">
        <pc:chgData name="Ero Sennin" userId="03426be40f75dd1c" providerId="LiveId" clId="{59AC1DFC-6538-4039-B625-EF0FC9C0D4A9}" dt="2023-11-18T17:13:22.272" v="765" actId="47"/>
        <pc:sldMkLst>
          <pc:docMk/>
          <pc:sldMk cId="0" sldId="287"/>
        </pc:sldMkLst>
      </pc:sldChg>
      <pc:sldChg chg="del">
        <pc:chgData name="Ero Sennin" userId="03426be40f75dd1c" providerId="LiveId" clId="{59AC1DFC-6538-4039-B625-EF0FC9C0D4A9}" dt="2023-11-18T17:13:22.272" v="765" actId="47"/>
        <pc:sldMkLst>
          <pc:docMk/>
          <pc:sldMk cId="0" sldId="288"/>
        </pc:sldMkLst>
      </pc:sldChg>
      <pc:sldChg chg="del">
        <pc:chgData name="Ero Sennin" userId="03426be40f75dd1c" providerId="LiveId" clId="{59AC1DFC-6538-4039-B625-EF0FC9C0D4A9}" dt="2023-11-18T17:13:22.272" v="765" actId="47"/>
        <pc:sldMkLst>
          <pc:docMk/>
          <pc:sldMk cId="0" sldId="289"/>
        </pc:sldMkLst>
      </pc:sldChg>
      <pc:sldChg chg="del">
        <pc:chgData name="Ero Sennin" userId="03426be40f75dd1c" providerId="LiveId" clId="{59AC1DFC-6538-4039-B625-EF0FC9C0D4A9}" dt="2023-11-18T17:13:22.272" v="765" actId="47"/>
        <pc:sldMkLst>
          <pc:docMk/>
          <pc:sldMk cId="0" sldId="290"/>
        </pc:sldMkLst>
      </pc:sldChg>
      <pc:sldChg chg="del">
        <pc:chgData name="Ero Sennin" userId="03426be40f75dd1c" providerId="LiveId" clId="{59AC1DFC-6538-4039-B625-EF0FC9C0D4A9}" dt="2023-11-18T17:13:22.272" v="765" actId="47"/>
        <pc:sldMkLst>
          <pc:docMk/>
          <pc:sldMk cId="0" sldId="291"/>
        </pc:sldMkLst>
      </pc:sldChg>
      <pc:sldChg chg="del">
        <pc:chgData name="Ero Sennin" userId="03426be40f75dd1c" providerId="LiveId" clId="{59AC1DFC-6538-4039-B625-EF0FC9C0D4A9}" dt="2023-11-18T17:13:22.272" v="765" actId="47"/>
        <pc:sldMkLst>
          <pc:docMk/>
          <pc:sldMk cId="0" sldId="292"/>
        </pc:sldMkLst>
      </pc:sldChg>
      <pc:sldChg chg="del">
        <pc:chgData name="Ero Sennin" userId="03426be40f75dd1c" providerId="LiveId" clId="{59AC1DFC-6538-4039-B625-EF0FC9C0D4A9}" dt="2023-11-18T17:13:22.272" v="765" actId="47"/>
        <pc:sldMkLst>
          <pc:docMk/>
          <pc:sldMk cId="0" sldId="293"/>
        </pc:sldMkLst>
      </pc:sldChg>
      <pc:sldChg chg="del">
        <pc:chgData name="Ero Sennin" userId="03426be40f75dd1c" providerId="LiveId" clId="{59AC1DFC-6538-4039-B625-EF0FC9C0D4A9}" dt="2023-11-18T17:13:22.272" v="765" actId="47"/>
        <pc:sldMkLst>
          <pc:docMk/>
          <pc:sldMk cId="0" sldId="294"/>
        </pc:sldMkLst>
      </pc:sldChg>
      <pc:sldChg chg="del">
        <pc:chgData name="Ero Sennin" userId="03426be40f75dd1c" providerId="LiveId" clId="{59AC1DFC-6538-4039-B625-EF0FC9C0D4A9}" dt="2023-11-18T17:13:22.272" v="765" actId="47"/>
        <pc:sldMkLst>
          <pc:docMk/>
          <pc:sldMk cId="0" sldId="295"/>
        </pc:sldMkLst>
      </pc:sldChg>
      <pc:sldChg chg="del">
        <pc:chgData name="Ero Sennin" userId="03426be40f75dd1c" providerId="LiveId" clId="{59AC1DFC-6538-4039-B625-EF0FC9C0D4A9}" dt="2023-11-18T17:13:22.272" v="765" actId="47"/>
        <pc:sldMkLst>
          <pc:docMk/>
          <pc:sldMk cId="0" sldId="296"/>
        </pc:sldMkLst>
      </pc:sldChg>
      <pc:sldChg chg="del">
        <pc:chgData name="Ero Sennin" userId="03426be40f75dd1c" providerId="LiveId" clId="{59AC1DFC-6538-4039-B625-EF0FC9C0D4A9}" dt="2023-11-18T17:13:22.272" v="765" actId="47"/>
        <pc:sldMkLst>
          <pc:docMk/>
          <pc:sldMk cId="0" sldId="297"/>
        </pc:sldMkLst>
      </pc:sldChg>
      <pc:sldChg chg="del">
        <pc:chgData name="Ero Sennin" userId="03426be40f75dd1c" providerId="LiveId" clId="{59AC1DFC-6538-4039-B625-EF0FC9C0D4A9}" dt="2023-11-18T17:13:22.272" v="765" actId="47"/>
        <pc:sldMkLst>
          <pc:docMk/>
          <pc:sldMk cId="0" sldId="298"/>
        </pc:sldMkLst>
      </pc:sldChg>
      <pc:sldChg chg="del">
        <pc:chgData name="Ero Sennin" userId="03426be40f75dd1c" providerId="LiveId" clId="{59AC1DFC-6538-4039-B625-EF0FC9C0D4A9}" dt="2023-11-18T17:13:22.272" v="765" actId="47"/>
        <pc:sldMkLst>
          <pc:docMk/>
          <pc:sldMk cId="0" sldId="299"/>
        </pc:sldMkLst>
      </pc:sldChg>
      <pc:sldChg chg="del">
        <pc:chgData name="Ero Sennin" userId="03426be40f75dd1c" providerId="LiveId" clId="{59AC1DFC-6538-4039-B625-EF0FC9C0D4A9}" dt="2023-11-18T17:13:22.272" v="765" actId="47"/>
        <pc:sldMkLst>
          <pc:docMk/>
          <pc:sldMk cId="0" sldId="300"/>
        </pc:sldMkLst>
      </pc:sldChg>
      <pc:sldChg chg="del">
        <pc:chgData name="Ero Sennin" userId="03426be40f75dd1c" providerId="LiveId" clId="{59AC1DFC-6538-4039-B625-EF0FC9C0D4A9}" dt="2023-11-18T17:13:22.272" v="765" actId="47"/>
        <pc:sldMkLst>
          <pc:docMk/>
          <pc:sldMk cId="0" sldId="301"/>
        </pc:sldMkLst>
      </pc:sldChg>
      <pc:sldChg chg="del">
        <pc:chgData name="Ero Sennin" userId="03426be40f75dd1c" providerId="LiveId" clId="{59AC1DFC-6538-4039-B625-EF0FC9C0D4A9}" dt="2023-11-18T17:13:22.272" v="765" actId="47"/>
        <pc:sldMkLst>
          <pc:docMk/>
          <pc:sldMk cId="0" sldId="302"/>
        </pc:sldMkLst>
      </pc:sldChg>
      <pc:sldChg chg="del">
        <pc:chgData name="Ero Sennin" userId="03426be40f75dd1c" providerId="LiveId" clId="{59AC1DFC-6538-4039-B625-EF0FC9C0D4A9}" dt="2023-11-18T17:13:22.272" v="765" actId="47"/>
        <pc:sldMkLst>
          <pc:docMk/>
          <pc:sldMk cId="0" sldId="303"/>
        </pc:sldMkLst>
      </pc:sldChg>
      <pc:sldChg chg="del">
        <pc:chgData name="Ero Sennin" userId="03426be40f75dd1c" providerId="LiveId" clId="{59AC1DFC-6538-4039-B625-EF0FC9C0D4A9}" dt="2023-11-18T17:13:22.272" v="765" actId="47"/>
        <pc:sldMkLst>
          <pc:docMk/>
          <pc:sldMk cId="0" sldId="304"/>
        </pc:sldMkLst>
      </pc:sldChg>
      <pc:sldChg chg="del">
        <pc:chgData name="Ero Sennin" userId="03426be40f75dd1c" providerId="LiveId" clId="{59AC1DFC-6538-4039-B625-EF0FC9C0D4A9}" dt="2023-11-18T17:13:22.272" v="765" actId="47"/>
        <pc:sldMkLst>
          <pc:docMk/>
          <pc:sldMk cId="0" sldId="305"/>
        </pc:sldMkLst>
      </pc:sldChg>
      <pc:sldChg chg="del">
        <pc:chgData name="Ero Sennin" userId="03426be40f75dd1c" providerId="LiveId" clId="{59AC1DFC-6538-4039-B625-EF0FC9C0D4A9}" dt="2023-11-18T17:13:22.272" v="765" actId="47"/>
        <pc:sldMkLst>
          <pc:docMk/>
          <pc:sldMk cId="0" sldId="306"/>
        </pc:sldMkLst>
      </pc:sldChg>
      <pc:sldChg chg="del">
        <pc:chgData name="Ero Sennin" userId="03426be40f75dd1c" providerId="LiveId" clId="{59AC1DFC-6538-4039-B625-EF0FC9C0D4A9}" dt="2023-11-18T17:13:22.272" v="765" actId="47"/>
        <pc:sldMkLst>
          <pc:docMk/>
          <pc:sldMk cId="0" sldId="307"/>
        </pc:sldMkLst>
      </pc:sldChg>
      <pc:sldChg chg="del">
        <pc:chgData name="Ero Sennin" userId="03426be40f75dd1c" providerId="LiveId" clId="{59AC1DFC-6538-4039-B625-EF0FC9C0D4A9}" dt="2023-11-18T17:13:22.272" v="765" actId="47"/>
        <pc:sldMkLst>
          <pc:docMk/>
          <pc:sldMk cId="0" sldId="308"/>
        </pc:sldMkLst>
      </pc:sldChg>
      <pc:sldChg chg="del">
        <pc:chgData name="Ero Sennin" userId="03426be40f75dd1c" providerId="LiveId" clId="{59AC1DFC-6538-4039-B625-EF0FC9C0D4A9}" dt="2023-11-18T17:13:22.272" v="765" actId="47"/>
        <pc:sldMkLst>
          <pc:docMk/>
          <pc:sldMk cId="0" sldId="309"/>
        </pc:sldMkLst>
      </pc:sldChg>
      <pc:sldChg chg="del">
        <pc:chgData name="Ero Sennin" userId="03426be40f75dd1c" providerId="LiveId" clId="{59AC1DFC-6538-4039-B625-EF0FC9C0D4A9}" dt="2023-11-18T17:13:22.272" v="765" actId="47"/>
        <pc:sldMkLst>
          <pc:docMk/>
          <pc:sldMk cId="0" sldId="310"/>
        </pc:sldMkLst>
      </pc:sldChg>
      <pc:sldChg chg="del">
        <pc:chgData name="Ero Sennin" userId="03426be40f75dd1c" providerId="LiveId" clId="{59AC1DFC-6538-4039-B625-EF0FC9C0D4A9}" dt="2023-11-18T17:13:22.272" v="765" actId="47"/>
        <pc:sldMkLst>
          <pc:docMk/>
          <pc:sldMk cId="0" sldId="311"/>
        </pc:sldMkLst>
      </pc:sldChg>
      <pc:sldChg chg="del">
        <pc:chgData name="Ero Sennin" userId="03426be40f75dd1c" providerId="LiveId" clId="{59AC1DFC-6538-4039-B625-EF0FC9C0D4A9}" dt="2023-11-18T17:13:22.272" v="765" actId="47"/>
        <pc:sldMkLst>
          <pc:docMk/>
          <pc:sldMk cId="0" sldId="312"/>
        </pc:sldMkLst>
      </pc:sldChg>
      <pc:sldChg chg="del">
        <pc:chgData name="Ero Sennin" userId="03426be40f75dd1c" providerId="LiveId" clId="{59AC1DFC-6538-4039-B625-EF0FC9C0D4A9}" dt="2023-11-18T17:13:22.272" v="765" actId="47"/>
        <pc:sldMkLst>
          <pc:docMk/>
          <pc:sldMk cId="0" sldId="313"/>
        </pc:sldMkLst>
      </pc:sldChg>
      <pc:sldChg chg="del">
        <pc:chgData name="Ero Sennin" userId="03426be40f75dd1c" providerId="LiveId" clId="{59AC1DFC-6538-4039-B625-EF0FC9C0D4A9}" dt="2023-11-18T17:13:22.272" v="765" actId="47"/>
        <pc:sldMkLst>
          <pc:docMk/>
          <pc:sldMk cId="0" sldId="314"/>
        </pc:sldMkLst>
      </pc:sldChg>
      <pc:sldChg chg="del">
        <pc:chgData name="Ero Sennin" userId="03426be40f75dd1c" providerId="LiveId" clId="{59AC1DFC-6538-4039-B625-EF0FC9C0D4A9}" dt="2023-11-18T17:13:22.272" v="765" actId="47"/>
        <pc:sldMkLst>
          <pc:docMk/>
          <pc:sldMk cId="0" sldId="315"/>
        </pc:sldMkLst>
      </pc:sldChg>
      <pc:sldChg chg="del">
        <pc:chgData name="Ero Sennin" userId="03426be40f75dd1c" providerId="LiveId" clId="{59AC1DFC-6538-4039-B625-EF0FC9C0D4A9}" dt="2023-11-18T17:13:22.272" v="765" actId="47"/>
        <pc:sldMkLst>
          <pc:docMk/>
          <pc:sldMk cId="0" sldId="316"/>
        </pc:sldMkLst>
      </pc:sldChg>
      <pc:sldChg chg="del">
        <pc:chgData name="Ero Sennin" userId="03426be40f75dd1c" providerId="LiveId" clId="{59AC1DFC-6538-4039-B625-EF0FC9C0D4A9}" dt="2023-11-18T17:13:22.272" v="765" actId="47"/>
        <pc:sldMkLst>
          <pc:docMk/>
          <pc:sldMk cId="0" sldId="317"/>
        </pc:sldMkLst>
      </pc:sldChg>
      <pc:sldChg chg="del">
        <pc:chgData name="Ero Sennin" userId="03426be40f75dd1c" providerId="LiveId" clId="{59AC1DFC-6538-4039-B625-EF0FC9C0D4A9}" dt="2023-11-18T17:13:22.272" v="765" actId="47"/>
        <pc:sldMkLst>
          <pc:docMk/>
          <pc:sldMk cId="0" sldId="318"/>
        </pc:sldMkLst>
      </pc:sldChg>
      <pc:sldChg chg="del">
        <pc:chgData name="Ero Sennin" userId="03426be40f75dd1c" providerId="LiveId" clId="{59AC1DFC-6538-4039-B625-EF0FC9C0D4A9}" dt="2023-11-18T17:13:22.272" v="765" actId="47"/>
        <pc:sldMkLst>
          <pc:docMk/>
          <pc:sldMk cId="0" sldId="319"/>
        </pc:sldMkLst>
      </pc:sldChg>
      <pc:sldChg chg="del">
        <pc:chgData name="Ero Sennin" userId="03426be40f75dd1c" providerId="LiveId" clId="{59AC1DFC-6538-4039-B625-EF0FC9C0D4A9}" dt="2023-11-18T17:13:22.272" v="765" actId="47"/>
        <pc:sldMkLst>
          <pc:docMk/>
          <pc:sldMk cId="0" sldId="320"/>
        </pc:sldMkLst>
      </pc:sldChg>
      <pc:sldChg chg="del">
        <pc:chgData name="Ero Sennin" userId="03426be40f75dd1c" providerId="LiveId" clId="{59AC1DFC-6538-4039-B625-EF0FC9C0D4A9}" dt="2023-11-18T17:13:22.272" v="765" actId="47"/>
        <pc:sldMkLst>
          <pc:docMk/>
          <pc:sldMk cId="0" sldId="321"/>
        </pc:sldMkLst>
      </pc:sldChg>
      <pc:sldChg chg="del">
        <pc:chgData name="Ero Sennin" userId="03426be40f75dd1c" providerId="LiveId" clId="{59AC1DFC-6538-4039-B625-EF0FC9C0D4A9}" dt="2023-11-18T17:13:22.272" v="765" actId="47"/>
        <pc:sldMkLst>
          <pc:docMk/>
          <pc:sldMk cId="0" sldId="322"/>
        </pc:sldMkLst>
      </pc:sldChg>
      <pc:sldChg chg="del">
        <pc:chgData name="Ero Sennin" userId="03426be40f75dd1c" providerId="LiveId" clId="{59AC1DFC-6538-4039-B625-EF0FC9C0D4A9}" dt="2023-11-18T17:13:22.272" v="765" actId="47"/>
        <pc:sldMkLst>
          <pc:docMk/>
          <pc:sldMk cId="0" sldId="323"/>
        </pc:sldMkLst>
      </pc:sldChg>
      <pc:sldChg chg="del">
        <pc:chgData name="Ero Sennin" userId="03426be40f75dd1c" providerId="LiveId" clId="{59AC1DFC-6538-4039-B625-EF0FC9C0D4A9}" dt="2023-11-18T17:13:22.272" v="765" actId="47"/>
        <pc:sldMkLst>
          <pc:docMk/>
          <pc:sldMk cId="0" sldId="324"/>
        </pc:sldMkLst>
      </pc:sldChg>
      <pc:sldChg chg="del">
        <pc:chgData name="Ero Sennin" userId="03426be40f75dd1c" providerId="LiveId" clId="{59AC1DFC-6538-4039-B625-EF0FC9C0D4A9}" dt="2023-11-18T17:13:22.272" v="765" actId="47"/>
        <pc:sldMkLst>
          <pc:docMk/>
          <pc:sldMk cId="0" sldId="325"/>
        </pc:sldMkLst>
      </pc:sldChg>
      <pc:sldChg chg="del">
        <pc:chgData name="Ero Sennin" userId="03426be40f75dd1c" providerId="LiveId" clId="{59AC1DFC-6538-4039-B625-EF0FC9C0D4A9}" dt="2023-11-18T17:13:22.272" v="765" actId="47"/>
        <pc:sldMkLst>
          <pc:docMk/>
          <pc:sldMk cId="0" sldId="326"/>
        </pc:sldMkLst>
      </pc:sldChg>
      <pc:sldChg chg="del">
        <pc:chgData name="Ero Sennin" userId="03426be40f75dd1c" providerId="LiveId" clId="{59AC1DFC-6538-4039-B625-EF0FC9C0D4A9}" dt="2023-11-18T17:13:22.272" v="765" actId="47"/>
        <pc:sldMkLst>
          <pc:docMk/>
          <pc:sldMk cId="0" sldId="327"/>
        </pc:sldMkLst>
      </pc:sldChg>
      <pc:sldChg chg="del">
        <pc:chgData name="Ero Sennin" userId="03426be40f75dd1c" providerId="LiveId" clId="{59AC1DFC-6538-4039-B625-EF0FC9C0D4A9}" dt="2023-11-18T17:13:22.272" v="765" actId="47"/>
        <pc:sldMkLst>
          <pc:docMk/>
          <pc:sldMk cId="0" sldId="328"/>
        </pc:sldMkLst>
      </pc:sldChg>
      <pc:sldChg chg="del">
        <pc:chgData name="Ero Sennin" userId="03426be40f75dd1c" providerId="LiveId" clId="{59AC1DFC-6538-4039-B625-EF0FC9C0D4A9}" dt="2023-11-18T17:13:22.272" v="765" actId="47"/>
        <pc:sldMkLst>
          <pc:docMk/>
          <pc:sldMk cId="0" sldId="329"/>
        </pc:sldMkLst>
      </pc:sldChg>
      <pc:sldChg chg="del">
        <pc:chgData name="Ero Sennin" userId="03426be40f75dd1c" providerId="LiveId" clId="{59AC1DFC-6538-4039-B625-EF0FC9C0D4A9}" dt="2023-11-18T17:14:28.804" v="767" actId="47"/>
        <pc:sldMkLst>
          <pc:docMk/>
          <pc:sldMk cId="0" sldId="330"/>
        </pc:sldMkLst>
      </pc:sldChg>
      <pc:sldChg chg="new del">
        <pc:chgData name="Ero Sennin" userId="03426be40f75dd1c" providerId="LiveId" clId="{59AC1DFC-6538-4039-B625-EF0FC9C0D4A9}" dt="2023-11-18T15:27:26.347" v="230" actId="47"/>
        <pc:sldMkLst>
          <pc:docMk/>
          <pc:sldMk cId="222447800" sldId="331"/>
        </pc:sldMkLst>
      </pc:sldChg>
      <pc:sldChg chg="addSp delSp modSp new mod ord setBg modShow">
        <pc:chgData name="Ero Sennin" userId="03426be40f75dd1c" providerId="LiveId" clId="{59AC1DFC-6538-4039-B625-EF0FC9C0D4A9}" dt="2023-11-18T16:29:23.497" v="645" actId="729"/>
        <pc:sldMkLst>
          <pc:docMk/>
          <pc:sldMk cId="1909956528" sldId="331"/>
        </pc:sldMkLst>
        <pc:spChg chg="del">
          <ac:chgData name="Ero Sennin" userId="03426be40f75dd1c" providerId="LiveId" clId="{59AC1DFC-6538-4039-B625-EF0FC9C0D4A9}" dt="2023-11-18T15:38:53.571" v="234" actId="478"/>
          <ac:spMkLst>
            <pc:docMk/>
            <pc:sldMk cId="1909956528" sldId="331"/>
            <ac:spMk id="2" creationId="{D38A0210-C9DA-1AB6-2CDE-33860E092688}"/>
          </ac:spMkLst>
        </pc:spChg>
        <pc:spChg chg="add del mod">
          <ac:chgData name="Ero Sennin" userId="03426be40f75dd1c" providerId="LiveId" clId="{59AC1DFC-6538-4039-B625-EF0FC9C0D4A9}" dt="2023-11-18T15:42:32.216" v="303" actId="478"/>
          <ac:spMkLst>
            <pc:docMk/>
            <pc:sldMk cId="1909956528" sldId="331"/>
            <ac:spMk id="4" creationId="{EB36F7DD-CDB7-2C65-BCE0-D40070DA3FCD}"/>
          </ac:spMkLst>
        </pc:spChg>
        <pc:spChg chg="add mod">
          <ac:chgData name="Ero Sennin" userId="03426be40f75dd1c" providerId="LiveId" clId="{59AC1DFC-6538-4039-B625-EF0FC9C0D4A9}" dt="2023-11-18T15:42:14.885" v="299" actId="1076"/>
          <ac:spMkLst>
            <pc:docMk/>
            <pc:sldMk cId="1909956528" sldId="331"/>
            <ac:spMk id="6" creationId="{52BDBAC3-67AD-4A97-7850-28F18722F0B1}"/>
          </ac:spMkLst>
        </pc:spChg>
        <pc:spChg chg="add del mod">
          <ac:chgData name="Ero Sennin" userId="03426be40f75dd1c" providerId="LiveId" clId="{59AC1DFC-6538-4039-B625-EF0FC9C0D4A9}" dt="2023-11-18T15:42:30.665" v="302"/>
          <ac:spMkLst>
            <pc:docMk/>
            <pc:sldMk cId="1909956528" sldId="331"/>
            <ac:spMk id="7" creationId="{1FEBF161-9BE4-8605-2202-A0496952536B}"/>
          </ac:spMkLst>
        </pc:spChg>
        <pc:spChg chg="add mod">
          <ac:chgData name="Ero Sennin" userId="03426be40f75dd1c" providerId="LiveId" clId="{59AC1DFC-6538-4039-B625-EF0FC9C0D4A9}" dt="2023-11-18T16:07:18.834" v="533" actId="404"/>
          <ac:spMkLst>
            <pc:docMk/>
            <pc:sldMk cId="1909956528" sldId="331"/>
            <ac:spMk id="8" creationId="{6CF85C25-FECF-02E7-8B5D-63C724E2B28B}"/>
          </ac:spMkLst>
        </pc:spChg>
        <pc:spChg chg="add">
          <ac:chgData name="Ero Sennin" userId="03426be40f75dd1c" providerId="LiveId" clId="{59AC1DFC-6538-4039-B625-EF0FC9C0D4A9}" dt="2023-11-18T15:40:44.222" v="269" actId="26606"/>
          <ac:spMkLst>
            <pc:docMk/>
            <pc:sldMk cId="1909956528" sldId="331"/>
            <ac:spMk id="10" creationId="{870A1295-61BC-4214-AA3E-D396673024D0}"/>
          </ac:spMkLst>
        </pc:spChg>
        <pc:grpChg chg="add">
          <ac:chgData name="Ero Sennin" userId="03426be40f75dd1c" providerId="LiveId" clId="{59AC1DFC-6538-4039-B625-EF0FC9C0D4A9}" dt="2023-11-18T15:40:44.222" v="269" actId="26606"/>
          <ac:grpSpMkLst>
            <pc:docMk/>
            <pc:sldMk cId="1909956528" sldId="331"/>
            <ac:grpSpMk id="12" creationId="{0B139475-2B26-4CA9-9413-DE741E49F7BB}"/>
          </ac:grpSpMkLst>
        </pc:grpChg>
        <pc:picChg chg="add mod">
          <ac:chgData name="Ero Sennin" userId="03426be40f75dd1c" providerId="LiveId" clId="{59AC1DFC-6538-4039-B625-EF0FC9C0D4A9}" dt="2023-11-18T15:42:49.033" v="311" actId="14100"/>
          <ac:picMkLst>
            <pc:docMk/>
            <pc:sldMk cId="1909956528" sldId="331"/>
            <ac:picMk id="5" creationId="{A9B5D548-0AEB-B038-A729-DB2AC0FFECF5}"/>
          </ac:picMkLst>
        </pc:picChg>
        <pc:picChg chg="add mod">
          <ac:chgData name="Ero Sennin" userId="03426be40f75dd1c" providerId="LiveId" clId="{59AC1DFC-6538-4039-B625-EF0FC9C0D4A9}" dt="2023-11-18T15:58:51.960" v="488"/>
          <ac:picMkLst>
            <pc:docMk/>
            <pc:sldMk cId="1909956528" sldId="331"/>
            <ac:picMk id="9" creationId="{052C2FDB-C94D-AB7D-702F-49B6289B816C}"/>
          </ac:picMkLst>
        </pc:picChg>
      </pc:sldChg>
      <pc:sldChg chg="addSp delSp modSp add mod">
        <pc:chgData name="Ero Sennin" userId="03426be40f75dd1c" providerId="LiveId" clId="{59AC1DFC-6538-4039-B625-EF0FC9C0D4A9}" dt="2023-11-18T16:07:14.689" v="532" actId="404"/>
        <pc:sldMkLst>
          <pc:docMk/>
          <pc:sldMk cId="265992425" sldId="332"/>
        </pc:sldMkLst>
        <pc:spChg chg="add del mod">
          <ac:chgData name="Ero Sennin" userId="03426be40f75dd1c" providerId="LiveId" clId="{59AC1DFC-6538-4039-B625-EF0FC9C0D4A9}" dt="2023-11-18T15:46:41.331" v="361" actId="767"/>
          <ac:spMkLst>
            <pc:docMk/>
            <pc:sldMk cId="265992425" sldId="332"/>
            <ac:spMk id="2" creationId="{0D98DAC1-81D1-2E91-97CC-A747778DCE30}"/>
          </ac:spMkLst>
        </pc:spChg>
        <pc:spChg chg="add del mod">
          <ac:chgData name="Ero Sennin" userId="03426be40f75dd1c" providerId="LiveId" clId="{59AC1DFC-6538-4039-B625-EF0FC9C0D4A9}" dt="2023-11-18T15:48:36.250" v="415" actId="21"/>
          <ac:spMkLst>
            <pc:docMk/>
            <pc:sldMk cId="265992425" sldId="332"/>
            <ac:spMk id="3" creationId="{08CD2B2F-5EC3-1116-D8B2-1E5450F0B862}"/>
          </ac:spMkLst>
        </pc:spChg>
        <pc:spChg chg="mod">
          <ac:chgData name="Ero Sennin" userId="03426be40f75dd1c" providerId="LiveId" clId="{59AC1DFC-6538-4039-B625-EF0FC9C0D4A9}" dt="2023-11-18T16:07:14.689" v="532" actId="404"/>
          <ac:spMkLst>
            <pc:docMk/>
            <pc:sldMk cId="265992425" sldId="332"/>
            <ac:spMk id="8" creationId="{6CF85C25-FECF-02E7-8B5D-63C724E2B28B}"/>
          </ac:spMkLst>
        </pc:spChg>
        <pc:picChg chg="add mod">
          <ac:chgData name="Ero Sennin" userId="03426be40f75dd1c" providerId="LiveId" clId="{59AC1DFC-6538-4039-B625-EF0FC9C0D4A9}" dt="2023-11-18T15:58:53.051" v="489"/>
          <ac:picMkLst>
            <pc:docMk/>
            <pc:sldMk cId="265992425" sldId="332"/>
            <ac:picMk id="4" creationId="{21358416-46E9-821B-EE05-32D56334ADFF}"/>
          </ac:picMkLst>
        </pc:picChg>
      </pc:sldChg>
      <pc:sldChg chg="addSp delSp modSp add mod">
        <pc:chgData name="Ero Sennin" userId="03426be40f75dd1c" providerId="LiveId" clId="{59AC1DFC-6538-4039-B625-EF0FC9C0D4A9}" dt="2023-11-18T16:07:11.504" v="531" actId="404"/>
        <pc:sldMkLst>
          <pc:docMk/>
          <pc:sldMk cId="3161217611" sldId="333"/>
        </pc:sldMkLst>
        <pc:spChg chg="add del mod">
          <ac:chgData name="Ero Sennin" userId="03426be40f75dd1c" providerId="LiveId" clId="{59AC1DFC-6538-4039-B625-EF0FC9C0D4A9}" dt="2023-11-18T15:48:47.868" v="418"/>
          <ac:spMkLst>
            <pc:docMk/>
            <pc:sldMk cId="3161217611" sldId="333"/>
            <ac:spMk id="2" creationId="{65A2E775-C12C-9A36-02E3-5157A5CC7249}"/>
          </ac:spMkLst>
        </pc:spChg>
        <pc:spChg chg="mod">
          <ac:chgData name="Ero Sennin" userId="03426be40f75dd1c" providerId="LiveId" clId="{59AC1DFC-6538-4039-B625-EF0FC9C0D4A9}" dt="2023-11-18T16:07:11.504" v="531" actId="404"/>
          <ac:spMkLst>
            <pc:docMk/>
            <pc:sldMk cId="3161217611" sldId="333"/>
            <ac:spMk id="8" creationId="{6CF85C25-FECF-02E7-8B5D-63C724E2B28B}"/>
          </ac:spMkLst>
        </pc:spChg>
        <pc:picChg chg="add mod">
          <ac:chgData name="Ero Sennin" userId="03426be40f75dd1c" providerId="LiveId" clId="{59AC1DFC-6538-4039-B625-EF0FC9C0D4A9}" dt="2023-11-18T15:58:55.488" v="490"/>
          <ac:picMkLst>
            <pc:docMk/>
            <pc:sldMk cId="3161217611" sldId="333"/>
            <ac:picMk id="3" creationId="{F6EFE7AE-07BC-655F-FFF0-573D3DD52271}"/>
          </ac:picMkLst>
        </pc:picChg>
      </pc:sldChg>
      <pc:sldChg chg="addSp modSp add mod">
        <pc:chgData name="Ero Sennin" userId="03426be40f75dd1c" providerId="LiveId" clId="{59AC1DFC-6538-4039-B625-EF0FC9C0D4A9}" dt="2023-11-18T16:07:05.285" v="530" actId="404"/>
        <pc:sldMkLst>
          <pc:docMk/>
          <pc:sldMk cId="2794045480" sldId="334"/>
        </pc:sldMkLst>
        <pc:spChg chg="mod">
          <ac:chgData name="Ero Sennin" userId="03426be40f75dd1c" providerId="LiveId" clId="{59AC1DFC-6538-4039-B625-EF0FC9C0D4A9}" dt="2023-11-18T15:52:08.216" v="438" actId="14100"/>
          <ac:spMkLst>
            <pc:docMk/>
            <pc:sldMk cId="2794045480" sldId="334"/>
            <ac:spMk id="6" creationId="{52BDBAC3-67AD-4A97-7850-28F18722F0B1}"/>
          </ac:spMkLst>
        </pc:spChg>
        <pc:spChg chg="mod">
          <ac:chgData name="Ero Sennin" userId="03426be40f75dd1c" providerId="LiveId" clId="{59AC1DFC-6538-4039-B625-EF0FC9C0D4A9}" dt="2023-11-18T16:07:05.285" v="530" actId="404"/>
          <ac:spMkLst>
            <pc:docMk/>
            <pc:sldMk cId="2794045480" sldId="334"/>
            <ac:spMk id="8" creationId="{6CF85C25-FECF-02E7-8B5D-63C724E2B28B}"/>
          </ac:spMkLst>
        </pc:spChg>
        <pc:picChg chg="add mod">
          <ac:chgData name="Ero Sennin" userId="03426be40f75dd1c" providerId="LiveId" clId="{59AC1DFC-6538-4039-B625-EF0FC9C0D4A9}" dt="2023-11-18T15:58:57.260" v="491"/>
          <ac:picMkLst>
            <pc:docMk/>
            <pc:sldMk cId="2794045480" sldId="334"/>
            <ac:picMk id="2" creationId="{5027EC5C-F179-6158-F76D-23039B81DE14}"/>
          </ac:picMkLst>
        </pc:picChg>
      </pc:sldChg>
      <pc:sldChg chg="addSp modSp add mod">
        <pc:chgData name="Ero Sennin" userId="03426be40f75dd1c" providerId="LiveId" clId="{59AC1DFC-6538-4039-B625-EF0FC9C0D4A9}" dt="2023-11-18T16:06:57.957" v="527" actId="404"/>
        <pc:sldMkLst>
          <pc:docMk/>
          <pc:sldMk cId="4204554352" sldId="335"/>
        </pc:sldMkLst>
        <pc:spChg chg="mod">
          <ac:chgData name="Ero Sennin" userId="03426be40f75dd1c" providerId="LiveId" clId="{59AC1DFC-6538-4039-B625-EF0FC9C0D4A9}" dt="2023-11-18T15:57:24.748" v="477" actId="14100"/>
          <ac:spMkLst>
            <pc:docMk/>
            <pc:sldMk cId="4204554352" sldId="335"/>
            <ac:spMk id="6" creationId="{52BDBAC3-67AD-4A97-7850-28F18722F0B1}"/>
          </ac:spMkLst>
        </pc:spChg>
        <pc:spChg chg="mod">
          <ac:chgData name="Ero Sennin" userId="03426be40f75dd1c" providerId="LiveId" clId="{59AC1DFC-6538-4039-B625-EF0FC9C0D4A9}" dt="2023-11-18T16:06:57.957" v="527" actId="404"/>
          <ac:spMkLst>
            <pc:docMk/>
            <pc:sldMk cId="4204554352" sldId="335"/>
            <ac:spMk id="8" creationId="{6CF85C25-FECF-02E7-8B5D-63C724E2B28B}"/>
          </ac:spMkLst>
        </pc:spChg>
        <pc:picChg chg="add mod">
          <ac:chgData name="Ero Sennin" userId="03426be40f75dd1c" providerId="LiveId" clId="{59AC1DFC-6538-4039-B625-EF0FC9C0D4A9}" dt="2023-11-18T15:58:57.982" v="492"/>
          <ac:picMkLst>
            <pc:docMk/>
            <pc:sldMk cId="4204554352" sldId="335"/>
            <ac:picMk id="2" creationId="{F3FC9FF9-5BA8-97F9-C403-E0D002BF5C8C}"/>
          </ac:picMkLst>
        </pc:picChg>
      </pc:sldChg>
      <pc:sldChg chg="modSp add mod">
        <pc:chgData name="Ero Sennin" userId="03426be40f75dd1c" providerId="LiveId" clId="{59AC1DFC-6538-4039-B625-EF0FC9C0D4A9}" dt="2023-11-18T16:06:50.035" v="524" actId="113"/>
        <pc:sldMkLst>
          <pc:docMk/>
          <pc:sldMk cId="1789055924" sldId="336"/>
        </pc:sldMkLst>
        <pc:spChg chg="mod">
          <ac:chgData name="Ero Sennin" userId="03426be40f75dd1c" providerId="LiveId" clId="{59AC1DFC-6538-4039-B625-EF0FC9C0D4A9}" dt="2023-11-18T16:06:50.035" v="524" actId="113"/>
          <ac:spMkLst>
            <pc:docMk/>
            <pc:sldMk cId="1789055924" sldId="336"/>
            <ac:spMk id="8" creationId="{6CF85C25-FECF-02E7-8B5D-63C724E2B28B}"/>
          </ac:spMkLst>
        </pc:spChg>
      </pc:sldChg>
      <pc:sldChg chg="modSp add mod">
        <pc:chgData name="Ero Sennin" userId="03426be40f75dd1c" providerId="LiveId" clId="{59AC1DFC-6538-4039-B625-EF0FC9C0D4A9}" dt="2023-11-18T16:08:20.149" v="544" actId="113"/>
        <pc:sldMkLst>
          <pc:docMk/>
          <pc:sldMk cId="2941605581" sldId="337"/>
        </pc:sldMkLst>
        <pc:spChg chg="mod">
          <ac:chgData name="Ero Sennin" userId="03426be40f75dd1c" providerId="LiveId" clId="{59AC1DFC-6538-4039-B625-EF0FC9C0D4A9}" dt="2023-11-18T16:08:20.149" v="544" actId="113"/>
          <ac:spMkLst>
            <pc:docMk/>
            <pc:sldMk cId="2941605581" sldId="337"/>
            <ac:spMk id="8" creationId="{6CF85C25-FECF-02E7-8B5D-63C724E2B28B}"/>
          </ac:spMkLst>
        </pc:spChg>
      </pc:sldChg>
      <pc:sldChg chg="new del ord">
        <pc:chgData name="Ero Sennin" userId="03426be40f75dd1c" providerId="LiveId" clId="{59AC1DFC-6538-4039-B625-EF0FC9C0D4A9}" dt="2023-11-18T17:13:23.593" v="766" actId="47"/>
        <pc:sldMkLst>
          <pc:docMk/>
          <pc:sldMk cId="2513340953" sldId="338"/>
        </pc:sldMkLst>
      </pc:sldChg>
      <pc:sldChg chg="modSp add mod">
        <pc:chgData name="Ero Sennin" userId="03426be40f75dd1c" providerId="LiveId" clId="{59AC1DFC-6538-4039-B625-EF0FC9C0D4A9}" dt="2023-11-18T16:09:53.170" v="553" actId="113"/>
        <pc:sldMkLst>
          <pc:docMk/>
          <pc:sldMk cId="3117361790" sldId="339"/>
        </pc:sldMkLst>
        <pc:spChg chg="mod">
          <ac:chgData name="Ero Sennin" userId="03426be40f75dd1c" providerId="LiveId" clId="{59AC1DFC-6538-4039-B625-EF0FC9C0D4A9}" dt="2023-11-18T16:09:53.170" v="553" actId="113"/>
          <ac:spMkLst>
            <pc:docMk/>
            <pc:sldMk cId="3117361790" sldId="339"/>
            <ac:spMk id="8" creationId="{6CF85C25-FECF-02E7-8B5D-63C724E2B28B}"/>
          </ac:spMkLst>
        </pc:spChg>
      </pc:sldChg>
      <pc:sldChg chg="modSp add mod">
        <pc:chgData name="Ero Sennin" userId="03426be40f75dd1c" providerId="LiveId" clId="{59AC1DFC-6538-4039-B625-EF0FC9C0D4A9}" dt="2023-11-18T16:10:34.758" v="567" actId="113"/>
        <pc:sldMkLst>
          <pc:docMk/>
          <pc:sldMk cId="379817075" sldId="340"/>
        </pc:sldMkLst>
        <pc:spChg chg="mod">
          <ac:chgData name="Ero Sennin" userId="03426be40f75dd1c" providerId="LiveId" clId="{59AC1DFC-6538-4039-B625-EF0FC9C0D4A9}" dt="2023-11-18T16:10:34.758" v="567" actId="113"/>
          <ac:spMkLst>
            <pc:docMk/>
            <pc:sldMk cId="379817075" sldId="340"/>
            <ac:spMk id="8" creationId="{6CF85C25-FECF-02E7-8B5D-63C724E2B28B}"/>
          </ac:spMkLst>
        </pc:spChg>
      </pc:sldChg>
      <pc:sldChg chg="new del">
        <pc:chgData name="Ero Sennin" userId="03426be40f75dd1c" providerId="LiveId" clId="{59AC1DFC-6538-4039-B625-EF0FC9C0D4A9}" dt="2023-11-18T16:10:03.261" v="555" actId="47"/>
        <pc:sldMkLst>
          <pc:docMk/>
          <pc:sldMk cId="3467547685" sldId="340"/>
        </pc:sldMkLst>
      </pc:sldChg>
      <pc:sldChg chg="modSp add mod">
        <pc:chgData name="Ero Sennin" userId="03426be40f75dd1c" providerId="LiveId" clId="{59AC1DFC-6538-4039-B625-EF0FC9C0D4A9}" dt="2023-11-18T16:11:19.057" v="575" actId="113"/>
        <pc:sldMkLst>
          <pc:docMk/>
          <pc:sldMk cId="424304537" sldId="341"/>
        </pc:sldMkLst>
        <pc:spChg chg="mod">
          <ac:chgData name="Ero Sennin" userId="03426be40f75dd1c" providerId="LiveId" clId="{59AC1DFC-6538-4039-B625-EF0FC9C0D4A9}" dt="2023-11-18T16:11:19.057" v="575" actId="113"/>
          <ac:spMkLst>
            <pc:docMk/>
            <pc:sldMk cId="424304537" sldId="341"/>
            <ac:spMk id="8" creationId="{6CF85C25-FECF-02E7-8B5D-63C724E2B28B}"/>
          </ac:spMkLst>
        </pc:spChg>
      </pc:sldChg>
      <pc:sldChg chg="modSp add mod">
        <pc:chgData name="Ero Sennin" userId="03426be40f75dd1c" providerId="LiveId" clId="{59AC1DFC-6538-4039-B625-EF0FC9C0D4A9}" dt="2023-11-18T16:14:35.164" v="592" actId="20577"/>
        <pc:sldMkLst>
          <pc:docMk/>
          <pc:sldMk cId="2187594355" sldId="342"/>
        </pc:sldMkLst>
        <pc:spChg chg="mod">
          <ac:chgData name="Ero Sennin" userId="03426be40f75dd1c" providerId="LiveId" clId="{59AC1DFC-6538-4039-B625-EF0FC9C0D4A9}" dt="2023-11-18T16:13:35.202" v="578"/>
          <ac:spMkLst>
            <pc:docMk/>
            <pc:sldMk cId="2187594355" sldId="342"/>
            <ac:spMk id="6" creationId="{52BDBAC3-67AD-4A97-7850-28F18722F0B1}"/>
          </ac:spMkLst>
        </pc:spChg>
        <pc:spChg chg="mod">
          <ac:chgData name="Ero Sennin" userId="03426be40f75dd1c" providerId="LiveId" clId="{59AC1DFC-6538-4039-B625-EF0FC9C0D4A9}" dt="2023-11-18T16:14:35.164" v="592" actId="20577"/>
          <ac:spMkLst>
            <pc:docMk/>
            <pc:sldMk cId="2187594355" sldId="342"/>
            <ac:spMk id="8" creationId="{6CF85C25-FECF-02E7-8B5D-63C724E2B28B}"/>
          </ac:spMkLst>
        </pc:spChg>
      </pc:sldChg>
      <pc:sldChg chg="modSp add mod">
        <pc:chgData name="Ero Sennin" userId="03426be40f75dd1c" providerId="LiveId" clId="{59AC1DFC-6538-4039-B625-EF0FC9C0D4A9}" dt="2023-11-18T16:15:11.929" v="602" actId="113"/>
        <pc:sldMkLst>
          <pc:docMk/>
          <pc:sldMk cId="3977605819" sldId="343"/>
        </pc:sldMkLst>
        <pc:spChg chg="mod">
          <ac:chgData name="Ero Sennin" userId="03426be40f75dd1c" providerId="LiveId" clId="{59AC1DFC-6538-4039-B625-EF0FC9C0D4A9}" dt="2023-11-18T16:15:11.929" v="602" actId="113"/>
          <ac:spMkLst>
            <pc:docMk/>
            <pc:sldMk cId="3977605819" sldId="343"/>
            <ac:spMk id="8" creationId="{6CF85C25-FECF-02E7-8B5D-63C724E2B28B}"/>
          </ac:spMkLst>
        </pc:spChg>
      </pc:sldChg>
      <pc:sldChg chg="modSp add mod">
        <pc:chgData name="Ero Sennin" userId="03426be40f75dd1c" providerId="LiveId" clId="{59AC1DFC-6538-4039-B625-EF0FC9C0D4A9}" dt="2023-11-18T16:33:14.286" v="694" actId="12"/>
        <pc:sldMkLst>
          <pc:docMk/>
          <pc:sldMk cId="71056339" sldId="344"/>
        </pc:sldMkLst>
        <pc:spChg chg="mod">
          <ac:chgData name="Ero Sennin" userId="03426be40f75dd1c" providerId="LiveId" clId="{59AC1DFC-6538-4039-B625-EF0FC9C0D4A9}" dt="2023-11-18T16:29:41.703" v="646"/>
          <ac:spMkLst>
            <pc:docMk/>
            <pc:sldMk cId="71056339" sldId="344"/>
            <ac:spMk id="6" creationId="{52BDBAC3-67AD-4A97-7850-28F18722F0B1}"/>
          </ac:spMkLst>
        </pc:spChg>
        <pc:spChg chg="mod">
          <ac:chgData name="Ero Sennin" userId="03426be40f75dd1c" providerId="LiveId" clId="{59AC1DFC-6538-4039-B625-EF0FC9C0D4A9}" dt="2023-11-18T16:33:14.286" v="694" actId="12"/>
          <ac:spMkLst>
            <pc:docMk/>
            <pc:sldMk cId="71056339" sldId="344"/>
            <ac:spMk id="8" creationId="{6CF85C25-FECF-02E7-8B5D-63C724E2B28B}"/>
          </ac:spMkLst>
        </pc:spChg>
        <pc:picChg chg="mod">
          <ac:chgData name="Ero Sennin" userId="03426be40f75dd1c" providerId="LiveId" clId="{59AC1DFC-6538-4039-B625-EF0FC9C0D4A9}" dt="2023-11-18T16:28:58.316" v="634" actId="197"/>
          <ac:picMkLst>
            <pc:docMk/>
            <pc:sldMk cId="71056339" sldId="344"/>
            <ac:picMk id="5" creationId="{A9B5D548-0AEB-B038-A729-DB2AC0FFECF5}"/>
          </ac:picMkLst>
        </pc:picChg>
      </pc:sldChg>
      <pc:sldChg chg="new add del">
        <pc:chgData name="Ero Sennin" userId="03426be40f75dd1c" providerId="LiveId" clId="{59AC1DFC-6538-4039-B625-EF0FC9C0D4A9}" dt="2023-11-18T16:32:29.637" v="667" actId="680"/>
        <pc:sldMkLst>
          <pc:docMk/>
          <pc:sldMk cId="2058428942" sldId="345"/>
        </pc:sldMkLst>
      </pc:sldChg>
      <pc:sldChg chg="modSp add mod">
        <pc:chgData name="Ero Sennin" userId="03426be40f75dd1c" providerId="LiveId" clId="{59AC1DFC-6538-4039-B625-EF0FC9C0D4A9}" dt="2023-11-18T16:34:08.567" v="704" actId="113"/>
        <pc:sldMkLst>
          <pc:docMk/>
          <pc:sldMk cId="3362010045" sldId="345"/>
        </pc:sldMkLst>
        <pc:spChg chg="mod">
          <ac:chgData name="Ero Sennin" userId="03426be40f75dd1c" providerId="LiveId" clId="{59AC1DFC-6538-4039-B625-EF0FC9C0D4A9}" dt="2023-11-18T16:33:46.477" v="697"/>
          <ac:spMkLst>
            <pc:docMk/>
            <pc:sldMk cId="3362010045" sldId="345"/>
            <ac:spMk id="6" creationId="{52BDBAC3-67AD-4A97-7850-28F18722F0B1}"/>
          </ac:spMkLst>
        </pc:spChg>
        <pc:spChg chg="mod">
          <ac:chgData name="Ero Sennin" userId="03426be40f75dd1c" providerId="LiveId" clId="{59AC1DFC-6538-4039-B625-EF0FC9C0D4A9}" dt="2023-11-18T16:34:08.567" v="704" actId="113"/>
          <ac:spMkLst>
            <pc:docMk/>
            <pc:sldMk cId="3362010045" sldId="345"/>
            <ac:spMk id="8" creationId="{6CF85C25-FECF-02E7-8B5D-63C724E2B28B}"/>
          </ac:spMkLst>
        </pc:spChg>
      </pc:sldChg>
      <pc:sldChg chg="modSp add mod">
        <pc:chgData name="Ero Sennin" userId="03426be40f75dd1c" providerId="LiveId" clId="{59AC1DFC-6538-4039-B625-EF0FC9C0D4A9}" dt="2023-11-18T16:35:19.006" v="713" actId="113"/>
        <pc:sldMkLst>
          <pc:docMk/>
          <pc:sldMk cId="1608157032" sldId="346"/>
        </pc:sldMkLst>
        <pc:spChg chg="mod">
          <ac:chgData name="Ero Sennin" userId="03426be40f75dd1c" providerId="LiveId" clId="{59AC1DFC-6538-4039-B625-EF0FC9C0D4A9}" dt="2023-11-18T16:35:01.921" v="706"/>
          <ac:spMkLst>
            <pc:docMk/>
            <pc:sldMk cId="1608157032" sldId="346"/>
            <ac:spMk id="6" creationId="{52BDBAC3-67AD-4A97-7850-28F18722F0B1}"/>
          </ac:spMkLst>
        </pc:spChg>
        <pc:spChg chg="mod">
          <ac:chgData name="Ero Sennin" userId="03426be40f75dd1c" providerId="LiveId" clId="{59AC1DFC-6538-4039-B625-EF0FC9C0D4A9}" dt="2023-11-18T16:35:19.006" v="713" actId="113"/>
          <ac:spMkLst>
            <pc:docMk/>
            <pc:sldMk cId="1608157032" sldId="346"/>
            <ac:spMk id="8" creationId="{6CF85C25-FECF-02E7-8B5D-63C724E2B28B}"/>
          </ac:spMkLst>
        </pc:spChg>
      </pc:sldChg>
      <pc:sldChg chg="modSp add mod">
        <pc:chgData name="Ero Sennin" userId="03426be40f75dd1c" providerId="LiveId" clId="{59AC1DFC-6538-4039-B625-EF0FC9C0D4A9}" dt="2023-11-18T17:47:11.184" v="1008" actId="20577"/>
        <pc:sldMkLst>
          <pc:docMk/>
          <pc:sldMk cId="1396905398" sldId="347"/>
        </pc:sldMkLst>
        <pc:spChg chg="mod">
          <ac:chgData name="Ero Sennin" userId="03426be40f75dd1c" providerId="LiveId" clId="{59AC1DFC-6538-4039-B625-EF0FC9C0D4A9}" dt="2023-11-18T17:11:00.267" v="725"/>
          <ac:spMkLst>
            <pc:docMk/>
            <pc:sldMk cId="1396905398" sldId="347"/>
            <ac:spMk id="6" creationId="{52BDBAC3-67AD-4A97-7850-28F18722F0B1}"/>
          </ac:spMkLst>
        </pc:spChg>
        <pc:spChg chg="mod">
          <ac:chgData name="Ero Sennin" userId="03426be40f75dd1c" providerId="LiveId" clId="{59AC1DFC-6538-4039-B625-EF0FC9C0D4A9}" dt="2023-11-18T17:47:11.184" v="1008" actId="20577"/>
          <ac:spMkLst>
            <pc:docMk/>
            <pc:sldMk cId="1396905398" sldId="347"/>
            <ac:spMk id="8" creationId="{6CF85C25-FECF-02E7-8B5D-63C724E2B28B}"/>
          </ac:spMkLst>
        </pc:spChg>
      </pc:sldChg>
      <pc:sldChg chg="addSp delSp modSp add mod">
        <pc:chgData name="Ero Sennin" userId="03426be40f75dd1c" providerId="LiveId" clId="{59AC1DFC-6538-4039-B625-EF0FC9C0D4A9}" dt="2023-11-18T17:47:16.021" v="1010" actId="20577"/>
        <pc:sldMkLst>
          <pc:docMk/>
          <pc:sldMk cId="775201600" sldId="348"/>
        </pc:sldMkLst>
        <pc:spChg chg="add mod">
          <ac:chgData name="Ero Sennin" userId="03426be40f75dd1c" providerId="LiveId" clId="{59AC1DFC-6538-4039-B625-EF0FC9C0D4A9}" dt="2023-11-18T17:11:07.182" v="727"/>
          <ac:spMkLst>
            <pc:docMk/>
            <pc:sldMk cId="775201600" sldId="348"/>
            <ac:spMk id="3" creationId="{CAE23DEA-2710-CC0F-72B6-0E6CD7F60193}"/>
          </ac:spMkLst>
        </pc:spChg>
        <pc:spChg chg="del">
          <ac:chgData name="Ero Sennin" userId="03426be40f75dd1c" providerId="LiveId" clId="{59AC1DFC-6538-4039-B625-EF0FC9C0D4A9}" dt="2023-11-18T17:11:06.894" v="726" actId="478"/>
          <ac:spMkLst>
            <pc:docMk/>
            <pc:sldMk cId="775201600" sldId="348"/>
            <ac:spMk id="6" creationId="{52BDBAC3-67AD-4A97-7850-28F18722F0B1}"/>
          </ac:spMkLst>
        </pc:spChg>
        <pc:spChg chg="mod">
          <ac:chgData name="Ero Sennin" userId="03426be40f75dd1c" providerId="LiveId" clId="{59AC1DFC-6538-4039-B625-EF0FC9C0D4A9}" dt="2023-11-18T17:47:16.021" v="1010" actId="20577"/>
          <ac:spMkLst>
            <pc:docMk/>
            <pc:sldMk cId="775201600" sldId="348"/>
            <ac:spMk id="8" creationId="{6CF85C25-FECF-02E7-8B5D-63C724E2B28B}"/>
          </ac:spMkLst>
        </pc:spChg>
      </pc:sldChg>
      <pc:sldChg chg="modSp add mod">
        <pc:chgData name="Ero Sennin" userId="03426be40f75dd1c" providerId="LiveId" clId="{59AC1DFC-6538-4039-B625-EF0FC9C0D4A9}" dt="2023-11-18T17:12:49.589" v="760" actId="20577"/>
        <pc:sldMkLst>
          <pc:docMk/>
          <pc:sldMk cId="271087555" sldId="349"/>
        </pc:sldMkLst>
        <pc:spChg chg="mod">
          <ac:chgData name="Ero Sennin" userId="03426be40f75dd1c" providerId="LiveId" clId="{59AC1DFC-6538-4039-B625-EF0FC9C0D4A9}" dt="2023-11-18T17:12:49.589" v="760" actId="20577"/>
          <ac:spMkLst>
            <pc:docMk/>
            <pc:sldMk cId="271087555" sldId="349"/>
            <ac:spMk id="8" creationId="{6CF85C25-FECF-02E7-8B5D-63C724E2B28B}"/>
          </ac:spMkLst>
        </pc:spChg>
      </pc:sldChg>
      <pc:sldChg chg="modSp add mod">
        <pc:chgData name="Ero Sennin" userId="03426be40f75dd1c" providerId="LiveId" clId="{59AC1DFC-6538-4039-B625-EF0FC9C0D4A9}" dt="2023-11-18T17:12:46.576" v="758" actId="20577"/>
        <pc:sldMkLst>
          <pc:docMk/>
          <pc:sldMk cId="2540738932" sldId="350"/>
        </pc:sldMkLst>
        <pc:spChg chg="mod">
          <ac:chgData name="Ero Sennin" userId="03426be40f75dd1c" providerId="LiveId" clId="{59AC1DFC-6538-4039-B625-EF0FC9C0D4A9}" dt="2023-11-18T17:12:46.576" v="758" actId="20577"/>
          <ac:spMkLst>
            <pc:docMk/>
            <pc:sldMk cId="2540738932" sldId="350"/>
            <ac:spMk id="8" creationId="{6CF85C25-FECF-02E7-8B5D-63C724E2B28B}"/>
          </ac:spMkLst>
        </pc:spChg>
      </pc:sldChg>
      <pc:sldChg chg="modSp add mod">
        <pc:chgData name="Ero Sennin" userId="03426be40f75dd1c" providerId="LiveId" clId="{59AC1DFC-6538-4039-B625-EF0FC9C0D4A9}" dt="2023-11-18T17:59:10.996" v="1113" actId="20577"/>
        <pc:sldMkLst>
          <pc:docMk/>
          <pc:sldMk cId="1629030163" sldId="351"/>
        </pc:sldMkLst>
        <pc:spChg chg="mod">
          <ac:chgData name="Ero Sennin" userId="03426be40f75dd1c" providerId="LiveId" clId="{59AC1DFC-6538-4039-B625-EF0FC9C0D4A9}" dt="2023-11-18T17:14:38.976" v="775" actId="20577"/>
          <ac:spMkLst>
            <pc:docMk/>
            <pc:sldMk cId="1629030163" sldId="351"/>
            <ac:spMk id="3" creationId="{CAE23DEA-2710-CC0F-72B6-0E6CD7F60193}"/>
          </ac:spMkLst>
        </pc:spChg>
        <pc:spChg chg="mod">
          <ac:chgData name="Ero Sennin" userId="03426be40f75dd1c" providerId="LiveId" clId="{59AC1DFC-6538-4039-B625-EF0FC9C0D4A9}" dt="2023-11-18T17:59:10.996" v="1113" actId="20577"/>
          <ac:spMkLst>
            <pc:docMk/>
            <pc:sldMk cId="1629030163" sldId="351"/>
            <ac:spMk id="8" creationId="{6CF85C25-FECF-02E7-8B5D-63C724E2B28B}"/>
          </ac:spMkLst>
        </pc:spChg>
      </pc:sldChg>
      <pc:sldChg chg="modSp add mod">
        <pc:chgData name="Ero Sennin" userId="03426be40f75dd1c" providerId="LiveId" clId="{59AC1DFC-6538-4039-B625-EF0FC9C0D4A9}" dt="2023-11-18T17:25:28.482" v="801"/>
        <pc:sldMkLst>
          <pc:docMk/>
          <pc:sldMk cId="1241933059" sldId="352"/>
        </pc:sldMkLst>
        <pc:spChg chg="mod">
          <ac:chgData name="Ero Sennin" userId="03426be40f75dd1c" providerId="LiveId" clId="{59AC1DFC-6538-4039-B625-EF0FC9C0D4A9}" dt="2023-11-18T17:25:28.482" v="801"/>
          <ac:spMkLst>
            <pc:docMk/>
            <pc:sldMk cId="1241933059" sldId="352"/>
            <ac:spMk id="72" creationId="{00000000-0000-0000-0000-000000000000}"/>
          </ac:spMkLst>
        </pc:spChg>
      </pc:sldChg>
      <pc:sldChg chg="modSp add mod">
        <pc:chgData name="Ero Sennin" userId="03426be40f75dd1c" providerId="LiveId" clId="{59AC1DFC-6538-4039-B625-EF0FC9C0D4A9}" dt="2023-11-18T17:47:46.854" v="1012" actId="20577"/>
        <pc:sldMkLst>
          <pc:docMk/>
          <pc:sldMk cId="3583452087" sldId="353"/>
        </pc:sldMkLst>
        <pc:spChg chg="mod">
          <ac:chgData name="Ero Sennin" userId="03426be40f75dd1c" providerId="LiveId" clId="{59AC1DFC-6538-4039-B625-EF0FC9C0D4A9}" dt="2023-11-18T17:26:08.275" v="806"/>
          <ac:spMkLst>
            <pc:docMk/>
            <pc:sldMk cId="3583452087" sldId="353"/>
            <ac:spMk id="3" creationId="{CAE23DEA-2710-CC0F-72B6-0E6CD7F60193}"/>
          </ac:spMkLst>
        </pc:spChg>
        <pc:spChg chg="mod">
          <ac:chgData name="Ero Sennin" userId="03426be40f75dd1c" providerId="LiveId" clId="{59AC1DFC-6538-4039-B625-EF0FC9C0D4A9}" dt="2023-11-18T17:47:46.854" v="1012" actId="20577"/>
          <ac:spMkLst>
            <pc:docMk/>
            <pc:sldMk cId="3583452087" sldId="353"/>
            <ac:spMk id="8" creationId="{6CF85C25-FECF-02E7-8B5D-63C724E2B28B}"/>
          </ac:spMkLst>
        </pc:spChg>
      </pc:sldChg>
      <pc:sldChg chg="addSp modSp add mod">
        <pc:chgData name="Ero Sennin" userId="03426be40f75dd1c" providerId="LiveId" clId="{59AC1DFC-6538-4039-B625-EF0FC9C0D4A9}" dt="2023-11-18T17:35:41.075" v="918" actId="14100"/>
        <pc:sldMkLst>
          <pc:docMk/>
          <pc:sldMk cId="4106494306" sldId="354"/>
        </pc:sldMkLst>
        <pc:spChg chg="mod">
          <ac:chgData name="Ero Sennin" userId="03426be40f75dd1c" providerId="LiveId" clId="{59AC1DFC-6538-4039-B625-EF0FC9C0D4A9}" dt="2023-11-18T17:35:41.075" v="918" actId="14100"/>
          <ac:spMkLst>
            <pc:docMk/>
            <pc:sldMk cId="4106494306" sldId="354"/>
            <ac:spMk id="8" creationId="{6CF85C25-FECF-02E7-8B5D-63C724E2B28B}"/>
          </ac:spMkLst>
        </pc:spChg>
        <pc:picChg chg="add mod">
          <ac:chgData name="Ero Sennin" userId="03426be40f75dd1c" providerId="LiveId" clId="{59AC1DFC-6538-4039-B625-EF0FC9C0D4A9}" dt="2023-11-18T17:35:37.991" v="917" actId="1076"/>
          <ac:picMkLst>
            <pc:docMk/>
            <pc:sldMk cId="4106494306" sldId="354"/>
            <ac:picMk id="6" creationId="{DE08F120-6F2A-F230-AFFE-9F77F2D7BD45}"/>
          </ac:picMkLst>
        </pc:picChg>
      </pc:sldChg>
      <pc:sldChg chg="addSp delSp modSp add mod">
        <pc:chgData name="Ero Sennin" userId="03426be40f75dd1c" providerId="LiveId" clId="{59AC1DFC-6538-4039-B625-EF0FC9C0D4A9}" dt="2023-11-18T17:32:28.718" v="892" actId="1076"/>
        <pc:sldMkLst>
          <pc:docMk/>
          <pc:sldMk cId="1657417804" sldId="355"/>
        </pc:sldMkLst>
        <pc:spChg chg="mod">
          <ac:chgData name="Ero Sennin" userId="03426be40f75dd1c" providerId="LiveId" clId="{59AC1DFC-6538-4039-B625-EF0FC9C0D4A9}" dt="2023-11-18T17:32:28.718" v="892" actId="1076"/>
          <ac:spMkLst>
            <pc:docMk/>
            <pc:sldMk cId="1657417804" sldId="355"/>
            <ac:spMk id="8" creationId="{6CF85C25-FECF-02E7-8B5D-63C724E2B28B}"/>
          </ac:spMkLst>
        </pc:spChg>
        <pc:picChg chg="del">
          <ac:chgData name="Ero Sennin" userId="03426be40f75dd1c" providerId="LiveId" clId="{59AC1DFC-6538-4039-B625-EF0FC9C0D4A9}" dt="2023-11-18T17:31:09.957" v="819" actId="478"/>
          <ac:picMkLst>
            <pc:docMk/>
            <pc:sldMk cId="1657417804" sldId="355"/>
            <ac:picMk id="6" creationId="{DE08F120-6F2A-F230-AFFE-9F77F2D7BD45}"/>
          </ac:picMkLst>
        </pc:picChg>
        <pc:picChg chg="add mod">
          <ac:chgData name="Ero Sennin" userId="03426be40f75dd1c" providerId="LiveId" clId="{59AC1DFC-6538-4039-B625-EF0FC9C0D4A9}" dt="2023-11-18T17:31:15.568" v="821" actId="1076"/>
          <ac:picMkLst>
            <pc:docMk/>
            <pc:sldMk cId="1657417804" sldId="355"/>
            <ac:picMk id="7" creationId="{EC366DFF-6554-6962-588E-F52154E115D2}"/>
          </ac:picMkLst>
        </pc:picChg>
      </pc:sldChg>
      <pc:sldChg chg="addSp delSp modSp add mod">
        <pc:chgData name="Ero Sennin" userId="03426be40f75dd1c" providerId="LiveId" clId="{59AC1DFC-6538-4039-B625-EF0FC9C0D4A9}" dt="2023-11-18T17:35:55.078" v="920" actId="1076"/>
        <pc:sldMkLst>
          <pc:docMk/>
          <pc:sldMk cId="1436753255" sldId="356"/>
        </pc:sldMkLst>
        <pc:spChg chg="del">
          <ac:chgData name="Ero Sennin" userId="03426be40f75dd1c" providerId="LiveId" clId="{59AC1DFC-6538-4039-B625-EF0FC9C0D4A9}" dt="2023-11-18T17:33:52.936" v="897" actId="478"/>
          <ac:spMkLst>
            <pc:docMk/>
            <pc:sldMk cId="1436753255" sldId="356"/>
            <ac:spMk id="8" creationId="{6CF85C25-FECF-02E7-8B5D-63C724E2B28B}"/>
          </ac:spMkLst>
        </pc:spChg>
        <pc:spChg chg="add mod">
          <ac:chgData name="Ero Sennin" userId="03426be40f75dd1c" providerId="LiveId" clId="{59AC1DFC-6538-4039-B625-EF0FC9C0D4A9}" dt="2023-11-18T17:35:52.667" v="919" actId="14100"/>
          <ac:spMkLst>
            <pc:docMk/>
            <pc:sldMk cId="1436753255" sldId="356"/>
            <ac:spMk id="11" creationId="{B4EB45E9-5511-57B9-215A-E5B1E6B23360}"/>
          </ac:spMkLst>
        </pc:spChg>
        <pc:picChg chg="add mod">
          <ac:chgData name="Ero Sennin" userId="03426be40f75dd1c" providerId="LiveId" clId="{59AC1DFC-6538-4039-B625-EF0FC9C0D4A9}" dt="2023-11-18T17:35:55.078" v="920" actId="1076"/>
          <ac:picMkLst>
            <pc:docMk/>
            <pc:sldMk cId="1436753255" sldId="356"/>
            <ac:picMk id="6" creationId="{6B00C529-E75D-3C1F-B80B-965E6C48A125}"/>
          </ac:picMkLst>
        </pc:picChg>
        <pc:picChg chg="del">
          <ac:chgData name="Ero Sennin" userId="03426be40f75dd1c" providerId="LiveId" clId="{59AC1DFC-6538-4039-B625-EF0FC9C0D4A9}" dt="2023-11-18T17:33:13.004" v="894" actId="478"/>
          <ac:picMkLst>
            <pc:docMk/>
            <pc:sldMk cId="1436753255" sldId="356"/>
            <ac:picMk id="7" creationId="{EC366DFF-6554-6962-588E-F52154E115D2}"/>
          </ac:picMkLst>
        </pc:picChg>
      </pc:sldChg>
      <pc:sldChg chg="modSp add mod ord">
        <pc:chgData name="Ero Sennin" userId="03426be40f75dd1c" providerId="LiveId" clId="{59AC1DFC-6538-4039-B625-EF0FC9C0D4A9}" dt="2023-11-18T17:42:02.573" v="961" actId="12"/>
        <pc:sldMkLst>
          <pc:docMk/>
          <pc:sldMk cId="614219353" sldId="357"/>
        </pc:sldMkLst>
        <pc:spChg chg="mod">
          <ac:chgData name="Ero Sennin" userId="03426be40f75dd1c" providerId="LiveId" clId="{59AC1DFC-6538-4039-B625-EF0FC9C0D4A9}" dt="2023-11-18T17:37:41.698" v="925"/>
          <ac:spMkLst>
            <pc:docMk/>
            <pc:sldMk cId="614219353" sldId="357"/>
            <ac:spMk id="3" creationId="{CAE23DEA-2710-CC0F-72B6-0E6CD7F60193}"/>
          </ac:spMkLst>
        </pc:spChg>
        <pc:spChg chg="mod">
          <ac:chgData name="Ero Sennin" userId="03426be40f75dd1c" providerId="LiveId" clId="{59AC1DFC-6538-4039-B625-EF0FC9C0D4A9}" dt="2023-11-18T17:42:02.573" v="961" actId="12"/>
          <ac:spMkLst>
            <pc:docMk/>
            <pc:sldMk cId="614219353" sldId="357"/>
            <ac:spMk id="8" creationId="{6CF85C25-FECF-02E7-8B5D-63C724E2B28B}"/>
          </ac:spMkLst>
        </pc:spChg>
      </pc:sldChg>
      <pc:sldChg chg="modSp add mod">
        <pc:chgData name="Ero Sennin" userId="03426be40f75dd1c" providerId="LiveId" clId="{59AC1DFC-6538-4039-B625-EF0FC9C0D4A9}" dt="2023-11-18T17:42:39.086" v="974" actId="20577"/>
        <pc:sldMkLst>
          <pc:docMk/>
          <pc:sldMk cId="1484790467" sldId="358"/>
        </pc:sldMkLst>
        <pc:spChg chg="mod">
          <ac:chgData name="Ero Sennin" userId="03426be40f75dd1c" providerId="LiveId" clId="{59AC1DFC-6538-4039-B625-EF0FC9C0D4A9}" dt="2023-11-18T17:42:39.086" v="974" actId="20577"/>
          <ac:spMkLst>
            <pc:docMk/>
            <pc:sldMk cId="1484790467" sldId="358"/>
            <ac:spMk id="8" creationId="{6CF85C25-FECF-02E7-8B5D-63C724E2B28B}"/>
          </ac:spMkLst>
        </pc:spChg>
      </pc:sldChg>
      <pc:sldChg chg="modSp add mod">
        <pc:chgData name="Ero Sennin" userId="03426be40f75dd1c" providerId="LiveId" clId="{59AC1DFC-6538-4039-B625-EF0FC9C0D4A9}" dt="2023-11-18T17:43:48.431" v="992" actId="20577"/>
        <pc:sldMkLst>
          <pc:docMk/>
          <pc:sldMk cId="3470068793" sldId="359"/>
        </pc:sldMkLst>
        <pc:spChg chg="mod">
          <ac:chgData name="Ero Sennin" userId="03426be40f75dd1c" providerId="LiveId" clId="{59AC1DFC-6538-4039-B625-EF0FC9C0D4A9}" dt="2023-11-18T17:43:48.431" v="992" actId="20577"/>
          <ac:spMkLst>
            <pc:docMk/>
            <pc:sldMk cId="3470068793" sldId="359"/>
            <ac:spMk id="8" creationId="{6CF85C25-FECF-02E7-8B5D-63C724E2B28B}"/>
          </ac:spMkLst>
        </pc:spChg>
      </pc:sldChg>
      <pc:sldChg chg="modSp add mod">
        <pc:chgData name="Ero Sennin" userId="03426be40f75dd1c" providerId="LiveId" clId="{59AC1DFC-6538-4039-B625-EF0FC9C0D4A9}" dt="2023-11-18T17:45:09.982" v="1006"/>
        <pc:sldMkLst>
          <pc:docMk/>
          <pc:sldMk cId="3021743333" sldId="360"/>
        </pc:sldMkLst>
        <pc:spChg chg="mod">
          <ac:chgData name="Ero Sennin" userId="03426be40f75dd1c" providerId="LiveId" clId="{59AC1DFC-6538-4039-B625-EF0FC9C0D4A9}" dt="2023-11-18T17:45:09.982" v="1006"/>
          <ac:spMkLst>
            <pc:docMk/>
            <pc:sldMk cId="3021743333" sldId="360"/>
            <ac:spMk id="8" creationId="{6CF85C25-FECF-02E7-8B5D-63C724E2B28B}"/>
          </ac:spMkLst>
        </pc:spChg>
      </pc:sldChg>
      <pc:sldChg chg="modSp add mod">
        <pc:chgData name="Ero Sennin" userId="03426be40f75dd1c" providerId="LiveId" clId="{59AC1DFC-6538-4039-B625-EF0FC9C0D4A9}" dt="2023-11-18T17:51:49.379" v="1040" actId="20577"/>
        <pc:sldMkLst>
          <pc:docMk/>
          <pc:sldMk cId="2006295453" sldId="361"/>
        </pc:sldMkLst>
        <pc:spChg chg="mod">
          <ac:chgData name="Ero Sennin" userId="03426be40f75dd1c" providerId="LiveId" clId="{59AC1DFC-6538-4039-B625-EF0FC9C0D4A9}" dt="2023-11-18T17:49:28.903" v="1015"/>
          <ac:spMkLst>
            <pc:docMk/>
            <pc:sldMk cId="2006295453" sldId="361"/>
            <ac:spMk id="3" creationId="{CAE23DEA-2710-CC0F-72B6-0E6CD7F60193}"/>
          </ac:spMkLst>
        </pc:spChg>
        <pc:spChg chg="mod">
          <ac:chgData name="Ero Sennin" userId="03426be40f75dd1c" providerId="LiveId" clId="{59AC1DFC-6538-4039-B625-EF0FC9C0D4A9}" dt="2023-11-18T17:51:49.379" v="1040" actId="20577"/>
          <ac:spMkLst>
            <pc:docMk/>
            <pc:sldMk cId="2006295453" sldId="361"/>
            <ac:spMk id="8" creationId="{6CF85C25-FECF-02E7-8B5D-63C724E2B28B}"/>
          </ac:spMkLst>
        </pc:spChg>
      </pc:sldChg>
      <pc:sldChg chg="modSp add mod">
        <pc:chgData name="Ero Sennin" userId="03426be40f75dd1c" providerId="LiveId" clId="{59AC1DFC-6538-4039-B625-EF0FC9C0D4A9}" dt="2023-11-18T17:55:31.395" v="1087" actId="20577"/>
        <pc:sldMkLst>
          <pc:docMk/>
          <pc:sldMk cId="3399441557" sldId="362"/>
        </pc:sldMkLst>
        <pc:spChg chg="mod">
          <ac:chgData name="Ero Sennin" userId="03426be40f75dd1c" providerId="LiveId" clId="{59AC1DFC-6538-4039-B625-EF0FC9C0D4A9}" dt="2023-11-18T17:55:31.395" v="1087" actId="20577"/>
          <ac:spMkLst>
            <pc:docMk/>
            <pc:sldMk cId="3399441557" sldId="362"/>
            <ac:spMk id="8" creationId="{6CF85C25-FECF-02E7-8B5D-63C724E2B28B}"/>
          </ac:spMkLst>
        </pc:spChg>
      </pc:sldChg>
      <pc:sldChg chg="modSp add mod">
        <pc:chgData name="Ero Sennin" userId="03426be40f75dd1c" providerId="LiveId" clId="{59AC1DFC-6538-4039-B625-EF0FC9C0D4A9}" dt="2023-11-18T17:56:14.077" v="1092" actId="20577"/>
        <pc:sldMkLst>
          <pc:docMk/>
          <pc:sldMk cId="3729408570" sldId="363"/>
        </pc:sldMkLst>
        <pc:spChg chg="mod">
          <ac:chgData name="Ero Sennin" userId="03426be40f75dd1c" providerId="LiveId" clId="{59AC1DFC-6538-4039-B625-EF0FC9C0D4A9}" dt="2023-11-18T17:56:14.077" v="1092" actId="20577"/>
          <ac:spMkLst>
            <pc:docMk/>
            <pc:sldMk cId="3729408570" sldId="363"/>
            <ac:spMk id="8" creationId="{6CF85C25-FECF-02E7-8B5D-63C724E2B28B}"/>
          </ac:spMkLst>
        </pc:spChg>
      </pc:sldChg>
      <pc:sldChg chg="modSp add mod">
        <pc:chgData name="Ero Sennin" userId="03426be40f75dd1c" providerId="LiveId" clId="{59AC1DFC-6538-4039-B625-EF0FC9C0D4A9}" dt="2023-11-18T17:59:14.621" v="1116" actId="20577"/>
        <pc:sldMkLst>
          <pc:docMk/>
          <pc:sldMk cId="3669757811" sldId="364"/>
        </pc:sldMkLst>
        <pc:spChg chg="mod">
          <ac:chgData name="Ero Sennin" userId="03426be40f75dd1c" providerId="LiveId" clId="{59AC1DFC-6538-4039-B625-EF0FC9C0D4A9}" dt="2023-11-18T17:59:14.621" v="1116" actId="20577"/>
          <ac:spMkLst>
            <pc:docMk/>
            <pc:sldMk cId="3669757811" sldId="364"/>
            <ac:spMk id="8" creationId="{6CF85C25-FECF-02E7-8B5D-63C724E2B28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1pPr>
            <a:lvl2pPr marL="914400" marR="0" lvl="1"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2pPr>
            <a:lvl3pPr marL="1371600" marR="0" lvl="2"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3pPr>
            <a:lvl4pPr marL="1828800" marR="0" lvl="3"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4pPr>
            <a:lvl5pPr marL="2286000" marR="0" lvl="4"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5pPr>
            <a:lvl6pPr marL="2743200" marR="0" lvl="5"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6pPr>
            <a:lvl7pPr marL="3200400" marR="0" lvl="6"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7pPr>
            <a:lvl8pPr marL="3657600" marR="0" lvl="7"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8pPr>
            <a:lvl9pPr marL="4114800" marR="0" lvl="8"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55" name="Google Shape;5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67" name="Google Shape;6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9"/>
        <p:cNvGrpSpPr/>
        <p:nvPr/>
      </p:nvGrpSpPr>
      <p:grpSpPr>
        <a:xfrm>
          <a:off x="0" y="0"/>
          <a:ext cx="0" cy="0"/>
          <a:chOff x="0" y="0"/>
          <a:chExt cx="0" cy="0"/>
        </a:xfrm>
      </p:grpSpPr>
      <p:sp>
        <p:nvSpPr>
          <p:cNvPr id="10" name="Google Shape;10;p72"/>
          <p:cNvSpPr txBox="1">
            <a:spLocks noGrp="1"/>
          </p:cNvSpPr>
          <p:nvPr>
            <p:ph type="title"/>
          </p:nvPr>
        </p:nvSpPr>
        <p:spPr>
          <a:xfrm>
            <a:off x="1270000" y="1638300"/>
            <a:ext cx="10464800" cy="33020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1" name="Google Shape;11;p72"/>
          <p:cNvSpPr txBox="1">
            <a:spLocks noGrp="1"/>
          </p:cNvSpPr>
          <p:nvPr>
            <p:ph type="body" idx="1"/>
          </p:nvPr>
        </p:nvSpPr>
        <p:spPr>
          <a:xfrm>
            <a:off x="1270000" y="5029200"/>
            <a:ext cx="10464800" cy="11303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3200"/>
              <a:buFont typeface="Helvetica Neue Light"/>
              <a:buNone/>
              <a:defRPr sz="3200"/>
            </a:lvl1pPr>
            <a:lvl2pPr marL="914400" lvl="1" indent="-228600" algn="ctr">
              <a:lnSpc>
                <a:spcPct val="100000"/>
              </a:lnSpc>
              <a:spcBef>
                <a:spcPts val="0"/>
              </a:spcBef>
              <a:spcAft>
                <a:spcPts val="0"/>
              </a:spcAft>
              <a:buClr>
                <a:srgbClr val="000000"/>
              </a:buClr>
              <a:buSzPts val="3200"/>
              <a:buFont typeface="Helvetica Neue Light"/>
              <a:buNone/>
              <a:defRPr sz="3200"/>
            </a:lvl2pPr>
            <a:lvl3pPr marL="1371600" lvl="2" indent="-228600" algn="ctr">
              <a:lnSpc>
                <a:spcPct val="100000"/>
              </a:lnSpc>
              <a:spcBef>
                <a:spcPts val="0"/>
              </a:spcBef>
              <a:spcAft>
                <a:spcPts val="0"/>
              </a:spcAft>
              <a:buClr>
                <a:srgbClr val="000000"/>
              </a:buClr>
              <a:buSzPts val="3200"/>
              <a:buFont typeface="Helvetica Neue Light"/>
              <a:buNone/>
              <a:defRPr sz="3200"/>
            </a:lvl3pPr>
            <a:lvl4pPr marL="1828800" lvl="3" indent="-228600" algn="ctr">
              <a:lnSpc>
                <a:spcPct val="100000"/>
              </a:lnSpc>
              <a:spcBef>
                <a:spcPts val="0"/>
              </a:spcBef>
              <a:spcAft>
                <a:spcPts val="0"/>
              </a:spcAft>
              <a:buClr>
                <a:srgbClr val="000000"/>
              </a:buClr>
              <a:buSzPts val="3200"/>
              <a:buFont typeface="Helvetica Neue Light"/>
              <a:buNone/>
              <a:defRPr sz="3200"/>
            </a:lvl4pPr>
            <a:lvl5pPr marL="2286000" lvl="4" indent="-228600" algn="ctr">
              <a:lnSpc>
                <a:spcPct val="100000"/>
              </a:lnSpc>
              <a:spcBef>
                <a:spcPts val="0"/>
              </a:spcBef>
              <a:spcAft>
                <a:spcPts val="0"/>
              </a:spcAft>
              <a:buClr>
                <a:srgbClr val="000000"/>
              </a:buClr>
              <a:buSzPts val="3200"/>
              <a:buFont typeface="Helvetica Neue Light"/>
              <a:buNone/>
              <a:defRPr sz="32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12" name="Google Shape;12;p72"/>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hoto - Horizontal" type="tx">
  <p:cSld name="TITLE_AND_BODY">
    <p:spTree>
      <p:nvGrpSpPr>
        <p:cNvPr id="1" name="Shape 13"/>
        <p:cNvGrpSpPr/>
        <p:nvPr/>
      </p:nvGrpSpPr>
      <p:grpSpPr>
        <a:xfrm>
          <a:off x="0" y="0"/>
          <a:ext cx="0" cy="0"/>
          <a:chOff x="0" y="0"/>
          <a:chExt cx="0" cy="0"/>
        </a:xfrm>
      </p:grpSpPr>
      <p:sp>
        <p:nvSpPr>
          <p:cNvPr id="14" name="Google Shape;14;p73"/>
          <p:cNvSpPr>
            <a:spLocks noGrp="1"/>
          </p:cNvSpPr>
          <p:nvPr>
            <p:ph type="pic" idx="2"/>
          </p:nvPr>
        </p:nvSpPr>
        <p:spPr>
          <a:xfrm>
            <a:off x="1606550" y="635000"/>
            <a:ext cx="9779000" cy="5918200"/>
          </a:xfrm>
          <a:prstGeom prst="rect">
            <a:avLst/>
          </a:prstGeom>
          <a:noFill/>
          <a:ln>
            <a:noFill/>
          </a:ln>
        </p:spPr>
      </p:sp>
      <p:sp>
        <p:nvSpPr>
          <p:cNvPr id="15" name="Google Shape;15;p73"/>
          <p:cNvSpPr txBox="1">
            <a:spLocks noGrp="1"/>
          </p:cNvSpPr>
          <p:nvPr>
            <p:ph type="title"/>
          </p:nvPr>
        </p:nvSpPr>
        <p:spPr>
          <a:xfrm>
            <a:off x="1270000" y="6718300"/>
            <a:ext cx="10464800" cy="14224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6" name="Google Shape;16;p73"/>
          <p:cNvSpPr txBox="1">
            <a:spLocks noGrp="1"/>
          </p:cNvSpPr>
          <p:nvPr>
            <p:ph type="body" idx="1"/>
          </p:nvPr>
        </p:nvSpPr>
        <p:spPr>
          <a:xfrm>
            <a:off x="1270000" y="8191500"/>
            <a:ext cx="10464800" cy="11303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3200"/>
              <a:buFont typeface="Helvetica Neue Light"/>
              <a:buNone/>
              <a:defRPr sz="3200"/>
            </a:lvl1pPr>
            <a:lvl2pPr marL="914400" lvl="1" indent="-228600" algn="ctr">
              <a:lnSpc>
                <a:spcPct val="100000"/>
              </a:lnSpc>
              <a:spcBef>
                <a:spcPts val="0"/>
              </a:spcBef>
              <a:spcAft>
                <a:spcPts val="0"/>
              </a:spcAft>
              <a:buClr>
                <a:srgbClr val="000000"/>
              </a:buClr>
              <a:buSzPts val="3200"/>
              <a:buFont typeface="Helvetica Neue Light"/>
              <a:buNone/>
              <a:defRPr sz="3200"/>
            </a:lvl2pPr>
            <a:lvl3pPr marL="1371600" lvl="2" indent="-228600" algn="ctr">
              <a:lnSpc>
                <a:spcPct val="100000"/>
              </a:lnSpc>
              <a:spcBef>
                <a:spcPts val="0"/>
              </a:spcBef>
              <a:spcAft>
                <a:spcPts val="0"/>
              </a:spcAft>
              <a:buClr>
                <a:srgbClr val="000000"/>
              </a:buClr>
              <a:buSzPts val="3200"/>
              <a:buFont typeface="Helvetica Neue Light"/>
              <a:buNone/>
              <a:defRPr sz="3200"/>
            </a:lvl3pPr>
            <a:lvl4pPr marL="1828800" lvl="3" indent="-228600" algn="ctr">
              <a:lnSpc>
                <a:spcPct val="100000"/>
              </a:lnSpc>
              <a:spcBef>
                <a:spcPts val="0"/>
              </a:spcBef>
              <a:spcAft>
                <a:spcPts val="0"/>
              </a:spcAft>
              <a:buClr>
                <a:srgbClr val="000000"/>
              </a:buClr>
              <a:buSzPts val="3200"/>
              <a:buFont typeface="Helvetica Neue Light"/>
              <a:buNone/>
              <a:defRPr sz="3200"/>
            </a:lvl4pPr>
            <a:lvl5pPr marL="2286000" lvl="4" indent="-228600" algn="ctr">
              <a:lnSpc>
                <a:spcPct val="100000"/>
              </a:lnSpc>
              <a:spcBef>
                <a:spcPts val="0"/>
              </a:spcBef>
              <a:spcAft>
                <a:spcPts val="0"/>
              </a:spcAft>
              <a:buClr>
                <a:srgbClr val="000000"/>
              </a:buClr>
              <a:buSzPts val="3200"/>
              <a:buFont typeface="Helvetica Neue Light"/>
              <a:buNone/>
              <a:defRPr sz="32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17" name="Google Shape;17;p73"/>
          <p:cNvSpPr txBox="1">
            <a:spLocks noGrp="1"/>
          </p:cNvSpPr>
          <p:nvPr>
            <p:ph type="sldNum" idx="12"/>
          </p:nvPr>
        </p:nvSpPr>
        <p:spPr>
          <a:xfrm>
            <a:off x="6311798" y="924560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18"/>
        <p:cNvGrpSpPr/>
        <p:nvPr/>
      </p:nvGrpSpPr>
      <p:grpSpPr>
        <a:xfrm>
          <a:off x="0" y="0"/>
          <a:ext cx="0" cy="0"/>
          <a:chOff x="0" y="0"/>
          <a:chExt cx="0" cy="0"/>
        </a:xfrm>
      </p:grpSpPr>
      <p:sp>
        <p:nvSpPr>
          <p:cNvPr id="19" name="Google Shape;19;p74"/>
          <p:cNvSpPr txBox="1">
            <a:spLocks noGrp="1"/>
          </p:cNvSpPr>
          <p:nvPr>
            <p:ph type="title"/>
          </p:nvPr>
        </p:nvSpPr>
        <p:spPr>
          <a:xfrm>
            <a:off x="1270000" y="3225800"/>
            <a:ext cx="10464800" cy="3302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0" name="Google Shape;20;p74"/>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21"/>
        <p:cNvGrpSpPr/>
        <p:nvPr/>
      </p:nvGrpSpPr>
      <p:grpSpPr>
        <a:xfrm>
          <a:off x="0" y="0"/>
          <a:ext cx="0" cy="0"/>
          <a:chOff x="0" y="0"/>
          <a:chExt cx="0" cy="0"/>
        </a:xfrm>
      </p:grpSpPr>
      <p:sp>
        <p:nvSpPr>
          <p:cNvPr id="22" name="Google Shape;22;p75"/>
          <p:cNvSpPr>
            <a:spLocks noGrp="1"/>
          </p:cNvSpPr>
          <p:nvPr>
            <p:ph type="pic" idx="2"/>
          </p:nvPr>
        </p:nvSpPr>
        <p:spPr>
          <a:xfrm>
            <a:off x="6718300" y="635000"/>
            <a:ext cx="5334000" cy="8229600"/>
          </a:xfrm>
          <a:prstGeom prst="rect">
            <a:avLst/>
          </a:prstGeom>
          <a:noFill/>
          <a:ln>
            <a:noFill/>
          </a:ln>
        </p:spPr>
      </p:sp>
      <p:sp>
        <p:nvSpPr>
          <p:cNvPr id="23" name="Google Shape;23;p75"/>
          <p:cNvSpPr txBox="1">
            <a:spLocks noGrp="1"/>
          </p:cNvSpPr>
          <p:nvPr>
            <p:ph type="title"/>
          </p:nvPr>
        </p:nvSpPr>
        <p:spPr>
          <a:xfrm>
            <a:off x="952500" y="635000"/>
            <a:ext cx="5334000" cy="39878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6000"/>
              <a:buFont typeface="Helvetica Neue Light"/>
              <a:buNone/>
              <a:defRPr sz="60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4" name="Google Shape;24;p75"/>
          <p:cNvSpPr txBox="1">
            <a:spLocks noGrp="1"/>
          </p:cNvSpPr>
          <p:nvPr>
            <p:ph type="body" idx="1"/>
          </p:nvPr>
        </p:nvSpPr>
        <p:spPr>
          <a:xfrm>
            <a:off x="952500" y="4762500"/>
            <a:ext cx="5334000" cy="41021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3200"/>
              <a:buFont typeface="Helvetica Neue Light"/>
              <a:buNone/>
              <a:defRPr sz="3200"/>
            </a:lvl1pPr>
            <a:lvl2pPr marL="914400" lvl="1" indent="-228600" algn="ctr">
              <a:lnSpc>
                <a:spcPct val="100000"/>
              </a:lnSpc>
              <a:spcBef>
                <a:spcPts val="0"/>
              </a:spcBef>
              <a:spcAft>
                <a:spcPts val="0"/>
              </a:spcAft>
              <a:buClr>
                <a:srgbClr val="000000"/>
              </a:buClr>
              <a:buSzPts val="3200"/>
              <a:buFont typeface="Helvetica Neue Light"/>
              <a:buNone/>
              <a:defRPr sz="3200"/>
            </a:lvl2pPr>
            <a:lvl3pPr marL="1371600" lvl="2" indent="-228600" algn="ctr">
              <a:lnSpc>
                <a:spcPct val="100000"/>
              </a:lnSpc>
              <a:spcBef>
                <a:spcPts val="0"/>
              </a:spcBef>
              <a:spcAft>
                <a:spcPts val="0"/>
              </a:spcAft>
              <a:buClr>
                <a:srgbClr val="000000"/>
              </a:buClr>
              <a:buSzPts val="3200"/>
              <a:buFont typeface="Helvetica Neue Light"/>
              <a:buNone/>
              <a:defRPr sz="3200"/>
            </a:lvl3pPr>
            <a:lvl4pPr marL="1828800" lvl="3" indent="-228600" algn="ctr">
              <a:lnSpc>
                <a:spcPct val="100000"/>
              </a:lnSpc>
              <a:spcBef>
                <a:spcPts val="0"/>
              </a:spcBef>
              <a:spcAft>
                <a:spcPts val="0"/>
              </a:spcAft>
              <a:buClr>
                <a:srgbClr val="000000"/>
              </a:buClr>
              <a:buSzPts val="3200"/>
              <a:buFont typeface="Helvetica Neue Light"/>
              <a:buNone/>
              <a:defRPr sz="3200"/>
            </a:lvl4pPr>
            <a:lvl5pPr marL="2286000" lvl="4" indent="-228600" algn="ctr">
              <a:lnSpc>
                <a:spcPct val="100000"/>
              </a:lnSpc>
              <a:spcBef>
                <a:spcPts val="0"/>
              </a:spcBef>
              <a:spcAft>
                <a:spcPts val="0"/>
              </a:spcAft>
              <a:buClr>
                <a:srgbClr val="000000"/>
              </a:buClr>
              <a:buSzPts val="3200"/>
              <a:buFont typeface="Helvetica Neue Light"/>
              <a:buNone/>
              <a:defRPr sz="32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25" name="Google Shape;25;p75"/>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26"/>
        <p:cNvGrpSpPr/>
        <p:nvPr/>
      </p:nvGrpSpPr>
      <p:grpSpPr>
        <a:xfrm>
          <a:off x="0" y="0"/>
          <a:ext cx="0" cy="0"/>
          <a:chOff x="0" y="0"/>
          <a:chExt cx="0" cy="0"/>
        </a:xfrm>
      </p:grpSpPr>
      <p:sp>
        <p:nvSpPr>
          <p:cNvPr id="27" name="Google Shape;27;p76"/>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8" name="Google Shape;28;p76"/>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29"/>
        <p:cNvGrpSpPr/>
        <p:nvPr/>
      </p:nvGrpSpPr>
      <p:grpSpPr>
        <a:xfrm>
          <a:off x="0" y="0"/>
          <a:ext cx="0" cy="0"/>
          <a:chOff x="0" y="0"/>
          <a:chExt cx="0" cy="0"/>
        </a:xfrm>
      </p:grpSpPr>
      <p:sp>
        <p:nvSpPr>
          <p:cNvPr id="30" name="Google Shape;30;p77"/>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1" name="Google Shape;31;p77"/>
          <p:cNvSpPr txBox="1">
            <a:spLocks noGrp="1"/>
          </p:cNvSpPr>
          <p:nvPr>
            <p:ph type="body" idx="1"/>
          </p:nvPr>
        </p:nvSpPr>
        <p:spPr>
          <a:xfrm>
            <a:off x="952500" y="2603500"/>
            <a:ext cx="11099800" cy="6286500"/>
          </a:xfrm>
          <a:prstGeom prst="rect">
            <a:avLst/>
          </a:prstGeom>
          <a:noFill/>
          <a:ln>
            <a:noFill/>
          </a:ln>
        </p:spPr>
        <p:txBody>
          <a:bodyPr spcFirstLastPara="1" wrap="square" lIns="50800" tIns="50800" rIns="50800" bIns="50800" anchor="ctr" anchorCtr="0">
            <a:normAutofit/>
          </a:bodyPr>
          <a:lstStyle>
            <a:lvl1pPr marL="457200" lvl="0" indent="-314325" algn="l">
              <a:lnSpc>
                <a:spcPct val="100000"/>
              </a:lnSpc>
              <a:spcBef>
                <a:spcPts val="4200"/>
              </a:spcBef>
              <a:spcAft>
                <a:spcPts val="0"/>
              </a:spcAft>
              <a:buClr>
                <a:srgbClr val="000000"/>
              </a:buClr>
              <a:buSzPts val="1350"/>
              <a:buChar char="•"/>
              <a:defRPr/>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32" name="Google Shape;32;p77"/>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33"/>
        <p:cNvGrpSpPr/>
        <p:nvPr/>
      </p:nvGrpSpPr>
      <p:grpSpPr>
        <a:xfrm>
          <a:off x="0" y="0"/>
          <a:ext cx="0" cy="0"/>
          <a:chOff x="0" y="0"/>
          <a:chExt cx="0" cy="0"/>
        </a:xfrm>
      </p:grpSpPr>
      <p:sp>
        <p:nvSpPr>
          <p:cNvPr id="34" name="Google Shape;34;p78"/>
          <p:cNvSpPr>
            <a:spLocks noGrp="1"/>
          </p:cNvSpPr>
          <p:nvPr>
            <p:ph type="pic" idx="2"/>
          </p:nvPr>
        </p:nvSpPr>
        <p:spPr>
          <a:xfrm>
            <a:off x="6718300" y="2603500"/>
            <a:ext cx="5334000" cy="6286500"/>
          </a:xfrm>
          <a:prstGeom prst="rect">
            <a:avLst/>
          </a:prstGeom>
          <a:noFill/>
          <a:ln>
            <a:noFill/>
          </a:ln>
        </p:spPr>
      </p:sp>
      <p:sp>
        <p:nvSpPr>
          <p:cNvPr id="35" name="Google Shape;35;p78"/>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6" name="Google Shape;36;p78"/>
          <p:cNvSpPr txBox="1">
            <a:spLocks noGrp="1"/>
          </p:cNvSpPr>
          <p:nvPr>
            <p:ph type="body" idx="1"/>
          </p:nvPr>
        </p:nvSpPr>
        <p:spPr>
          <a:xfrm>
            <a:off x="952500" y="2603500"/>
            <a:ext cx="5334000" cy="6286500"/>
          </a:xfrm>
          <a:prstGeom prst="rect">
            <a:avLst/>
          </a:prstGeom>
          <a:noFill/>
          <a:ln>
            <a:noFill/>
          </a:ln>
        </p:spPr>
        <p:txBody>
          <a:bodyPr spcFirstLastPara="1" wrap="square" lIns="50800" tIns="50800" rIns="50800" bIns="50800" anchor="ctr" anchorCtr="0">
            <a:normAutofit/>
          </a:bodyPr>
          <a:lstStyle>
            <a:lvl1pPr marL="457200" lvl="0" indent="-361950" algn="l">
              <a:lnSpc>
                <a:spcPct val="100000"/>
              </a:lnSpc>
              <a:spcBef>
                <a:spcPts val="3200"/>
              </a:spcBef>
              <a:spcAft>
                <a:spcPts val="0"/>
              </a:spcAft>
              <a:buClr>
                <a:srgbClr val="000000"/>
              </a:buClr>
              <a:buSzPts val="2100"/>
              <a:buFont typeface="Helvetica Neue Light"/>
              <a:buChar char="•"/>
              <a:defRPr sz="2800"/>
            </a:lvl1pPr>
            <a:lvl2pPr marL="914400" lvl="1" indent="-361950" algn="l">
              <a:lnSpc>
                <a:spcPct val="100000"/>
              </a:lnSpc>
              <a:spcBef>
                <a:spcPts val="3200"/>
              </a:spcBef>
              <a:spcAft>
                <a:spcPts val="0"/>
              </a:spcAft>
              <a:buClr>
                <a:srgbClr val="000000"/>
              </a:buClr>
              <a:buSzPts val="2100"/>
              <a:buFont typeface="Helvetica Neue Light"/>
              <a:buChar char="•"/>
              <a:defRPr sz="2800"/>
            </a:lvl2pPr>
            <a:lvl3pPr marL="1371600" lvl="2" indent="-361950" algn="l">
              <a:lnSpc>
                <a:spcPct val="100000"/>
              </a:lnSpc>
              <a:spcBef>
                <a:spcPts val="3200"/>
              </a:spcBef>
              <a:spcAft>
                <a:spcPts val="0"/>
              </a:spcAft>
              <a:buClr>
                <a:srgbClr val="000000"/>
              </a:buClr>
              <a:buSzPts val="2100"/>
              <a:buFont typeface="Helvetica Neue Light"/>
              <a:buChar char="•"/>
              <a:defRPr sz="2800"/>
            </a:lvl3pPr>
            <a:lvl4pPr marL="1828800" lvl="3" indent="-361950" algn="l">
              <a:lnSpc>
                <a:spcPct val="100000"/>
              </a:lnSpc>
              <a:spcBef>
                <a:spcPts val="3200"/>
              </a:spcBef>
              <a:spcAft>
                <a:spcPts val="0"/>
              </a:spcAft>
              <a:buClr>
                <a:srgbClr val="000000"/>
              </a:buClr>
              <a:buSzPts val="2100"/>
              <a:buFont typeface="Helvetica Neue Light"/>
              <a:buChar char="•"/>
              <a:defRPr sz="2800"/>
            </a:lvl4pPr>
            <a:lvl5pPr marL="2286000" lvl="4" indent="-361950" algn="l">
              <a:lnSpc>
                <a:spcPct val="100000"/>
              </a:lnSpc>
              <a:spcBef>
                <a:spcPts val="3200"/>
              </a:spcBef>
              <a:spcAft>
                <a:spcPts val="0"/>
              </a:spcAft>
              <a:buClr>
                <a:srgbClr val="000000"/>
              </a:buClr>
              <a:buSzPts val="2100"/>
              <a:buFont typeface="Helvetica Neue Light"/>
              <a:buChar char="•"/>
              <a:defRPr sz="28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37" name="Google Shape;37;p78"/>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38"/>
        <p:cNvGrpSpPr/>
        <p:nvPr/>
      </p:nvGrpSpPr>
      <p:grpSpPr>
        <a:xfrm>
          <a:off x="0" y="0"/>
          <a:ext cx="0" cy="0"/>
          <a:chOff x="0" y="0"/>
          <a:chExt cx="0" cy="0"/>
        </a:xfrm>
      </p:grpSpPr>
      <p:sp>
        <p:nvSpPr>
          <p:cNvPr id="39" name="Google Shape;39;p79"/>
          <p:cNvSpPr txBox="1">
            <a:spLocks noGrp="1"/>
          </p:cNvSpPr>
          <p:nvPr>
            <p:ph type="body" idx="1"/>
          </p:nvPr>
        </p:nvSpPr>
        <p:spPr>
          <a:xfrm>
            <a:off x="952500" y="1270000"/>
            <a:ext cx="11099800" cy="7213600"/>
          </a:xfrm>
          <a:prstGeom prst="rect">
            <a:avLst/>
          </a:prstGeom>
          <a:noFill/>
          <a:ln>
            <a:noFill/>
          </a:ln>
        </p:spPr>
        <p:txBody>
          <a:bodyPr spcFirstLastPara="1" wrap="square" lIns="50800" tIns="50800" rIns="50800" bIns="50800" anchor="ctr" anchorCtr="0">
            <a:normAutofit/>
          </a:bodyPr>
          <a:lstStyle>
            <a:lvl1pPr marL="457200" lvl="0" indent="-314325" algn="l">
              <a:lnSpc>
                <a:spcPct val="100000"/>
              </a:lnSpc>
              <a:spcBef>
                <a:spcPts val="4200"/>
              </a:spcBef>
              <a:spcAft>
                <a:spcPts val="0"/>
              </a:spcAft>
              <a:buClr>
                <a:srgbClr val="000000"/>
              </a:buClr>
              <a:buSzPts val="1350"/>
              <a:buChar char="•"/>
              <a:defRPr/>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40" name="Google Shape;40;p79"/>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41"/>
        <p:cNvGrpSpPr/>
        <p:nvPr/>
      </p:nvGrpSpPr>
      <p:grpSpPr>
        <a:xfrm>
          <a:off x="0" y="0"/>
          <a:ext cx="0" cy="0"/>
          <a:chOff x="0" y="0"/>
          <a:chExt cx="0" cy="0"/>
        </a:xfrm>
      </p:grpSpPr>
      <p:sp>
        <p:nvSpPr>
          <p:cNvPr id="42" name="Google Shape;42;p80"/>
          <p:cNvSpPr>
            <a:spLocks noGrp="1"/>
          </p:cNvSpPr>
          <p:nvPr>
            <p:ph type="pic" idx="2"/>
          </p:nvPr>
        </p:nvSpPr>
        <p:spPr>
          <a:xfrm>
            <a:off x="6718300" y="5092700"/>
            <a:ext cx="5334000" cy="3771900"/>
          </a:xfrm>
          <a:prstGeom prst="rect">
            <a:avLst/>
          </a:prstGeom>
          <a:noFill/>
          <a:ln>
            <a:noFill/>
          </a:ln>
        </p:spPr>
      </p:sp>
      <p:sp>
        <p:nvSpPr>
          <p:cNvPr id="43" name="Google Shape;43;p80"/>
          <p:cNvSpPr>
            <a:spLocks noGrp="1"/>
          </p:cNvSpPr>
          <p:nvPr>
            <p:ph type="pic" idx="3"/>
          </p:nvPr>
        </p:nvSpPr>
        <p:spPr>
          <a:xfrm>
            <a:off x="6724518" y="889000"/>
            <a:ext cx="5334001" cy="3771900"/>
          </a:xfrm>
          <a:prstGeom prst="rect">
            <a:avLst/>
          </a:prstGeom>
          <a:noFill/>
          <a:ln>
            <a:noFill/>
          </a:ln>
        </p:spPr>
      </p:sp>
      <p:sp>
        <p:nvSpPr>
          <p:cNvPr id="44" name="Google Shape;44;p80"/>
          <p:cNvSpPr>
            <a:spLocks noGrp="1"/>
          </p:cNvSpPr>
          <p:nvPr>
            <p:ph type="pic" idx="4"/>
          </p:nvPr>
        </p:nvSpPr>
        <p:spPr>
          <a:xfrm>
            <a:off x="952500" y="889000"/>
            <a:ext cx="5334000" cy="7975600"/>
          </a:xfrm>
          <a:prstGeom prst="rect">
            <a:avLst/>
          </a:prstGeom>
          <a:noFill/>
          <a:ln>
            <a:noFill/>
          </a:ln>
        </p:spPr>
      </p:sp>
      <p:sp>
        <p:nvSpPr>
          <p:cNvPr id="45" name="Google Shape;45;p80"/>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6"/>
        <p:cNvGrpSpPr/>
        <p:nvPr/>
      </p:nvGrpSpPr>
      <p:grpSpPr>
        <a:xfrm>
          <a:off x="0" y="0"/>
          <a:ext cx="0" cy="0"/>
          <a:chOff x="0" y="0"/>
          <a:chExt cx="0" cy="0"/>
        </a:xfrm>
      </p:grpSpPr>
      <p:sp>
        <p:nvSpPr>
          <p:cNvPr id="47" name="Google Shape;47;p81"/>
          <p:cNvSpPr txBox="1">
            <a:spLocks noGrp="1"/>
          </p:cNvSpPr>
          <p:nvPr>
            <p:ph type="body" idx="1"/>
          </p:nvPr>
        </p:nvSpPr>
        <p:spPr>
          <a:xfrm>
            <a:off x="1270000" y="6362700"/>
            <a:ext cx="10464800" cy="469900"/>
          </a:xfrm>
          <a:prstGeom prst="rect">
            <a:avLst/>
          </a:prstGeom>
          <a:noFill/>
          <a:ln>
            <a:noFill/>
          </a:ln>
        </p:spPr>
        <p:txBody>
          <a:bodyPr spcFirstLastPara="1" wrap="square" lIns="50800" tIns="50800" rIns="50800" bIns="50800" anchor="t" anchorCtr="0">
            <a:spAutoFit/>
          </a:bodyPr>
          <a:lstStyle>
            <a:lvl1pPr marL="457200" lvl="0" indent="-228600" algn="ctr">
              <a:lnSpc>
                <a:spcPct val="100000"/>
              </a:lnSpc>
              <a:spcBef>
                <a:spcPts val="0"/>
              </a:spcBef>
              <a:spcAft>
                <a:spcPts val="0"/>
              </a:spcAft>
              <a:buClr>
                <a:srgbClr val="000000"/>
              </a:buClr>
              <a:buSzPts val="2400"/>
              <a:buFont typeface="Helvetica Neue Light"/>
              <a:buNone/>
              <a:defRPr sz="2400"/>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48" name="Google Shape;48;p81"/>
          <p:cNvSpPr txBox="1">
            <a:spLocks noGrp="1"/>
          </p:cNvSpPr>
          <p:nvPr>
            <p:ph type="body" idx="2"/>
          </p:nvPr>
        </p:nvSpPr>
        <p:spPr>
          <a:xfrm>
            <a:off x="1270000" y="4267200"/>
            <a:ext cx="10464800" cy="685800"/>
          </a:xfrm>
          <a:prstGeom prst="rect">
            <a:avLst/>
          </a:prstGeom>
          <a:noFill/>
          <a:ln>
            <a:noFill/>
          </a:ln>
        </p:spPr>
        <p:txBody>
          <a:bodyPr spcFirstLastPara="1" wrap="square" lIns="50800" tIns="50800" rIns="50800" bIns="50800" anchor="ctr" anchorCtr="0">
            <a:spAutoFit/>
          </a:bodyPr>
          <a:lstStyle>
            <a:lvl1pPr marL="457200" lvl="0" indent="-228600" algn="ctr">
              <a:lnSpc>
                <a:spcPct val="100000"/>
              </a:lnSpc>
              <a:spcBef>
                <a:spcPts val="0"/>
              </a:spcBef>
              <a:spcAft>
                <a:spcPts val="0"/>
              </a:spcAft>
              <a:buClr>
                <a:srgbClr val="000000"/>
              </a:buClr>
              <a:buSzPts val="3800"/>
              <a:buFont typeface="Helvetica Neue Light"/>
              <a:buNone/>
              <a:defRPr sz="3800"/>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49" name="Google Shape;49;p81"/>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50"/>
        <p:cNvGrpSpPr/>
        <p:nvPr/>
      </p:nvGrpSpPr>
      <p:grpSpPr>
        <a:xfrm>
          <a:off x="0" y="0"/>
          <a:ext cx="0" cy="0"/>
          <a:chOff x="0" y="0"/>
          <a:chExt cx="0" cy="0"/>
        </a:xfrm>
      </p:grpSpPr>
      <p:sp>
        <p:nvSpPr>
          <p:cNvPr id="51" name="Google Shape;51;p82"/>
          <p:cNvSpPr>
            <a:spLocks noGrp="1"/>
          </p:cNvSpPr>
          <p:nvPr>
            <p:ph type="pic" idx="2"/>
          </p:nvPr>
        </p:nvSpPr>
        <p:spPr>
          <a:xfrm>
            <a:off x="0" y="0"/>
            <a:ext cx="13004800" cy="9753600"/>
          </a:xfrm>
          <a:prstGeom prst="rect">
            <a:avLst/>
          </a:prstGeom>
          <a:noFill/>
          <a:ln>
            <a:noFill/>
          </a:ln>
        </p:spPr>
      </p:sp>
      <p:sp>
        <p:nvSpPr>
          <p:cNvPr id="52" name="Google Shape;52;p82"/>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71"/>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marR="0" lvl="0"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1pPr>
            <a:lvl2pPr marR="0" lvl="1"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7" name="Google Shape;7;p71"/>
          <p:cNvSpPr txBox="1">
            <a:spLocks noGrp="1"/>
          </p:cNvSpPr>
          <p:nvPr>
            <p:ph type="body" idx="1"/>
          </p:nvPr>
        </p:nvSpPr>
        <p:spPr>
          <a:xfrm>
            <a:off x="952500" y="2603500"/>
            <a:ext cx="11099800" cy="6286500"/>
          </a:xfrm>
          <a:prstGeom prst="rect">
            <a:avLst/>
          </a:prstGeom>
          <a:noFill/>
          <a:ln>
            <a:noFill/>
          </a:ln>
        </p:spPr>
        <p:txBody>
          <a:bodyPr spcFirstLastPara="1" wrap="square" lIns="50800" tIns="50800" rIns="50800" bIns="50800" anchor="ctr" anchorCtr="0">
            <a:normAutofit/>
          </a:bodyPr>
          <a:lstStyle>
            <a:lvl1pPr marL="457200" marR="0" lvl="0"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1pPr>
            <a:lvl2pPr marL="914400" marR="0" lvl="1"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71600" marR="0" lvl="2"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828800" marR="0" lvl="3"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86000" marR="0" lvl="4"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743200" marR="0" lvl="5"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200400" marR="0" lvl="6"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657600" marR="0" lvl="7"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114800" marR="0" lvl="8"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8" name="Google Shape;8;p71"/>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pic>
        <p:nvPicPr>
          <p:cNvPr id="57" name="Google Shape;57;p1" descr="PP-01.jpg"/>
          <p:cNvPicPr preferRelativeResize="0"/>
          <p:nvPr/>
        </p:nvPicPr>
        <p:blipFill rotWithShape="1">
          <a:blip r:embed="rId3">
            <a:alphaModFix/>
          </a:blip>
          <a:srcRect/>
          <a:stretch/>
        </p:blipFill>
        <p:spPr>
          <a:xfrm>
            <a:off x="0" y="0"/>
            <a:ext cx="13004800" cy="9771488"/>
          </a:xfrm>
          <a:prstGeom prst="rect">
            <a:avLst/>
          </a:prstGeom>
          <a:noFill/>
          <a:ln>
            <a:noFill/>
          </a:ln>
        </p:spPr>
      </p:pic>
      <p:sp>
        <p:nvSpPr>
          <p:cNvPr id="58" name="Google Shape;58;p1"/>
          <p:cNvSpPr txBox="1">
            <a:spLocks noGrp="1"/>
          </p:cNvSpPr>
          <p:nvPr>
            <p:ph type="ctrTitle" idx="4294967295"/>
          </p:nvPr>
        </p:nvSpPr>
        <p:spPr>
          <a:xfrm>
            <a:off x="376446" y="7601338"/>
            <a:ext cx="7713454" cy="1540500"/>
          </a:xfrm>
          <a:prstGeom prst="rect">
            <a:avLst/>
          </a:prstGeom>
          <a:noFill/>
          <a:ln>
            <a:noFill/>
          </a:ln>
        </p:spPr>
        <p:txBody>
          <a:bodyPr spcFirstLastPara="1" wrap="square" lIns="50800" tIns="50800" rIns="50800" bIns="50800" anchor="t" anchorCtr="0">
            <a:normAutofit fontScale="90000"/>
          </a:bodyPr>
          <a:lstStyle/>
          <a:p>
            <a:pPr marL="0" marR="0" lvl="0" indent="0" algn="l" rtl="0">
              <a:lnSpc>
                <a:spcPct val="110000"/>
              </a:lnSpc>
              <a:spcBef>
                <a:spcPts val="0"/>
              </a:spcBef>
              <a:spcAft>
                <a:spcPts val="0"/>
              </a:spcAft>
              <a:buClr>
                <a:schemeClr val="dk1"/>
              </a:buClr>
              <a:buSzPct val="83333"/>
              <a:buFont typeface="Arial"/>
              <a:buNone/>
            </a:pPr>
            <a:r>
              <a:rPr lang="en-US" sz="4800" b="1" i="0" u="none" strike="noStrike" cap="none" dirty="0">
                <a:solidFill>
                  <a:schemeClr val="dk1"/>
                </a:solidFill>
                <a:latin typeface="Arial"/>
                <a:ea typeface="Arial"/>
                <a:cs typeface="Arial"/>
                <a:sym typeface="Arial"/>
              </a:rPr>
              <a:t>Chapter 8: Server-side request forgery (SSRF)</a:t>
            </a:r>
            <a:endParaRPr sz="4800" b="1"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111111"/>
              <a:buFont typeface="Arial"/>
              <a:buNone/>
            </a:pPr>
            <a:endParaRPr sz="2790" b="0" i="0" u="none" strike="noStrike" cap="none" dirty="0">
              <a:solidFill>
                <a:schemeClr val="dk1"/>
              </a:solidFill>
              <a:latin typeface="Helvetica Neue Light"/>
              <a:ea typeface="Helvetica Neue Light"/>
              <a:cs typeface="Helvetica Neue Light"/>
              <a:sym typeface="Helvetica Neue Light"/>
            </a:endParaRPr>
          </a:p>
        </p:txBody>
      </p:sp>
      <p:pic>
        <p:nvPicPr>
          <p:cNvPr id="59" name="Google Shape;59;p1" descr="2017-FE-Black-01.png"/>
          <p:cNvPicPr preferRelativeResize="0"/>
          <p:nvPr/>
        </p:nvPicPr>
        <p:blipFill rotWithShape="1">
          <a:blip r:embed="rId4">
            <a:alphaModFix/>
          </a:blip>
          <a:srcRect/>
          <a:stretch/>
        </p:blipFill>
        <p:spPr>
          <a:xfrm>
            <a:off x="376446" y="611762"/>
            <a:ext cx="4183172" cy="139517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70" name="Google Shape;70;p3" descr="Untitled-1.png"/>
          <p:cNvPicPr preferRelativeResize="0"/>
          <p:nvPr/>
        </p:nvPicPr>
        <p:blipFill rotWithShape="1">
          <a:blip r:embed="rId3">
            <a:alphaModFix/>
          </a:blip>
          <a:srcRect/>
          <a:stretch/>
        </p:blipFill>
        <p:spPr>
          <a:xfrm>
            <a:off x="-332437" y="-250619"/>
            <a:ext cx="7033878" cy="2176098"/>
          </a:xfrm>
          <a:prstGeom prst="rect">
            <a:avLst/>
          </a:prstGeom>
          <a:noFill/>
          <a:ln>
            <a:noFill/>
          </a:ln>
        </p:spPr>
      </p:pic>
      <p:sp>
        <p:nvSpPr>
          <p:cNvPr id="71" name="Google Shape;71;p3"/>
          <p:cNvSpPr txBox="1"/>
          <p:nvPr/>
        </p:nvSpPr>
        <p:spPr>
          <a:xfrm>
            <a:off x="1536858" y="462955"/>
            <a:ext cx="4381220" cy="610423"/>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0000"/>
              </a:buClr>
              <a:buSzPts val="3300"/>
              <a:buFont typeface="Arial"/>
              <a:buNone/>
            </a:pPr>
            <a:r>
              <a:rPr lang="en-US" sz="3300" b="1" i="0" u="none" strike="noStrike" cap="none" dirty="0">
                <a:solidFill>
                  <a:srgbClr val="000000"/>
                </a:solidFill>
                <a:latin typeface="Arial"/>
                <a:ea typeface="Arial"/>
                <a:cs typeface="Arial"/>
                <a:sym typeface="Arial"/>
              </a:rPr>
              <a:t>Key concept</a:t>
            </a:r>
            <a:endParaRPr sz="3300" b="1" i="0" u="none" strike="noStrike" cap="none" dirty="0">
              <a:solidFill>
                <a:srgbClr val="000000"/>
              </a:solidFill>
              <a:latin typeface="Arial"/>
              <a:ea typeface="Arial"/>
              <a:cs typeface="Arial"/>
              <a:sym typeface="Arial"/>
            </a:endParaRPr>
          </a:p>
        </p:txBody>
      </p:sp>
      <p:sp>
        <p:nvSpPr>
          <p:cNvPr id="72" name="Google Shape;72;p3"/>
          <p:cNvSpPr txBox="1"/>
          <p:nvPr/>
        </p:nvSpPr>
        <p:spPr>
          <a:xfrm>
            <a:off x="1536858" y="2485631"/>
            <a:ext cx="10073620" cy="2343206"/>
          </a:xfrm>
          <a:prstGeom prst="rect">
            <a:avLst/>
          </a:prstGeom>
          <a:noFill/>
          <a:ln>
            <a:noFill/>
          </a:ln>
        </p:spPr>
        <p:txBody>
          <a:bodyPr spcFirstLastPara="1" wrap="square" lIns="50800" tIns="50800" rIns="50800" bIns="50800" anchor="ctr" anchorCtr="0">
            <a:spAutoFit/>
          </a:bodyPr>
          <a:lstStyle/>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What is Server-side request forgery (SSRF)</a:t>
            </a:r>
          </a:p>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Common Vulnerabilities Related to SSRF</a:t>
            </a:r>
          </a:p>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Impact of SSRF</a:t>
            </a:r>
          </a:p>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Prevention Strategies</a:t>
            </a:r>
          </a:p>
        </p:txBody>
      </p:sp>
      <p:pic>
        <p:nvPicPr>
          <p:cNvPr id="2" name="Google Shape;59;p1" descr="2017-FE-Black-01.png">
            <a:extLst>
              <a:ext uri="{FF2B5EF4-FFF2-40B4-BE49-F238E27FC236}">
                <a16:creationId xmlns:a16="http://schemas.microsoft.com/office/drawing/2014/main" id="{27AEA11D-58DC-E73A-C89B-4CF0EC2B9DE0}"/>
              </a:ext>
            </a:extLst>
          </p:cNvPr>
          <p:cNvPicPr preferRelativeResize="0"/>
          <p:nvPr/>
        </p:nvPicPr>
        <p:blipFill rotWithShape="1">
          <a:blip r:embed="rId4">
            <a:alphaModFix/>
          </a:blip>
          <a:srcRect/>
          <a:stretch/>
        </p:blipFill>
        <p:spPr>
          <a:xfrm>
            <a:off x="173246" y="8970335"/>
            <a:ext cx="1920772" cy="6406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9758884" cy="584775"/>
          </a:xfrm>
          <a:prstGeom prst="rect">
            <a:avLst/>
          </a:prstGeom>
          <a:noFill/>
        </p:spPr>
        <p:txBody>
          <a:bodyPr wrap="square" rtlCol="0">
            <a:spAutoFit/>
          </a:bodyPr>
          <a:lstStyle/>
          <a:p>
            <a:r>
              <a:rPr lang="en-US" sz="3200" b="1" dirty="0"/>
              <a:t>1. What is Server-Side Request Forgery (SSRF)?</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970318"/>
          </a:xfrm>
          <a:prstGeom prst="rect">
            <a:avLst/>
          </a:prstGeom>
          <a:noFill/>
        </p:spPr>
        <p:txBody>
          <a:bodyPr wrap="square" rtlCol="0">
            <a:spAutoFit/>
          </a:bodyPr>
          <a:lstStyle/>
          <a:p>
            <a:pPr marL="342900" indent="-342900">
              <a:buFont typeface="Arial" panose="020B0604020202020204" pitchFamily="34" charset="0"/>
              <a:buChar char="•"/>
            </a:pPr>
            <a:r>
              <a:rPr lang="en-US" sz="2800" b="0" i="0" dirty="0">
                <a:solidFill>
                  <a:srgbClr val="0F0F0F"/>
                </a:solidFill>
                <a:effectLst/>
                <a:latin typeface="+mj-lt"/>
              </a:rPr>
              <a:t>SSRF is a web security vulnerability that allows an attacker to induce the server-side application to make HTTP requests to an arbitrary domain of the attacker's choosing.</a:t>
            </a:r>
          </a:p>
          <a:p>
            <a:pPr marL="342900" indent="-342900">
              <a:buFont typeface="Arial" panose="020B0604020202020204" pitchFamily="34" charset="0"/>
              <a:buChar char="•"/>
            </a:pPr>
            <a:endParaRPr lang="en-US" sz="2800" b="0" i="0" dirty="0">
              <a:solidFill>
                <a:srgbClr val="0F0F0F"/>
              </a:solidFill>
              <a:effectLst/>
              <a:latin typeface="+mj-lt"/>
            </a:endParaRPr>
          </a:p>
          <a:p>
            <a:pPr marL="342900" indent="-342900">
              <a:buFont typeface="Arial" panose="020B0604020202020204" pitchFamily="34" charset="0"/>
              <a:buChar char="•"/>
            </a:pPr>
            <a:r>
              <a:rPr lang="en-US" sz="2800" b="0" i="0" dirty="0">
                <a:solidFill>
                  <a:srgbClr val="0F0F0F"/>
                </a:solidFill>
                <a:effectLst/>
                <a:latin typeface="+mj-lt"/>
              </a:rPr>
              <a:t>This vulnerability occurs when a web application fetches a remote resource without validating the user-supplied URL, allowing an attacker to manipulate the requests sent by the server. For example, manipulating a web application to make a request to internal services within the organization's infrastructure.</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909956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82352"/>
            <a:ext cx="10622484" cy="584775"/>
          </a:xfrm>
          <a:prstGeom prst="rect">
            <a:avLst/>
          </a:prstGeom>
          <a:noFill/>
        </p:spPr>
        <p:txBody>
          <a:bodyPr wrap="square" rtlCol="0">
            <a:spAutoFit/>
          </a:bodyPr>
          <a:lstStyle/>
          <a:p>
            <a:r>
              <a:rPr lang="en-US" sz="3200" b="1" dirty="0"/>
              <a:t>2. Common Vulnerabilities Related to SSRF</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970318"/>
          </a:xfrm>
          <a:prstGeom prst="rect">
            <a:avLst/>
          </a:prstGeom>
          <a:noFill/>
        </p:spPr>
        <p:txBody>
          <a:bodyPr wrap="square" rtlCol="0">
            <a:spAutoFit/>
          </a:bodyPr>
          <a:lstStyle/>
          <a:p>
            <a:pPr marL="342900" indent="-342900">
              <a:buFont typeface="Arial" panose="020B0604020202020204" pitchFamily="34" charset="0"/>
              <a:buChar char="•"/>
            </a:pPr>
            <a:r>
              <a:rPr lang="en-US" sz="2800" b="1" i="0" dirty="0">
                <a:solidFill>
                  <a:srgbClr val="0F0F0F"/>
                </a:solidFill>
                <a:effectLst/>
                <a:latin typeface="+mj-lt"/>
              </a:rPr>
              <a:t>Inadequate Input Validation</a:t>
            </a:r>
            <a:r>
              <a:rPr lang="en-US" sz="2800" i="0" dirty="0">
                <a:solidFill>
                  <a:srgbClr val="0F0F0F"/>
                </a:solidFill>
                <a:effectLst/>
                <a:latin typeface="+mj-lt"/>
              </a:rPr>
              <a:t>: SSRF often occurs due to insufficient validation of user-supplied URLs, allowing attackers to specify arbitrary destinations for server-side requests.</a:t>
            </a:r>
          </a:p>
          <a:p>
            <a:pPr marL="342900" indent="-342900">
              <a:buFont typeface="Arial" panose="020B0604020202020204" pitchFamily="34" charset="0"/>
              <a:buChar char="•"/>
            </a:pPr>
            <a:endParaRPr lang="en-US" sz="2800" i="0" dirty="0">
              <a:solidFill>
                <a:srgbClr val="0F0F0F"/>
              </a:solidFill>
              <a:effectLst/>
              <a:latin typeface="+mj-lt"/>
            </a:endParaRPr>
          </a:p>
          <a:p>
            <a:pPr marL="342900" indent="-342900">
              <a:buFont typeface="Arial" panose="020B0604020202020204" pitchFamily="34" charset="0"/>
              <a:buChar char="•"/>
            </a:pPr>
            <a:r>
              <a:rPr lang="en-US" sz="2800" b="1" i="0" dirty="0">
                <a:solidFill>
                  <a:srgbClr val="0F0F0F"/>
                </a:solidFill>
                <a:effectLst/>
                <a:latin typeface="+mj-lt"/>
              </a:rPr>
              <a:t>Misconfigured URL Parsers: </a:t>
            </a:r>
            <a:r>
              <a:rPr lang="en-US" sz="2800" i="0" dirty="0">
                <a:solidFill>
                  <a:srgbClr val="0F0F0F"/>
                </a:solidFill>
                <a:effectLst/>
                <a:latin typeface="+mj-lt"/>
              </a:rPr>
              <a:t>Some applications use URL parsers that can be tricked into accessing unexpected URLs, or misinterpreting URLs in a way that allows an attacker to bypass security checks.</a:t>
            </a:r>
          </a:p>
          <a:p>
            <a:pPr marL="342900" indent="-342900">
              <a:buFont typeface="Arial" panose="020B0604020202020204" pitchFamily="34" charset="0"/>
              <a:buChar char="•"/>
            </a:pPr>
            <a:endParaRPr lang="en-US" sz="2800" i="0" dirty="0">
              <a:solidFill>
                <a:srgbClr val="0F0F0F"/>
              </a:solidFill>
              <a:effectLst/>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3079585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1815882"/>
          </a:xfrm>
          <a:prstGeom prst="rect">
            <a:avLst/>
          </a:prstGeom>
          <a:noFill/>
        </p:spPr>
        <p:txBody>
          <a:bodyPr wrap="square" rtlCol="0">
            <a:spAutoFit/>
          </a:bodyPr>
          <a:lstStyle/>
          <a:p>
            <a:pPr marL="342900" indent="-342900">
              <a:buFont typeface="Arial" panose="020B0604020202020204" pitchFamily="34" charset="0"/>
              <a:buChar char="•"/>
            </a:pPr>
            <a:r>
              <a:rPr lang="en-US" sz="2800" b="1" i="0" dirty="0">
                <a:solidFill>
                  <a:srgbClr val="0F0F0F"/>
                </a:solidFill>
                <a:effectLst/>
                <a:latin typeface="+mj-lt"/>
              </a:rPr>
              <a:t>Exploiting Trust Relationships</a:t>
            </a:r>
            <a:r>
              <a:rPr lang="en-US" sz="2800" i="0" dirty="0">
                <a:solidFill>
                  <a:srgbClr val="0F0F0F"/>
                </a:solidFill>
                <a:effectLst/>
                <a:latin typeface="+mj-lt"/>
              </a:rPr>
              <a:t>: Since the SSRF request comes from the server, it may bypass IP whitelisting and other network-level controls that trust internal traffic, enabling access to restricted internal resources.</a:t>
            </a: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
        <p:nvSpPr>
          <p:cNvPr id="2" name="Hộp Văn bản 1">
            <a:extLst>
              <a:ext uri="{FF2B5EF4-FFF2-40B4-BE49-F238E27FC236}">
                <a16:creationId xmlns:a16="http://schemas.microsoft.com/office/drawing/2014/main" id="{61D0143E-1412-7F56-8271-262FA1575E46}"/>
              </a:ext>
            </a:extLst>
          </p:cNvPr>
          <p:cNvSpPr txBox="1"/>
          <p:nvPr/>
        </p:nvSpPr>
        <p:spPr>
          <a:xfrm>
            <a:off x="858316" y="782352"/>
            <a:ext cx="10622484" cy="584775"/>
          </a:xfrm>
          <a:prstGeom prst="rect">
            <a:avLst/>
          </a:prstGeom>
          <a:noFill/>
        </p:spPr>
        <p:txBody>
          <a:bodyPr wrap="square" rtlCol="0">
            <a:spAutoFit/>
          </a:bodyPr>
          <a:lstStyle/>
          <a:p>
            <a:r>
              <a:rPr lang="en-US" sz="3200" b="1" dirty="0"/>
              <a:t>2. Common Vulnerabilities Related to SSRF</a:t>
            </a:r>
          </a:p>
        </p:txBody>
      </p:sp>
    </p:spTree>
    <p:extLst>
      <p:ext uri="{BB962C8B-B14F-4D97-AF65-F5344CB8AC3E}">
        <p14:creationId xmlns:p14="http://schemas.microsoft.com/office/powerpoint/2010/main" val="1960463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3. Impact of SSRF</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335636"/>
            <a:ext cx="11341100" cy="6555641"/>
          </a:xfrm>
          <a:prstGeom prst="rect">
            <a:avLst/>
          </a:prstGeom>
          <a:noFill/>
        </p:spPr>
        <p:txBody>
          <a:bodyPr wrap="square" rtlCol="0">
            <a:spAutoFit/>
          </a:bodyPr>
          <a:lstStyle/>
          <a:p>
            <a:r>
              <a:rPr lang="en-US" sz="2800" b="1" i="0" dirty="0">
                <a:solidFill>
                  <a:srgbClr val="0F0F0F"/>
                </a:solidFill>
                <a:effectLst/>
                <a:latin typeface="+mj-lt"/>
              </a:rPr>
              <a:t>Internal Network Reconnaissance: </a:t>
            </a:r>
            <a:r>
              <a:rPr lang="en-US" sz="2800" i="0" dirty="0">
                <a:solidFill>
                  <a:srgbClr val="0F0F0F"/>
                </a:solidFill>
                <a:effectLst/>
                <a:latin typeface="+mj-lt"/>
              </a:rPr>
              <a:t>Attackers can use SSRF to probe internal networks, identifying internal services and finding vulnerable systems.</a:t>
            </a:r>
          </a:p>
          <a:p>
            <a:endParaRPr lang="en-US" sz="2800" b="1" i="0" dirty="0">
              <a:solidFill>
                <a:srgbClr val="0F0F0F"/>
              </a:solidFill>
              <a:effectLst/>
              <a:latin typeface="+mj-lt"/>
            </a:endParaRPr>
          </a:p>
          <a:p>
            <a:r>
              <a:rPr lang="en-US" sz="2800" b="1" i="0" dirty="0">
                <a:solidFill>
                  <a:srgbClr val="0F0F0F"/>
                </a:solidFill>
                <a:effectLst/>
                <a:latin typeface="+mj-lt"/>
              </a:rPr>
              <a:t>Data Exfiltration: </a:t>
            </a:r>
            <a:r>
              <a:rPr lang="en-US" sz="2800" i="0" dirty="0">
                <a:solidFill>
                  <a:srgbClr val="0F0F0F"/>
                </a:solidFill>
                <a:effectLst/>
                <a:latin typeface="+mj-lt"/>
              </a:rPr>
              <a:t>SSRF can allow access to internal services like databases or API endpoints, leading to sensitive data exposure or theft.</a:t>
            </a:r>
          </a:p>
          <a:p>
            <a:endParaRPr lang="en-US" sz="2800" i="0" dirty="0">
              <a:solidFill>
                <a:srgbClr val="0F0F0F"/>
              </a:solidFill>
              <a:effectLst/>
              <a:latin typeface="+mj-lt"/>
            </a:endParaRPr>
          </a:p>
          <a:p>
            <a:r>
              <a:rPr lang="en-US" sz="2800" b="1" i="0" dirty="0">
                <a:solidFill>
                  <a:srgbClr val="0F0F0F"/>
                </a:solidFill>
                <a:effectLst/>
                <a:latin typeface="+mj-lt"/>
              </a:rPr>
              <a:t>Remote Code Execution: </a:t>
            </a:r>
            <a:r>
              <a:rPr lang="en-US" sz="2800" i="0" dirty="0">
                <a:solidFill>
                  <a:srgbClr val="0F0F0F"/>
                </a:solidFill>
                <a:effectLst/>
                <a:latin typeface="+mj-lt"/>
              </a:rPr>
              <a:t>In severe cases, SSRF can be used to interact with services that trigger remote code execution on the server or within the internal network.</a:t>
            </a:r>
          </a:p>
          <a:p>
            <a:endParaRPr lang="en-US" sz="2800" i="0" dirty="0">
              <a:solidFill>
                <a:srgbClr val="0F0F0F"/>
              </a:solidFill>
              <a:effectLst/>
              <a:latin typeface="+mj-lt"/>
            </a:endParaRPr>
          </a:p>
          <a:p>
            <a:r>
              <a:rPr lang="en-US" sz="2800" b="1" i="0" dirty="0">
                <a:solidFill>
                  <a:srgbClr val="0F0F0F"/>
                </a:solidFill>
                <a:effectLst/>
                <a:latin typeface="+mj-lt"/>
              </a:rPr>
              <a:t>Bypassing Firewalls and Access Controls: </a:t>
            </a:r>
            <a:r>
              <a:rPr lang="en-US" sz="2800" i="0" dirty="0">
                <a:solidFill>
                  <a:srgbClr val="0F0F0F"/>
                </a:solidFill>
                <a:effectLst/>
                <a:latin typeface="+mj-lt"/>
              </a:rPr>
              <a:t>SSRF attacks can circumvent network security measures, accessing internal services that are not directly exposed to the Internet.</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179856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4. Prevention Strategies: Input Validation</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2677656"/>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Strictly validating URLs in user inputs, ensuring they conform to expected formats and rejecting any unexpected or maliciously crafted inputs.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Implementing allowlists for URLs, allowing the server to only make requests to known, safe domains or IP addresses.</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166055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4. Prevention Strategies: URL Parsing and Sanitization</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2677656"/>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Using secure, well-configured URL parsers that accurately interpret URLs without ambiguity.</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Sanitizing URLs by removing or encoding potentially dangerous characters and structures, ensuring that the server cannot be tricked into accessing unintended URLs.</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542159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730684" cy="584775"/>
          </a:xfrm>
          <a:prstGeom prst="rect">
            <a:avLst/>
          </a:prstGeom>
          <a:noFill/>
        </p:spPr>
        <p:txBody>
          <a:bodyPr wrap="square" rtlCol="0">
            <a:spAutoFit/>
          </a:bodyPr>
          <a:lstStyle/>
          <a:p>
            <a:r>
              <a:rPr lang="en-US" sz="3200" b="1" dirty="0"/>
              <a:t>4. Prevention Strategies: Network-Level Controls</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539430"/>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Implementing network-level controls to restrict which resources the server can access. This might include outbound firewalls or similar mechanisms that limit the server's ability to make requests to only the necessary external services.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Isolating sensitive internal services from systems that can be accessed via SSRF, reducing the potential impact of an SSRF attack.</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780176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4. Prevention Strategies: Use of Secure Server Configurations</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2677656"/>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Configuring servers securely to minimize the potential impact of SSRF. This includes running services with the least privilege and restricting unnecessary network capabilities.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Regularly updating and patching servers to protect against known vulnerabilities that could be exploited in conjunction with SSRF.</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4227814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584775"/>
          </a:xfrm>
          <a:prstGeom prst="rect">
            <a:avLst/>
          </a:prstGeom>
          <a:noFill/>
        </p:spPr>
        <p:txBody>
          <a:bodyPr wrap="square" rtlCol="0">
            <a:spAutoFit/>
          </a:bodyPr>
          <a:lstStyle/>
          <a:p>
            <a:r>
              <a:rPr lang="en-US" sz="3200" b="1" dirty="0"/>
              <a:t>4. Prevention Strategies: Security Testing and Monitoring</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2677656"/>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Conducting regular security testing, including penetration testing, to identify and mitigate potential SSRF vulnerabilities.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Implementing monitoring and logging to detect unusual or malicious server requests, which can be indicative of an SSRF attack in progress.</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3853773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584775"/>
          </a:xfrm>
          <a:prstGeom prst="rect">
            <a:avLst/>
          </a:prstGeom>
          <a:noFill/>
        </p:spPr>
        <p:txBody>
          <a:bodyPr wrap="square" rtlCol="0">
            <a:spAutoFit/>
          </a:bodyPr>
          <a:lstStyle/>
          <a:p>
            <a:r>
              <a:rPr lang="en-US" sz="3200" b="1" dirty="0"/>
              <a:t>Summary</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003511"/>
            <a:ext cx="11341100" cy="6986528"/>
          </a:xfrm>
          <a:prstGeom prst="rect">
            <a:avLst/>
          </a:prstGeom>
          <a:noFill/>
        </p:spPr>
        <p:txBody>
          <a:bodyPr wrap="square" rtlCol="0">
            <a:spAutoFit/>
          </a:bodyPr>
          <a:lstStyle/>
          <a:p>
            <a:r>
              <a:rPr lang="en-US" sz="2800" b="1" i="0" dirty="0">
                <a:solidFill>
                  <a:srgbClr val="0F0F0F"/>
                </a:solidFill>
                <a:effectLst/>
                <a:latin typeface="+mj-lt"/>
              </a:rPr>
              <a:t>Understanding SSRF:</a:t>
            </a:r>
          </a:p>
          <a:p>
            <a:pPr marL="457200" indent="-457200">
              <a:buFont typeface="Arial" panose="020B0604020202020204" pitchFamily="34" charset="0"/>
              <a:buChar char="•"/>
            </a:pPr>
            <a:r>
              <a:rPr lang="en-US" sz="2800" i="0" dirty="0">
                <a:solidFill>
                  <a:srgbClr val="0F0F0F"/>
                </a:solidFill>
                <a:effectLst/>
                <a:latin typeface="+mj-lt"/>
              </a:rPr>
              <a:t>SSRF is a web security vulnerability allowing attackers to make HTTP requests to arbitrary domains through a server-side application.</a:t>
            </a:r>
          </a:p>
          <a:p>
            <a:pPr marL="457200" indent="-457200">
              <a:buFont typeface="Arial" panose="020B0604020202020204" pitchFamily="34" charset="0"/>
              <a:buChar char="•"/>
            </a:pPr>
            <a:endParaRPr lang="en-US" sz="2800" i="0" dirty="0">
              <a:solidFill>
                <a:srgbClr val="0F0F0F"/>
              </a:solidFill>
              <a:effectLst/>
              <a:latin typeface="+mj-lt"/>
            </a:endParaRPr>
          </a:p>
          <a:p>
            <a:r>
              <a:rPr lang="en-US" sz="2800" b="1" i="0" dirty="0">
                <a:solidFill>
                  <a:srgbClr val="0F0F0F"/>
                </a:solidFill>
                <a:effectLst/>
                <a:latin typeface="+mj-lt"/>
              </a:rPr>
              <a:t>Common Vulnerabilities in SSRF:</a:t>
            </a:r>
          </a:p>
          <a:p>
            <a:pPr marL="457200" indent="-457200">
              <a:buFont typeface="Arial" panose="020B0604020202020204" pitchFamily="34" charset="0"/>
              <a:buChar char="•"/>
            </a:pPr>
            <a:r>
              <a:rPr lang="en-US" sz="2800" i="0" dirty="0">
                <a:solidFill>
                  <a:srgbClr val="0F0F0F"/>
                </a:solidFill>
                <a:effectLst/>
                <a:latin typeface="+mj-lt"/>
              </a:rPr>
              <a:t>Inadequate Input Validation and Misconfigured URL Parsers</a:t>
            </a:r>
          </a:p>
          <a:p>
            <a:pPr marL="457200" indent="-457200">
              <a:buFont typeface="Arial" panose="020B0604020202020204" pitchFamily="34" charset="0"/>
              <a:buChar char="•"/>
            </a:pPr>
            <a:r>
              <a:rPr lang="en-US" sz="2800" i="0" dirty="0">
                <a:solidFill>
                  <a:srgbClr val="0F0F0F"/>
                </a:solidFill>
                <a:effectLst/>
                <a:latin typeface="+mj-lt"/>
              </a:rPr>
              <a:t>Exploiting Trust Relationships</a:t>
            </a:r>
          </a:p>
          <a:p>
            <a:pPr marL="457200" indent="-457200">
              <a:buFont typeface="Arial" panose="020B0604020202020204" pitchFamily="34" charset="0"/>
              <a:buChar char="•"/>
            </a:pPr>
            <a:endParaRPr lang="en-US" sz="2800" i="0" dirty="0">
              <a:solidFill>
                <a:srgbClr val="0F0F0F"/>
              </a:solidFill>
              <a:effectLst/>
              <a:latin typeface="+mj-lt"/>
            </a:endParaRPr>
          </a:p>
          <a:p>
            <a:r>
              <a:rPr lang="en-US" sz="2800" b="1" i="0" dirty="0">
                <a:solidFill>
                  <a:srgbClr val="0F0F0F"/>
                </a:solidFill>
                <a:effectLst/>
                <a:latin typeface="+mj-lt"/>
              </a:rPr>
              <a:t>Impact of SSRF:</a:t>
            </a:r>
          </a:p>
          <a:p>
            <a:pPr marL="457200" indent="-457200">
              <a:buFont typeface="Arial" panose="020B0604020202020204" pitchFamily="34" charset="0"/>
              <a:buChar char="•"/>
            </a:pPr>
            <a:r>
              <a:rPr lang="en-US" sz="2800" i="0" dirty="0">
                <a:solidFill>
                  <a:srgbClr val="0F0F0F"/>
                </a:solidFill>
                <a:effectLst/>
                <a:latin typeface="+mj-lt"/>
              </a:rPr>
              <a:t>SSRF can be used for internal network reconnaissance, data exfiltration, remote code execution, and bypassing firewalls and access controls.</a:t>
            </a:r>
          </a:p>
          <a:p>
            <a:pPr marL="457200" indent="-457200">
              <a:buFont typeface="Arial" panose="020B0604020202020204" pitchFamily="34" charset="0"/>
              <a:buChar char="•"/>
            </a:pPr>
            <a:endParaRPr lang="en-US" sz="2800" i="0" dirty="0">
              <a:solidFill>
                <a:srgbClr val="0F0F0F"/>
              </a:solidFill>
              <a:effectLst/>
              <a:latin typeface="+mj-lt"/>
            </a:endParaRPr>
          </a:p>
          <a:p>
            <a:r>
              <a:rPr lang="en-US" sz="2800" b="1" i="0" dirty="0">
                <a:solidFill>
                  <a:srgbClr val="0F0F0F"/>
                </a:solidFill>
                <a:effectLst/>
                <a:latin typeface="+mj-lt"/>
              </a:rPr>
              <a:t>Prevention Strategies</a:t>
            </a:r>
            <a:r>
              <a:rPr lang="en-US" sz="2800" i="0" dirty="0">
                <a:solidFill>
                  <a:srgbClr val="0F0F0F"/>
                </a:solidFill>
                <a:effectLst/>
                <a:latin typeface="+mj-lt"/>
              </a:rPr>
              <a:t>:</a:t>
            </a:r>
            <a:r>
              <a:rPr lang="en-US" sz="2800" dirty="0">
                <a:solidFill>
                  <a:srgbClr val="0F0F0F"/>
                </a:solidFill>
                <a:latin typeface="+mj-lt"/>
              </a:rPr>
              <a:t> </a:t>
            </a:r>
            <a:r>
              <a:rPr lang="en-US" sz="2800" i="0" dirty="0">
                <a:solidFill>
                  <a:srgbClr val="0F0F0F"/>
                </a:solidFill>
                <a:effectLst/>
                <a:latin typeface="+mj-lt"/>
              </a:rPr>
              <a:t>Input Validation, URL Parsing and Sanitization.</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3395734245"/>
      </p:ext>
    </p:extLst>
  </p:cSld>
  <p:clrMapOvr>
    <a:masterClrMapping/>
  </p:clrMapOvr>
</p:sld>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TotalTime>
  <Words>667</Words>
  <Application>Microsoft Office PowerPoint</Application>
  <PresentationFormat>Custom</PresentationFormat>
  <Paragraphs>56</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Helvetica Neue</vt:lpstr>
      <vt:lpstr>Helvetica Neue Light</vt:lpstr>
      <vt:lpstr>White</vt:lpstr>
      <vt:lpstr>Chapter 8: Server-side request forgery (SSRF)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Web Security Introduction </dc:title>
  <cp:lastModifiedBy>Ero Sennin</cp:lastModifiedBy>
  <cp:revision>1</cp:revision>
  <dcterms:modified xsi:type="dcterms:W3CDTF">2023-11-30T03:04:54Z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4419168</vt:lpwstr>
  </property>
  <property fmtid="{D5CDD505-2E9C-101B-9397-08002B2CF9AE}" pid="3" name="NXPowerLiteSettings">
    <vt:lpwstr>C700052003A000</vt:lpwstr>
  </property>
  <property fmtid="{D5CDD505-2E9C-101B-9397-08002B2CF9AE}" pid="4" name="NXPowerLiteVersion">
    <vt:lpwstr>D8.0.4</vt:lpwstr>
  </property>
</Properties>
</file>