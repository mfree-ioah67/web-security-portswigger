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8" r:id="rId3"/>
    <p:sldId id="331" r:id="rId4"/>
    <p:sldId id="365" r:id="rId5"/>
    <p:sldId id="366" r:id="rId6"/>
    <p:sldId id="367" r:id="rId7"/>
    <p:sldId id="368" r:id="rId8"/>
    <p:sldId id="369" r:id="rId9"/>
    <p:sldId id="370" r:id="rId10"/>
    <p:sldId id="371" r:id="rId11"/>
    <p:sldId id="372" r:id="rId12"/>
  </p:sldIdLst>
  <p:sldSz cx="13004800" cy="9753600"/>
  <p:notesSz cx="6858000" cy="9144000"/>
  <p:embeddedFontLst>
    <p:embeddedFont>
      <p:font typeface="Helvetica Neue" panose="020B0604020202020204" charset="0"/>
      <p:regular r:id="rId14"/>
      <p:bold r:id="rId15"/>
      <p:italic r:id="rId16"/>
      <p:boldItalic r:id="rId17"/>
    </p:embeddedFont>
    <p:embeddedFont>
      <p:font typeface="Helvetica Neue Light"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3" roundtripDataSignature="AMtx7mhnKKISbOK9ISA8HSU8hUwhbZbY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68E954-BB23-4D38-B117-8308B96177A6}" v="1" dt="2023-11-30T03:15:39.3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94" y="110"/>
      </p:cViewPr>
      <p:guideLst>
        <p:guide orient="horz" pos="3072"/>
        <p:guide pos="4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93" Type="http://customschemas.google.com/relationships/presentationmetadata" Target="metadata"/><Relationship Id="rId9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8.fntdata"/><Relationship Id="rId9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9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o Sennin" userId="03426be40f75dd1c" providerId="LiveId" clId="{B3DC1719-3541-4917-B8A1-E343E06EFC00}"/>
    <pc:docChg chg="undo custSel delSld modSld">
      <pc:chgData name="Ero Sennin" userId="03426be40f75dd1c" providerId="LiveId" clId="{B3DC1719-3541-4917-B8A1-E343E06EFC00}" dt="2023-11-19T04:43:35.855" v="54" actId="47"/>
      <pc:docMkLst>
        <pc:docMk/>
      </pc:docMkLst>
      <pc:sldChg chg="modSp mod">
        <pc:chgData name="Ero Sennin" userId="03426be40f75dd1c" providerId="LiveId" clId="{B3DC1719-3541-4917-B8A1-E343E06EFC00}" dt="2023-11-19T04:36:27.553" v="3" actId="20577"/>
        <pc:sldMkLst>
          <pc:docMk/>
          <pc:sldMk cId="0" sldId="256"/>
        </pc:sldMkLst>
        <pc:spChg chg="mod">
          <ac:chgData name="Ero Sennin" userId="03426be40f75dd1c" providerId="LiveId" clId="{B3DC1719-3541-4917-B8A1-E343E06EFC00}" dt="2023-11-19T04:36:27.553" v="3" actId="20577"/>
          <ac:spMkLst>
            <pc:docMk/>
            <pc:sldMk cId="0" sldId="256"/>
            <ac:spMk id="58" creationId="{00000000-0000-0000-0000-000000000000}"/>
          </ac:spMkLst>
        </pc:spChg>
      </pc:sldChg>
      <pc:sldChg chg="modSp mod">
        <pc:chgData name="Ero Sennin" userId="03426be40f75dd1c" providerId="LiveId" clId="{B3DC1719-3541-4917-B8A1-E343E06EFC00}" dt="2023-11-19T04:36:39.987" v="6"/>
        <pc:sldMkLst>
          <pc:docMk/>
          <pc:sldMk cId="0" sldId="258"/>
        </pc:sldMkLst>
        <pc:spChg chg="mod">
          <ac:chgData name="Ero Sennin" userId="03426be40f75dd1c" providerId="LiveId" clId="{B3DC1719-3541-4917-B8A1-E343E06EFC00}" dt="2023-11-19T04:36:39.987" v="6"/>
          <ac:spMkLst>
            <pc:docMk/>
            <pc:sldMk cId="0" sldId="258"/>
            <ac:spMk id="72" creationId="{00000000-0000-0000-0000-000000000000}"/>
          </ac:spMkLst>
        </pc:spChg>
      </pc:sldChg>
      <pc:sldChg chg="modSp mod">
        <pc:chgData name="Ero Sennin" userId="03426be40f75dd1c" providerId="LiveId" clId="{B3DC1719-3541-4917-B8A1-E343E06EFC00}" dt="2023-11-19T04:38:12.606" v="9" actId="20577"/>
        <pc:sldMkLst>
          <pc:docMk/>
          <pc:sldMk cId="1909956528" sldId="331"/>
        </pc:sldMkLst>
        <pc:spChg chg="mod">
          <ac:chgData name="Ero Sennin" userId="03426be40f75dd1c" providerId="LiveId" clId="{B3DC1719-3541-4917-B8A1-E343E06EFC00}" dt="2023-11-19T04:38:05.249" v="7"/>
          <ac:spMkLst>
            <pc:docMk/>
            <pc:sldMk cId="1909956528" sldId="331"/>
            <ac:spMk id="6" creationId="{52BDBAC3-67AD-4A97-7850-28F18722F0B1}"/>
          </ac:spMkLst>
        </pc:spChg>
        <pc:spChg chg="mod">
          <ac:chgData name="Ero Sennin" userId="03426be40f75dd1c" providerId="LiveId" clId="{B3DC1719-3541-4917-B8A1-E343E06EFC00}" dt="2023-11-19T04:38:12.606" v="9" actId="20577"/>
          <ac:spMkLst>
            <pc:docMk/>
            <pc:sldMk cId="1909956528" sldId="331"/>
            <ac:spMk id="8" creationId="{6CF85C25-FECF-02E7-8B5D-63C724E2B28B}"/>
          </ac:spMkLst>
        </pc:spChg>
      </pc:sldChg>
      <pc:sldChg chg="modSp mod">
        <pc:chgData name="Ero Sennin" userId="03426be40f75dd1c" providerId="LiveId" clId="{B3DC1719-3541-4917-B8A1-E343E06EFC00}" dt="2023-11-19T04:40:21.100" v="21" actId="21"/>
        <pc:sldMkLst>
          <pc:docMk/>
          <pc:sldMk cId="3079585306" sldId="365"/>
        </pc:sldMkLst>
        <pc:spChg chg="mod">
          <ac:chgData name="Ero Sennin" userId="03426be40f75dd1c" providerId="LiveId" clId="{B3DC1719-3541-4917-B8A1-E343E06EFC00}" dt="2023-11-19T04:38:38.803" v="14"/>
          <ac:spMkLst>
            <pc:docMk/>
            <pc:sldMk cId="3079585306" sldId="365"/>
            <ac:spMk id="6" creationId="{52BDBAC3-67AD-4A97-7850-28F18722F0B1}"/>
          </ac:spMkLst>
        </pc:spChg>
        <pc:spChg chg="mod">
          <ac:chgData name="Ero Sennin" userId="03426be40f75dd1c" providerId="LiveId" clId="{B3DC1719-3541-4917-B8A1-E343E06EFC00}" dt="2023-11-19T04:40:21.100" v="21" actId="21"/>
          <ac:spMkLst>
            <pc:docMk/>
            <pc:sldMk cId="3079585306" sldId="365"/>
            <ac:spMk id="8" creationId="{6CF85C25-FECF-02E7-8B5D-63C724E2B28B}"/>
          </ac:spMkLst>
        </pc:spChg>
      </pc:sldChg>
      <pc:sldChg chg="modSp mod">
        <pc:chgData name="Ero Sennin" userId="03426be40f75dd1c" providerId="LiveId" clId="{B3DC1719-3541-4917-B8A1-E343E06EFC00}" dt="2023-11-19T04:41:07.710" v="38" actId="113"/>
        <pc:sldMkLst>
          <pc:docMk/>
          <pc:sldMk cId="1179856051" sldId="366"/>
        </pc:sldMkLst>
        <pc:spChg chg="mod">
          <ac:chgData name="Ero Sennin" userId="03426be40f75dd1c" providerId="LiveId" clId="{B3DC1719-3541-4917-B8A1-E343E06EFC00}" dt="2023-11-19T04:40:48.537" v="27"/>
          <ac:spMkLst>
            <pc:docMk/>
            <pc:sldMk cId="1179856051" sldId="366"/>
            <ac:spMk id="6" creationId="{52BDBAC3-67AD-4A97-7850-28F18722F0B1}"/>
          </ac:spMkLst>
        </pc:spChg>
        <pc:spChg chg="mod">
          <ac:chgData name="Ero Sennin" userId="03426be40f75dd1c" providerId="LiveId" clId="{B3DC1719-3541-4917-B8A1-E343E06EFC00}" dt="2023-11-19T04:41:07.710" v="38" actId="113"/>
          <ac:spMkLst>
            <pc:docMk/>
            <pc:sldMk cId="1179856051" sldId="366"/>
            <ac:spMk id="8" creationId="{6CF85C25-FECF-02E7-8B5D-63C724E2B28B}"/>
          </ac:spMkLst>
        </pc:spChg>
      </pc:sldChg>
      <pc:sldChg chg="modSp mod">
        <pc:chgData name="Ero Sennin" userId="03426be40f75dd1c" providerId="LiveId" clId="{B3DC1719-3541-4917-B8A1-E343E06EFC00}" dt="2023-11-19T04:42:02.926" v="41" actId="20577"/>
        <pc:sldMkLst>
          <pc:docMk/>
          <pc:sldMk cId="1166055557" sldId="367"/>
        </pc:sldMkLst>
        <pc:spChg chg="mod">
          <ac:chgData name="Ero Sennin" userId="03426be40f75dd1c" providerId="LiveId" clId="{B3DC1719-3541-4917-B8A1-E343E06EFC00}" dt="2023-11-19T04:41:57.114" v="39"/>
          <ac:spMkLst>
            <pc:docMk/>
            <pc:sldMk cId="1166055557" sldId="367"/>
            <ac:spMk id="6" creationId="{52BDBAC3-67AD-4A97-7850-28F18722F0B1}"/>
          </ac:spMkLst>
        </pc:spChg>
        <pc:spChg chg="mod">
          <ac:chgData name="Ero Sennin" userId="03426be40f75dd1c" providerId="LiveId" clId="{B3DC1719-3541-4917-B8A1-E343E06EFC00}" dt="2023-11-19T04:42:02.926" v="41" actId="20577"/>
          <ac:spMkLst>
            <pc:docMk/>
            <pc:sldMk cId="1166055557" sldId="367"/>
            <ac:spMk id="8" creationId="{6CF85C25-FECF-02E7-8B5D-63C724E2B28B}"/>
          </ac:spMkLst>
        </pc:spChg>
      </pc:sldChg>
      <pc:sldChg chg="modSp mod">
        <pc:chgData name="Ero Sennin" userId="03426be40f75dd1c" providerId="LiveId" clId="{B3DC1719-3541-4917-B8A1-E343E06EFC00}" dt="2023-11-19T04:42:22.997" v="44" actId="20577"/>
        <pc:sldMkLst>
          <pc:docMk/>
          <pc:sldMk cId="1542159574" sldId="368"/>
        </pc:sldMkLst>
        <pc:spChg chg="mod">
          <ac:chgData name="Ero Sennin" userId="03426be40f75dd1c" providerId="LiveId" clId="{B3DC1719-3541-4917-B8A1-E343E06EFC00}" dt="2023-11-19T04:42:15.394" v="42"/>
          <ac:spMkLst>
            <pc:docMk/>
            <pc:sldMk cId="1542159574" sldId="368"/>
            <ac:spMk id="6" creationId="{52BDBAC3-67AD-4A97-7850-28F18722F0B1}"/>
          </ac:spMkLst>
        </pc:spChg>
        <pc:spChg chg="mod">
          <ac:chgData name="Ero Sennin" userId="03426be40f75dd1c" providerId="LiveId" clId="{B3DC1719-3541-4917-B8A1-E343E06EFC00}" dt="2023-11-19T04:42:22.997" v="44" actId="20577"/>
          <ac:spMkLst>
            <pc:docMk/>
            <pc:sldMk cId="1542159574" sldId="368"/>
            <ac:spMk id="8" creationId="{6CF85C25-FECF-02E7-8B5D-63C724E2B28B}"/>
          </ac:spMkLst>
        </pc:spChg>
      </pc:sldChg>
      <pc:sldChg chg="modSp mod">
        <pc:chgData name="Ero Sennin" userId="03426be40f75dd1c" providerId="LiveId" clId="{B3DC1719-3541-4917-B8A1-E343E06EFC00}" dt="2023-11-19T04:42:46.193" v="47" actId="20577"/>
        <pc:sldMkLst>
          <pc:docMk/>
          <pc:sldMk cId="780176159" sldId="369"/>
        </pc:sldMkLst>
        <pc:spChg chg="mod">
          <ac:chgData name="Ero Sennin" userId="03426be40f75dd1c" providerId="LiveId" clId="{B3DC1719-3541-4917-B8A1-E343E06EFC00}" dt="2023-11-19T04:42:40.202" v="45"/>
          <ac:spMkLst>
            <pc:docMk/>
            <pc:sldMk cId="780176159" sldId="369"/>
            <ac:spMk id="6" creationId="{52BDBAC3-67AD-4A97-7850-28F18722F0B1}"/>
          </ac:spMkLst>
        </pc:spChg>
        <pc:spChg chg="mod">
          <ac:chgData name="Ero Sennin" userId="03426be40f75dd1c" providerId="LiveId" clId="{B3DC1719-3541-4917-B8A1-E343E06EFC00}" dt="2023-11-19T04:42:46.193" v="47" actId="20577"/>
          <ac:spMkLst>
            <pc:docMk/>
            <pc:sldMk cId="780176159" sldId="369"/>
            <ac:spMk id="8" creationId="{6CF85C25-FECF-02E7-8B5D-63C724E2B28B}"/>
          </ac:spMkLst>
        </pc:spChg>
      </pc:sldChg>
      <pc:sldChg chg="modSp mod">
        <pc:chgData name="Ero Sennin" userId="03426be40f75dd1c" providerId="LiveId" clId="{B3DC1719-3541-4917-B8A1-E343E06EFC00}" dt="2023-11-19T04:43:10.013" v="50" actId="20577"/>
        <pc:sldMkLst>
          <pc:docMk/>
          <pc:sldMk cId="4227814038" sldId="370"/>
        </pc:sldMkLst>
        <pc:spChg chg="mod">
          <ac:chgData name="Ero Sennin" userId="03426be40f75dd1c" providerId="LiveId" clId="{B3DC1719-3541-4917-B8A1-E343E06EFC00}" dt="2023-11-19T04:43:04.109" v="48"/>
          <ac:spMkLst>
            <pc:docMk/>
            <pc:sldMk cId="4227814038" sldId="370"/>
            <ac:spMk id="6" creationId="{52BDBAC3-67AD-4A97-7850-28F18722F0B1}"/>
          </ac:spMkLst>
        </pc:spChg>
        <pc:spChg chg="mod">
          <ac:chgData name="Ero Sennin" userId="03426be40f75dd1c" providerId="LiveId" clId="{B3DC1719-3541-4917-B8A1-E343E06EFC00}" dt="2023-11-19T04:43:10.013" v="50" actId="20577"/>
          <ac:spMkLst>
            <pc:docMk/>
            <pc:sldMk cId="4227814038" sldId="370"/>
            <ac:spMk id="8" creationId="{6CF85C25-FECF-02E7-8B5D-63C724E2B28B}"/>
          </ac:spMkLst>
        </pc:spChg>
      </pc:sldChg>
      <pc:sldChg chg="modSp mod">
        <pc:chgData name="Ero Sennin" userId="03426be40f75dd1c" providerId="LiveId" clId="{B3DC1719-3541-4917-B8A1-E343E06EFC00}" dt="2023-11-19T04:43:31.928" v="53" actId="20577"/>
        <pc:sldMkLst>
          <pc:docMk/>
          <pc:sldMk cId="3853773006" sldId="371"/>
        </pc:sldMkLst>
        <pc:spChg chg="mod">
          <ac:chgData name="Ero Sennin" userId="03426be40f75dd1c" providerId="LiveId" clId="{B3DC1719-3541-4917-B8A1-E343E06EFC00}" dt="2023-11-19T04:43:26.077" v="51"/>
          <ac:spMkLst>
            <pc:docMk/>
            <pc:sldMk cId="3853773006" sldId="371"/>
            <ac:spMk id="6" creationId="{52BDBAC3-67AD-4A97-7850-28F18722F0B1}"/>
          </ac:spMkLst>
        </pc:spChg>
        <pc:spChg chg="mod">
          <ac:chgData name="Ero Sennin" userId="03426be40f75dd1c" providerId="LiveId" clId="{B3DC1719-3541-4917-B8A1-E343E06EFC00}" dt="2023-11-19T04:43:31.928" v="53" actId="20577"/>
          <ac:spMkLst>
            <pc:docMk/>
            <pc:sldMk cId="3853773006" sldId="371"/>
            <ac:spMk id="8" creationId="{6CF85C25-FECF-02E7-8B5D-63C724E2B28B}"/>
          </ac:spMkLst>
        </pc:spChg>
      </pc:sldChg>
      <pc:sldChg chg="del">
        <pc:chgData name="Ero Sennin" userId="03426be40f75dd1c" providerId="LiveId" clId="{B3DC1719-3541-4917-B8A1-E343E06EFC00}" dt="2023-11-19T04:43:35.855" v="54" actId="47"/>
        <pc:sldMkLst>
          <pc:docMk/>
          <pc:sldMk cId="784932187" sldId="372"/>
        </pc:sldMkLst>
      </pc:sldChg>
      <pc:sldChg chg="addSp delSp modSp mod">
        <pc:chgData name="Ero Sennin" userId="03426be40f75dd1c" providerId="LiveId" clId="{B3DC1719-3541-4917-B8A1-E343E06EFC00}" dt="2023-11-19T04:40:41.294" v="26"/>
        <pc:sldMkLst>
          <pc:docMk/>
          <pc:sldMk cId="1960463523" sldId="373"/>
        </pc:sldMkLst>
        <pc:spChg chg="add mod">
          <ac:chgData name="Ero Sennin" userId="03426be40f75dd1c" providerId="LiveId" clId="{B3DC1719-3541-4917-B8A1-E343E06EFC00}" dt="2023-11-19T04:40:41.294" v="26"/>
          <ac:spMkLst>
            <pc:docMk/>
            <pc:sldMk cId="1960463523" sldId="373"/>
            <ac:spMk id="2" creationId="{61D0143E-1412-7F56-8271-262FA1575E46}"/>
          </ac:spMkLst>
        </pc:spChg>
        <pc:spChg chg="del">
          <ac:chgData name="Ero Sennin" userId="03426be40f75dd1c" providerId="LiveId" clId="{B3DC1719-3541-4917-B8A1-E343E06EFC00}" dt="2023-11-19T04:40:40.418" v="25" actId="478"/>
          <ac:spMkLst>
            <pc:docMk/>
            <pc:sldMk cId="1960463523" sldId="373"/>
            <ac:spMk id="6" creationId="{52BDBAC3-67AD-4A97-7850-28F18722F0B1}"/>
          </ac:spMkLst>
        </pc:spChg>
        <pc:spChg chg="mod">
          <ac:chgData name="Ero Sennin" userId="03426be40f75dd1c" providerId="LiveId" clId="{B3DC1719-3541-4917-B8A1-E343E06EFC00}" dt="2023-11-19T04:40:30.645" v="24" actId="113"/>
          <ac:spMkLst>
            <pc:docMk/>
            <pc:sldMk cId="1960463523" sldId="373"/>
            <ac:spMk id="8" creationId="{6CF85C25-FECF-02E7-8B5D-63C724E2B28B}"/>
          </ac:spMkLst>
        </pc:spChg>
      </pc:sldChg>
    </pc:docChg>
  </pc:docChgLst>
  <pc:docChgLst>
    <pc:chgData name="Ero Sennin" userId="03426be40f75dd1c" providerId="LiveId" clId="{59AC1DFC-6538-4039-B625-EF0FC9C0D4A9}"/>
    <pc:docChg chg="undo redo custSel addSld delSld modSld sldOrd">
      <pc:chgData name="Ero Sennin" userId="03426be40f75dd1c" providerId="LiveId" clId="{59AC1DFC-6538-4039-B625-EF0FC9C0D4A9}" dt="2023-11-18T17:59:14.621" v="1116" actId="20577"/>
      <pc:docMkLst>
        <pc:docMk/>
      </pc:docMkLst>
      <pc:sldChg chg="modSp mod">
        <pc:chgData name="Ero Sennin" userId="03426be40f75dd1c" providerId="LiveId" clId="{59AC1DFC-6538-4039-B625-EF0FC9C0D4A9}" dt="2023-11-18T14:54:26.230" v="165" actId="1076"/>
        <pc:sldMkLst>
          <pc:docMk/>
          <pc:sldMk cId="0" sldId="256"/>
        </pc:sldMkLst>
        <pc:spChg chg="mod">
          <ac:chgData name="Ero Sennin" userId="03426be40f75dd1c" providerId="LiveId" clId="{59AC1DFC-6538-4039-B625-EF0FC9C0D4A9}" dt="2023-11-18T14:54:26.230" v="165" actId="1076"/>
          <ac:spMkLst>
            <pc:docMk/>
            <pc:sldMk cId="0" sldId="256"/>
            <ac:spMk id="58" creationId="{00000000-0000-0000-0000-000000000000}"/>
          </ac:spMkLst>
        </pc:spChg>
      </pc:sldChg>
      <pc:sldChg chg="del">
        <pc:chgData name="Ero Sennin" userId="03426be40f75dd1c" providerId="LiveId" clId="{59AC1DFC-6538-4039-B625-EF0FC9C0D4A9}" dt="2023-11-18T14:50:22.157" v="0" actId="47"/>
        <pc:sldMkLst>
          <pc:docMk/>
          <pc:sldMk cId="0" sldId="257"/>
        </pc:sldMkLst>
      </pc:sldChg>
      <pc:sldChg chg="addSp delSp modSp mod">
        <pc:chgData name="Ero Sennin" userId="03426be40f75dd1c" providerId="LiveId" clId="{59AC1DFC-6538-4039-B625-EF0FC9C0D4A9}" dt="2023-11-18T17:21:37.591" v="800" actId="1076"/>
        <pc:sldMkLst>
          <pc:docMk/>
          <pc:sldMk cId="0" sldId="258"/>
        </pc:sldMkLst>
        <pc:spChg chg="mod">
          <ac:chgData name="Ero Sennin" userId="03426be40f75dd1c" providerId="LiveId" clId="{59AC1DFC-6538-4039-B625-EF0FC9C0D4A9}" dt="2023-11-18T14:53:27.289" v="139" actId="20577"/>
          <ac:spMkLst>
            <pc:docMk/>
            <pc:sldMk cId="0" sldId="258"/>
            <ac:spMk id="71" creationId="{00000000-0000-0000-0000-000000000000}"/>
          </ac:spMkLst>
        </pc:spChg>
        <pc:spChg chg="mod">
          <ac:chgData name="Ero Sennin" userId="03426be40f75dd1c" providerId="LiveId" clId="{59AC1DFC-6538-4039-B625-EF0FC9C0D4A9}" dt="2023-11-18T17:21:37.591" v="800" actId="1076"/>
          <ac:spMkLst>
            <pc:docMk/>
            <pc:sldMk cId="0" sldId="258"/>
            <ac:spMk id="72" creationId="{00000000-0000-0000-0000-000000000000}"/>
          </ac:spMkLst>
        </pc:spChg>
        <pc:picChg chg="add mod">
          <ac:chgData name="Ero Sennin" userId="03426be40f75dd1c" providerId="LiveId" clId="{59AC1DFC-6538-4039-B625-EF0FC9C0D4A9}" dt="2023-11-18T15:58:49.678" v="487" actId="1076"/>
          <ac:picMkLst>
            <pc:docMk/>
            <pc:sldMk cId="0" sldId="258"/>
            <ac:picMk id="2" creationId="{27AEA11D-58DC-E73A-C89B-4CF0EC2B9DE0}"/>
          </ac:picMkLst>
        </pc:picChg>
        <pc:picChg chg="del">
          <ac:chgData name="Ero Sennin" userId="03426be40f75dd1c" providerId="LiveId" clId="{59AC1DFC-6538-4039-B625-EF0FC9C0D4A9}" dt="2023-11-18T14:50:29.025" v="1" actId="478"/>
          <ac:picMkLst>
            <pc:docMk/>
            <pc:sldMk cId="0" sldId="258"/>
            <ac:picMk id="69" creationId="{00000000-0000-0000-0000-000000000000}"/>
          </ac:picMkLst>
        </pc:picChg>
      </pc:sldChg>
      <pc:sldChg chg="del">
        <pc:chgData name="Ero Sennin" userId="03426be40f75dd1c" providerId="LiveId" clId="{59AC1DFC-6538-4039-B625-EF0FC9C0D4A9}" dt="2023-11-18T14:50:36.162" v="2" actId="47"/>
        <pc:sldMkLst>
          <pc:docMk/>
          <pc:sldMk cId="0" sldId="259"/>
        </pc:sldMkLst>
      </pc:sldChg>
      <pc:sldChg chg="delSp modSp del mod">
        <pc:chgData name="Ero Sennin" userId="03426be40f75dd1c" providerId="LiveId" clId="{59AC1DFC-6538-4039-B625-EF0FC9C0D4A9}" dt="2023-11-18T17:13:22.272" v="765" actId="47"/>
        <pc:sldMkLst>
          <pc:docMk/>
          <pc:sldMk cId="0" sldId="260"/>
        </pc:sldMkLst>
        <pc:picChg chg="del mod">
          <ac:chgData name="Ero Sennin" userId="03426be40f75dd1c" providerId="LiveId" clId="{59AC1DFC-6538-4039-B625-EF0FC9C0D4A9}" dt="2023-11-18T14:54:41.683" v="167" actId="478"/>
          <ac:picMkLst>
            <pc:docMk/>
            <pc:sldMk cId="0" sldId="260"/>
            <ac:picMk id="91" creationId="{00000000-0000-0000-0000-000000000000}"/>
          </ac:picMkLst>
        </pc:picChg>
      </pc:sldChg>
      <pc:sldChg chg="del">
        <pc:chgData name="Ero Sennin" userId="03426be40f75dd1c" providerId="LiveId" clId="{59AC1DFC-6538-4039-B625-EF0FC9C0D4A9}" dt="2023-11-18T17:13:22.272" v="765" actId="47"/>
        <pc:sldMkLst>
          <pc:docMk/>
          <pc:sldMk cId="0" sldId="261"/>
        </pc:sldMkLst>
      </pc:sldChg>
      <pc:sldChg chg="del">
        <pc:chgData name="Ero Sennin" userId="03426be40f75dd1c" providerId="LiveId" clId="{59AC1DFC-6538-4039-B625-EF0FC9C0D4A9}" dt="2023-11-18T17:13:22.272" v="765" actId="47"/>
        <pc:sldMkLst>
          <pc:docMk/>
          <pc:sldMk cId="0" sldId="262"/>
        </pc:sldMkLst>
      </pc:sldChg>
      <pc:sldChg chg="del">
        <pc:chgData name="Ero Sennin" userId="03426be40f75dd1c" providerId="LiveId" clId="{59AC1DFC-6538-4039-B625-EF0FC9C0D4A9}" dt="2023-11-18T17:13:22.272" v="765" actId="47"/>
        <pc:sldMkLst>
          <pc:docMk/>
          <pc:sldMk cId="0" sldId="263"/>
        </pc:sldMkLst>
      </pc:sldChg>
      <pc:sldChg chg="add del">
        <pc:chgData name="Ero Sennin" userId="03426be40f75dd1c" providerId="LiveId" clId="{59AC1DFC-6538-4039-B625-EF0FC9C0D4A9}" dt="2023-11-18T17:13:22.272" v="765" actId="47"/>
        <pc:sldMkLst>
          <pc:docMk/>
          <pc:sldMk cId="0" sldId="264"/>
        </pc:sldMkLst>
      </pc:sldChg>
      <pc:sldChg chg="del">
        <pc:chgData name="Ero Sennin" userId="03426be40f75dd1c" providerId="LiveId" clId="{59AC1DFC-6538-4039-B625-EF0FC9C0D4A9}" dt="2023-11-18T17:13:22.272" v="765" actId="47"/>
        <pc:sldMkLst>
          <pc:docMk/>
          <pc:sldMk cId="0" sldId="265"/>
        </pc:sldMkLst>
      </pc:sldChg>
      <pc:sldChg chg="del">
        <pc:chgData name="Ero Sennin" userId="03426be40f75dd1c" providerId="LiveId" clId="{59AC1DFC-6538-4039-B625-EF0FC9C0D4A9}" dt="2023-11-18T17:13:22.272" v="765" actId="47"/>
        <pc:sldMkLst>
          <pc:docMk/>
          <pc:sldMk cId="0" sldId="266"/>
        </pc:sldMkLst>
      </pc:sldChg>
      <pc:sldChg chg="del">
        <pc:chgData name="Ero Sennin" userId="03426be40f75dd1c" providerId="LiveId" clId="{59AC1DFC-6538-4039-B625-EF0FC9C0D4A9}" dt="2023-11-18T17:13:22.272" v="765" actId="47"/>
        <pc:sldMkLst>
          <pc:docMk/>
          <pc:sldMk cId="0" sldId="267"/>
        </pc:sldMkLst>
      </pc:sldChg>
      <pc:sldChg chg="del">
        <pc:chgData name="Ero Sennin" userId="03426be40f75dd1c" providerId="LiveId" clId="{59AC1DFC-6538-4039-B625-EF0FC9C0D4A9}" dt="2023-11-18T17:13:22.272" v="765" actId="47"/>
        <pc:sldMkLst>
          <pc:docMk/>
          <pc:sldMk cId="0" sldId="268"/>
        </pc:sldMkLst>
      </pc:sldChg>
      <pc:sldChg chg="del">
        <pc:chgData name="Ero Sennin" userId="03426be40f75dd1c" providerId="LiveId" clId="{59AC1DFC-6538-4039-B625-EF0FC9C0D4A9}" dt="2023-11-18T17:13:22.272" v="765" actId="47"/>
        <pc:sldMkLst>
          <pc:docMk/>
          <pc:sldMk cId="0" sldId="269"/>
        </pc:sldMkLst>
      </pc:sldChg>
      <pc:sldChg chg="del">
        <pc:chgData name="Ero Sennin" userId="03426be40f75dd1c" providerId="LiveId" clId="{59AC1DFC-6538-4039-B625-EF0FC9C0D4A9}" dt="2023-11-18T17:13:22.272" v="765" actId="47"/>
        <pc:sldMkLst>
          <pc:docMk/>
          <pc:sldMk cId="0" sldId="270"/>
        </pc:sldMkLst>
      </pc:sldChg>
      <pc:sldChg chg="del">
        <pc:chgData name="Ero Sennin" userId="03426be40f75dd1c" providerId="LiveId" clId="{59AC1DFC-6538-4039-B625-EF0FC9C0D4A9}" dt="2023-11-18T17:13:22.272" v="765" actId="47"/>
        <pc:sldMkLst>
          <pc:docMk/>
          <pc:sldMk cId="0" sldId="271"/>
        </pc:sldMkLst>
      </pc:sldChg>
      <pc:sldChg chg="del">
        <pc:chgData name="Ero Sennin" userId="03426be40f75dd1c" providerId="LiveId" clId="{59AC1DFC-6538-4039-B625-EF0FC9C0D4A9}" dt="2023-11-18T17:13:22.272" v="765" actId="47"/>
        <pc:sldMkLst>
          <pc:docMk/>
          <pc:sldMk cId="0" sldId="272"/>
        </pc:sldMkLst>
      </pc:sldChg>
      <pc:sldChg chg="del">
        <pc:chgData name="Ero Sennin" userId="03426be40f75dd1c" providerId="LiveId" clId="{59AC1DFC-6538-4039-B625-EF0FC9C0D4A9}" dt="2023-11-18T17:13:22.272" v="765" actId="47"/>
        <pc:sldMkLst>
          <pc:docMk/>
          <pc:sldMk cId="0" sldId="273"/>
        </pc:sldMkLst>
      </pc:sldChg>
      <pc:sldChg chg="del">
        <pc:chgData name="Ero Sennin" userId="03426be40f75dd1c" providerId="LiveId" clId="{59AC1DFC-6538-4039-B625-EF0FC9C0D4A9}" dt="2023-11-18T17:13:22.272" v="765" actId="47"/>
        <pc:sldMkLst>
          <pc:docMk/>
          <pc:sldMk cId="0" sldId="274"/>
        </pc:sldMkLst>
      </pc:sldChg>
      <pc:sldChg chg="del">
        <pc:chgData name="Ero Sennin" userId="03426be40f75dd1c" providerId="LiveId" clId="{59AC1DFC-6538-4039-B625-EF0FC9C0D4A9}" dt="2023-11-18T17:13:22.272" v="765" actId="47"/>
        <pc:sldMkLst>
          <pc:docMk/>
          <pc:sldMk cId="0" sldId="275"/>
        </pc:sldMkLst>
      </pc:sldChg>
      <pc:sldChg chg="del">
        <pc:chgData name="Ero Sennin" userId="03426be40f75dd1c" providerId="LiveId" clId="{59AC1DFC-6538-4039-B625-EF0FC9C0D4A9}" dt="2023-11-18T17:13:22.272" v="765" actId="47"/>
        <pc:sldMkLst>
          <pc:docMk/>
          <pc:sldMk cId="0" sldId="276"/>
        </pc:sldMkLst>
      </pc:sldChg>
      <pc:sldChg chg="del">
        <pc:chgData name="Ero Sennin" userId="03426be40f75dd1c" providerId="LiveId" clId="{59AC1DFC-6538-4039-B625-EF0FC9C0D4A9}" dt="2023-11-18T17:13:22.272" v="765" actId="47"/>
        <pc:sldMkLst>
          <pc:docMk/>
          <pc:sldMk cId="0" sldId="277"/>
        </pc:sldMkLst>
      </pc:sldChg>
      <pc:sldChg chg="del">
        <pc:chgData name="Ero Sennin" userId="03426be40f75dd1c" providerId="LiveId" clId="{59AC1DFC-6538-4039-B625-EF0FC9C0D4A9}" dt="2023-11-18T17:13:22.272" v="765" actId="47"/>
        <pc:sldMkLst>
          <pc:docMk/>
          <pc:sldMk cId="0" sldId="278"/>
        </pc:sldMkLst>
      </pc:sldChg>
      <pc:sldChg chg="del">
        <pc:chgData name="Ero Sennin" userId="03426be40f75dd1c" providerId="LiveId" clId="{59AC1DFC-6538-4039-B625-EF0FC9C0D4A9}" dt="2023-11-18T17:13:22.272" v="765" actId="47"/>
        <pc:sldMkLst>
          <pc:docMk/>
          <pc:sldMk cId="0" sldId="279"/>
        </pc:sldMkLst>
      </pc:sldChg>
      <pc:sldChg chg="del">
        <pc:chgData name="Ero Sennin" userId="03426be40f75dd1c" providerId="LiveId" clId="{59AC1DFC-6538-4039-B625-EF0FC9C0D4A9}" dt="2023-11-18T17:13:22.272" v="765" actId="47"/>
        <pc:sldMkLst>
          <pc:docMk/>
          <pc:sldMk cId="0" sldId="280"/>
        </pc:sldMkLst>
      </pc:sldChg>
      <pc:sldChg chg="del">
        <pc:chgData name="Ero Sennin" userId="03426be40f75dd1c" providerId="LiveId" clId="{59AC1DFC-6538-4039-B625-EF0FC9C0D4A9}" dt="2023-11-18T17:13:22.272" v="765" actId="47"/>
        <pc:sldMkLst>
          <pc:docMk/>
          <pc:sldMk cId="0" sldId="281"/>
        </pc:sldMkLst>
      </pc:sldChg>
      <pc:sldChg chg="del">
        <pc:chgData name="Ero Sennin" userId="03426be40f75dd1c" providerId="LiveId" clId="{59AC1DFC-6538-4039-B625-EF0FC9C0D4A9}" dt="2023-11-18T17:13:22.272" v="765" actId="47"/>
        <pc:sldMkLst>
          <pc:docMk/>
          <pc:sldMk cId="0" sldId="282"/>
        </pc:sldMkLst>
      </pc:sldChg>
      <pc:sldChg chg="del">
        <pc:chgData name="Ero Sennin" userId="03426be40f75dd1c" providerId="LiveId" clId="{59AC1DFC-6538-4039-B625-EF0FC9C0D4A9}" dt="2023-11-18T17:13:22.272" v="765" actId="47"/>
        <pc:sldMkLst>
          <pc:docMk/>
          <pc:sldMk cId="0" sldId="283"/>
        </pc:sldMkLst>
      </pc:sldChg>
      <pc:sldChg chg="del">
        <pc:chgData name="Ero Sennin" userId="03426be40f75dd1c" providerId="LiveId" clId="{59AC1DFC-6538-4039-B625-EF0FC9C0D4A9}" dt="2023-11-18T17:13:22.272" v="765" actId="47"/>
        <pc:sldMkLst>
          <pc:docMk/>
          <pc:sldMk cId="0" sldId="284"/>
        </pc:sldMkLst>
      </pc:sldChg>
      <pc:sldChg chg="del">
        <pc:chgData name="Ero Sennin" userId="03426be40f75dd1c" providerId="LiveId" clId="{59AC1DFC-6538-4039-B625-EF0FC9C0D4A9}" dt="2023-11-18T17:13:22.272" v="765" actId="47"/>
        <pc:sldMkLst>
          <pc:docMk/>
          <pc:sldMk cId="0" sldId="285"/>
        </pc:sldMkLst>
      </pc:sldChg>
      <pc:sldChg chg="del">
        <pc:chgData name="Ero Sennin" userId="03426be40f75dd1c" providerId="LiveId" clId="{59AC1DFC-6538-4039-B625-EF0FC9C0D4A9}" dt="2023-11-18T17:13:22.272" v="765" actId="47"/>
        <pc:sldMkLst>
          <pc:docMk/>
          <pc:sldMk cId="0" sldId="286"/>
        </pc:sldMkLst>
      </pc:sldChg>
      <pc:sldChg chg="del">
        <pc:chgData name="Ero Sennin" userId="03426be40f75dd1c" providerId="LiveId" clId="{59AC1DFC-6538-4039-B625-EF0FC9C0D4A9}" dt="2023-11-18T17:13:22.272" v="765" actId="47"/>
        <pc:sldMkLst>
          <pc:docMk/>
          <pc:sldMk cId="0" sldId="287"/>
        </pc:sldMkLst>
      </pc:sldChg>
      <pc:sldChg chg="del">
        <pc:chgData name="Ero Sennin" userId="03426be40f75dd1c" providerId="LiveId" clId="{59AC1DFC-6538-4039-B625-EF0FC9C0D4A9}" dt="2023-11-18T17:13:22.272" v="765" actId="47"/>
        <pc:sldMkLst>
          <pc:docMk/>
          <pc:sldMk cId="0" sldId="288"/>
        </pc:sldMkLst>
      </pc:sldChg>
      <pc:sldChg chg="del">
        <pc:chgData name="Ero Sennin" userId="03426be40f75dd1c" providerId="LiveId" clId="{59AC1DFC-6538-4039-B625-EF0FC9C0D4A9}" dt="2023-11-18T17:13:22.272" v="765" actId="47"/>
        <pc:sldMkLst>
          <pc:docMk/>
          <pc:sldMk cId="0" sldId="289"/>
        </pc:sldMkLst>
      </pc:sldChg>
      <pc:sldChg chg="del">
        <pc:chgData name="Ero Sennin" userId="03426be40f75dd1c" providerId="LiveId" clId="{59AC1DFC-6538-4039-B625-EF0FC9C0D4A9}" dt="2023-11-18T17:13:22.272" v="765" actId="47"/>
        <pc:sldMkLst>
          <pc:docMk/>
          <pc:sldMk cId="0" sldId="290"/>
        </pc:sldMkLst>
      </pc:sldChg>
      <pc:sldChg chg="del">
        <pc:chgData name="Ero Sennin" userId="03426be40f75dd1c" providerId="LiveId" clId="{59AC1DFC-6538-4039-B625-EF0FC9C0D4A9}" dt="2023-11-18T17:13:22.272" v="765" actId="47"/>
        <pc:sldMkLst>
          <pc:docMk/>
          <pc:sldMk cId="0" sldId="291"/>
        </pc:sldMkLst>
      </pc:sldChg>
      <pc:sldChg chg="del">
        <pc:chgData name="Ero Sennin" userId="03426be40f75dd1c" providerId="LiveId" clId="{59AC1DFC-6538-4039-B625-EF0FC9C0D4A9}" dt="2023-11-18T17:13:22.272" v="765" actId="47"/>
        <pc:sldMkLst>
          <pc:docMk/>
          <pc:sldMk cId="0" sldId="292"/>
        </pc:sldMkLst>
      </pc:sldChg>
      <pc:sldChg chg="del">
        <pc:chgData name="Ero Sennin" userId="03426be40f75dd1c" providerId="LiveId" clId="{59AC1DFC-6538-4039-B625-EF0FC9C0D4A9}" dt="2023-11-18T17:13:22.272" v="765" actId="47"/>
        <pc:sldMkLst>
          <pc:docMk/>
          <pc:sldMk cId="0" sldId="293"/>
        </pc:sldMkLst>
      </pc:sldChg>
      <pc:sldChg chg="del">
        <pc:chgData name="Ero Sennin" userId="03426be40f75dd1c" providerId="LiveId" clId="{59AC1DFC-6538-4039-B625-EF0FC9C0D4A9}" dt="2023-11-18T17:13:22.272" v="765" actId="47"/>
        <pc:sldMkLst>
          <pc:docMk/>
          <pc:sldMk cId="0" sldId="294"/>
        </pc:sldMkLst>
      </pc:sldChg>
      <pc:sldChg chg="del">
        <pc:chgData name="Ero Sennin" userId="03426be40f75dd1c" providerId="LiveId" clId="{59AC1DFC-6538-4039-B625-EF0FC9C0D4A9}" dt="2023-11-18T17:13:22.272" v="765" actId="47"/>
        <pc:sldMkLst>
          <pc:docMk/>
          <pc:sldMk cId="0" sldId="295"/>
        </pc:sldMkLst>
      </pc:sldChg>
      <pc:sldChg chg="del">
        <pc:chgData name="Ero Sennin" userId="03426be40f75dd1c" providerId="LiveId" clId="{59AC1DFC-6538-4039-B625-EF0FC9C0D4A9}" dt="2023-11-18T17:13:22.272" v="765" actId="47"/>
        <pc:sldMkLst>
          <pc:docMk/>
          <pc:sldMk cId="0" sldId="296"/>
        </pc:sldMkLst>
      </pc:sldChg>
      <pc:sldChg chg="del">
        <pc:chgData name="Ero Sennin" userId="03426be40f75dd1c" providerId="LiveId" clId="{59AC1DFC-6538-4039-B625-EF0FC9C0D4A9}" dt="2023-11-18T17:13:22.272" v="765" actId="47"/>
        <pc:sldMkLst>
          <pc:docMk/>
          <pc:sldMk cId="0" sldId="297"/>
        </pc:sldMkLst>
      </pc:sldChg>
      <pc:sldChg chg="del">
        <pc:chgData name="Ero Sennin" userId="03426be40f75dd1c" providerId="LiveId" clId="{59AC1DFC-6538-4039-B625-EF0FC9C0D4A9}" dt="2023-11-18T17:13:22.272" v="765" actId="47"/>
        <pc:sldMkLst>
          <pc:docMk/>
          <pc:sldMk cId="0" sldId="298"/>
        </pc:sldMkLst>
      </pc:sldChg>
      <pc:sldChg chg="del">
        <pc:chgData name="Ero Sennin" userId="03426be40f75dd1c" providerId="LiveId" clId="{59AC1DFC-6538-4039-B625-EF0FC9C0D4A9}" dt="2023-11-18T17:13:22.272" v="765" actId="47"/>
        <pc:sldMkLst>
          <pc:docMk/>
          <pc:sldMk cId="0" sldId="299"/>
        </pc:sldMkLst>
      </pc:sldChg>
      <pc:sldChg chg="del">
        <pc:chgData name="Ero Sennin" userId="03426be40f75dd1c" providerId="LiveId" clId="{59AC1DFC-6538-4039-B625-EF0FC9C0D4A9}" dt="2023-11-18T17:13:22.272" v="765" actId="47"/>
        <pc:sldMkLst>
          <pc:docMk/>
          <pc:sldMk cId="0" sldId="300"/>
        </pc:sldMkLst>
      </pc:sldChg>
      <pc:sldChg chg="del">
        <pc:chgData name="Ero Sennin" userId="03426be40f75dd1c" providerId="LiveId" clId="{59AC1DFC-6538-4039-B625-EF0FC9C0D4A9}" dt="2023-11-18T17:13:22.272" v="765" actId="47"/>
        <pc:sldMkLst>
          <pc:docMk/>
          <pc:sldMk cId="0" sldId="301"/>
        </pc:sldMkLst>
      </pc:sldChg>
      <pc:sldChg chg="del">
        <pc:chgData name="Ero Sennin" userId="03426be40f75dd1c" providerId="LiveId" clId="{59AC1DFC-6538-4039-B625-EF0FC9C0D4A9}" dt="2023-11-18T17:13:22.272" v="765" actId="47"/>
        <pc:sldMkLst>
          <pc:docMk/>
          <pc:sldMk cId="0" sldId="302"/>
        </pc:sldMkLst>
      </pc:sldChg>
      <pc:sldChg chg="del">
        <pc:chgData name="Ero Sennin" userId="03426be40f75dd1c" providerId="LiveId" clId="{59AC1DFC-6538-4039-B625-EF0FC9C0D4A9}" dt="2023-11-18T17:13:22.272" v="765" actId="47"/>
        <pc:sldMkLst>
          <pc:docMk/>
          <pc:sldMk cId="0" sldId="303"/>
        </pc:sldMkLst>
      </pc:sldChg>
      <pc:sldChg chg="del">
        <pc:chgData name="Ero Sennin" userId="03426be40f75dd1c" providerId="LiveId" clId="{59AC1DFC-6538-4039-B625-EF0FC9C0D4A9}" dt="2023-11-18T17:13:22.272" v="765" actId="47"/>
        <pc:sldMkLst>
          <pc:docMk/>
          <pc:sldMk cId="0" sldId="304"/>
        </pc:sldMkLst>
      </pc:sldChg>
      <pc:sldChg chg="del">
        <pc:chgData name="Ero Sennin" userId="03426be40f75dd1c" providerId="LiveId" clId="{59AC1DFC-6538-4039-B625-EF0FC9C0D4A9}" dt="2023-11-18T17:13:22.272" v="765" actId="47"/>
        <pc:sldMkLst>
          <pc:docMk/>
          <pc:sldMk cId="0" sldId="305"/>
        </pc:sldMkLst>
      </pc:sldChg>
      <pc:sldChg chg="del">
        <pc:chgData name="Ero Sennin" userId="03426be40f75dd1c" providerId="LiveId" clId="{59AC1DFC-6538-4039-B625-EF0FC9C0D4A9}" dt="2023-11-18T17:13:22.272" v="765" actId="47"/>
        <pc:sldMkLst>
          <pc:docMk/>
          <pc:sldMk cId="0" sldId="306"/>
        </pc:sldMkLst>
      </pc:sldChg>
      <pc:sldChg chg="del">
        <pc:chgData name="Ero Sennin" userId="03426be40f75dd1c" providerId="LiveId" clId="{59AC1DFC-6538-4039-B625-EF0FC9C0D4A9}" dt="2023-11-18T17:13:22.272" v="765" actId="47"/>
        <pc:sldMkLst>
          <pc:docMk/>
          <pc:sldMk cId="0" sldId="307"/>
        </pc:sldMkLst>
      </pc:sldChg>
      <pc:sldChg chg="del">
        <pc:chgData name="Ero Sennin" userId="03426be40f75dd1c" providerId="LiveId" clId="{59AC1DFC-6538-4039-B625-EF0FC9C0D4A9}" dt="2023-11-18T17:13:22.272" v="765" actId="47"/>
        <pc:sldMkLst>
          <pc:docMk/>
          <pc:sldMk cId="0" sldId="308"/>
        </pc:sldMkLst>
      </pc:sldChg>
      <pc:sldChg chg="del">
        <pc:chgData name="Ero Sennin" userId="03426be40f75dd1c" providerId="LiveId" clId="{59AC1DFC-6538-4039-B625-EF0FC9C0D4A9}" dt="2023-11-18T17:13:22.272" v="765" actId="47"/>
        <pc:sldMkLst>
          <pc:docMk/>
          <pc:sldMk cId="0" sldId="309"/>
        </pc:sldMkLst>
      </pc:sldChg>
      <pc:sldChg chg="del">
        <pc:chgData name="Ero Sennin" userId="03426be40f75dd1c" providerId="LiveId" clId="{59AC1DFC-6538-4039-B625-EF0FC9C0D4A9}" dt="2023-11-18T17:13:22.272" v="765" actId="47"/>
        <pc:sldMkLst>
          <pc:docMk/>
          <pc:sldMk cId="0" sldId="310"/>
        </pc:sldMkLst>
      </pc:sldChg>
      <pc:sldChg chg="del">
        <pc:chgData name="Ero Sennin" userId="03426be40f75dd1c" providerId="LiveId" clId="{59AC1DFC-6538-4039-B625-EF0FC9C0D4A9}" dt="2023-11-18T17:13:22.272" v="765" actId="47"/>
        <pc:sldMkLst>
          <pc:docMk/>
          <pc:sldMk cId="0" sldId="311"/>
        </pc:sldMkLst>
      </pc:sldChg>
      <pc:sldChg chg="del">
        <pc:chgData name="Ero Sennin" userId="03426be40f75dd1c" providerId="LiveId" clId="{59AC1DFC-6538-4039-B625-EF0FC9C0D4A9}" dt="2023-11-18T17:13:22.272" v="765" actId="47"/>
        <pc:sldMkLst>
          <pc:docMk/>
          <pc:sldMk cId="0" sldId="312"/>
        </pc:sldMkLst>
      </pc:sldChg>
      <pc:sldChg chg="del">
        <pc:chgData name="Ero Sennin" userId="03426be40f75dd1c" providerId="LiveId" clId="{59AC1DFC-6538-4039-B625-EF0FC9C0D4A9}" dt="2023-11-18T17:13:22.272" v="765" actId="47"/>
        <pc:sldMkLst>
          <pc:docMk/>
          <pc:sldMk cId="0" sldId="313"/>
        </pc:sldMkLst>
      </pc:sldChg>
      <pc:sldChg chg="del">
        <pc:chgData name="Ero Sennin" userId="03426be40f75dd1c" providerId="LiveId" clId="{59AC1DFC-6538-4039-B625-EF0FC9C0D4A9}" dt="2023-11-18T17:13:22.272" v="765" actId="47"/>
        <pc:sldMkLst>
          <pc:docMk/>
          <pc:sldMk cId="0" sldId="314"/>
        </pc:sldMkLst>
      </pc:sldChg>
      <pc:sldChg chg="del">
        <pc:chgData name="Ero Sennin" userId="03426be40f75dd1c" providerId="LiveId" clId="{59AC1DFC-6538-4039-B625-EF0FC9C0D4A9}" dt="2023-11-18T17:13:22.272" v="765" actId="47"/>
        <pc:sldMkLst>
          <pc:docMk/>
          <pc:sldMk cId="0" sldId="315"/>
        </pc:sldMkLst>
      </pc:sldChg>
      <pc:sldChg chg="del">
        <pc:chgData name="Ero Sennin" userId="03426be40f75dd1c" providerId="LiveId" clId="{59AC1DFC-6538-4039-B625-EF0FC9C0D4A9}" dt="2023-11-18T17:13:22.272" v="765" actId="47"/>
        <pc:sldMkLst>
          <pc:docMk/>
          <pc:sldMk cId="0" sldId="316"/>
        </pc:sldMkLst>
      </pc:sldChg>
      <pc:sldChg chg="del">
        <pc:chgData name="Ero Sennin" userId="03426be40f75dd1c" providerId="LiveId" clId="{59AC1DFC-6538-4039-B625-EF0FC9C0D4A9}" dt="2023-11-18T17:13:22.272" v="765" actId="47"/>
        <pc:sldMkLst>
          <pc:docMk/>
          <pc:sldMk cId="0" sldId="317"/>
        </pc:sldMkLst>
      </pc:sldChg>
      <pc:sldChg chg="del">
        <pc:chgData name="Ero Sennin" userId="03426be40f75dd1c" providerId="LiveId" clId="{59AC1DFC-6538-4039-B625-EF0FC9C0D4A9}" dt="2023-11-18T17:13:22.272" v="765" actId="47"/>
        <pc:sldMkLst>
          <pc:docMk/>
          <pc:sldMk cId="0" sldId="318"/>
        </pc:sldMkLst>
      </pc:sldChg>
      <pc:sldChg chg="del">
        <pc:chgData name="Ero Sennin" userId="03426be40f75dd1c" providerId="LiveId" clId="{59AC1DFC-6538-4039-B625-EF0FC9C0D4A9}" dt="2023-11-18T17:13:22.272" v="765" actId="47"/>
        <pc:sldMkLst>
          <pc:docMk/>
          <pc:sldMk cId="0" sldId="319"/>
        </pc:sldMkLst>
      </pc:sldChg>
      <pc:sldChg chg="del">
        <pc:chgData name="Ero Sennin" userId="03426be40f75dd1c" providerId="LiveId" clId="{59AC1DFC-6538-4039-B625-EF0FC9C0D4A9}" dt="2023-11-18T17:13:22.272" v="765" actId="47"/>
        <pc:sldMkLst>
          <pc:docMk/>
          <pc:sldMk cId="0" sldId="320"/>
        </pc:sldMkLst>
      </pc:sldChg>
      <pc:sldChg chg="del">
        <pc:chgData name="Ero Sennin" userId="03426be40f75dd1c" providerId="LiveId" clId="{59AC1DFC-6538-4039-B625-EF0FC9C0D4A9}" dt="2023-11-18T17:13:22.272" v="765" actId="47"/>
        <pc:sldMkLst>
          <pc:docMk/>
          <pc:sldMk cId="0" sldId="321"/>
        </pc:sldMkLst>
      </pc:sldChg>
      <pc:sldChg chg="del">
        <pc:chgData name="Ero Sennin" userId="03426be40f75dd1c" providerId="LiveId" clId="{59AC1DFC-6538-4039-B625-EF0FC9C0D4A9}" dt="2023-11-18T17:13:22.272" v="765" actId="47"/>
        <pc:sldMkLst>
          <pc:docMk/>
          <pc:sldMk cId="0" sldId="322"/>
        </pc:sldMkLst>
      </pc:sldChg>
      <pc:sldChg chg="del">
        <pc:chgData name="Ero Sennin" userId="03426be40f75dd1c" providerId="LiveId" clId="{59AC1DFC-6538-4039-B625-EF0FC9C0D4A9}" dt="2023-11-18T17:13:22.272" v="765" actId="47"/>
        <pc:sldMkLst>
          <pc:docMk/>
          <pc:sldMk cId="0" sldId="323"/>
        </pc:sldMkLst>
      </pc:sldChg>
      <pc:sldChg chg="del">
        <pc:chgData name="Ero Sennin" userId="03426be40f75dd1c" providerId="LiveId" clId="{59AC1DFC-6538-4039-B625-EF0FC9C0D4A9}" dt="2023-11-18T17:13:22.272" v="765" actId="47"/>
        <pc:sldMkLst>
          <pc:docMk/>
          <pc:sldMk cId="0" sldId="324"/>
        </pc:sldMkLst>
      </pc:sldChg>
      <pc:sldChg chg="del">
        <pc:chgData name="Ero Sennin" userId="03426be40f75dd1c" providerId="LiveId" clId="{59AC1DFC-6538-4039-B625-EF0FC9C0D4A9}" dt="2023-11-18T17:13:22.272" v="765" actId="47"/>
        <pc:sldMkLst>
          <pc:docMk/>
          <pc:sldMk cId="0" sldId="325"/>
        </pc:sldMkLst>
      </pc:sldChg>
      <pc:sldChg chg="del">
        <pc:chgData name="Ero Sennin" userId="03426be40f75dd1c" providerId="LiveId" clId="{59AC1DFC-6538-4039-B625-EF0FC9C0D4A9}" dt="2023-11-18T17:13:22.272" v="765" actId="47"/>
        <pc:sldMkLst>
          <pc:docMk/>
          <pc:sldMk cId="0" sldId="326"/>
        </pc:sldMkLst>
      </pc:sldChg>
      <pc:sldChg chg="del">
        <pc:chgData name="Ero Sennin" userId="03426be40f75dd1c" providerId="LiveId" clId="{59AC1DFC-6538-4039-B625-EF0FC9C0D4A9}" dt="2023-11-18T17:13:22.272" v="765" actId="47"/>
        <pc:sldMkLst>
          <pc:docMk/>
          <pc:sldMk cId="0" sldId="327"/>
        </pc:sldMkLst>
      </pc:sldChg>
      <pc:sldChg chg="del">
        <pc:chgData name="Ero Sennin" userId="03426be40f75dd1c" providerId="LiveId" clId="{59AC1DFC-6538-4039-B625-EF0FC9C0D4A9}" dt="2023-11-18T17:13:22.272" v="765" actId="47"/>
        <pc:sldMkLst>
          <pc:docMk/>
          <pc:sldMk cId="0" sldId="328"/>
        </pc:sldMkLst>
      </pc:sldChg>
      <pc:sldChg chg="del">
        <pc:chgData name="Ero Sennin" userId="03426be40f75dd1c" providerId="LiveId" clId="{59AC1DFC-6538-4039-B625-EF0FC9C0D4A9}" dt="2023-11-18T17:13:22.272" v="765" actId="47"/>
        <pc:sldMkLst>
          <pc:docMk/>
          <pc:sldMk cId="0" sldId="329"/>
        </pc:sldMkLst>
      </pc:sldChg>
      <pc:sldChg chg="del">
        <pc:chgData name="Ero Sennin" userId="03426be40f75dd1c" providerId="LiveId" clId="{59AC1DFC-6538-4039-B625-EF0FC9C0D4A9}" dt="2023-11-18T17:14:28.804" v="767" actId="47"/>
        <pc:sldMkLst>
          <pc:docMk/>
          <pc:sldMk cId="0" sldId="330"/>
        </pc:sldMkLst>
      </pc:sldChg>
      <pc:sldChg chg="new del">
        <pc:chgData name="Ero Sennin" userId="03426be40f75dd1c" providerId="LiveId" clId="{59AC1DFC-6538-4039-B625-EF0FC9C0D4A9}" dt="2023-11-18T15:27:26.347" v="230" actId="47"/>
        <pc:sldMkLst>
          <pc:docMk/>
          <pc:sldMk cId="222447800" sldId="331"/>
        </pc:sldMkLst>
      </pc:sldChg>
      <pc:sldChg chg="addSp delSp modSp new mod ord setBg modShow">
        <pc:chgData name="Ero Sennin" userId="03426be40f75dd1c" providerId="LiveId" clId="{59AC1DFC-6538-4039-B625-EF0FC9C0D4A9}" dt="2023-11-18T16:29:23.497" v="645" actId="729"/>
        <pc:sldMkLst>
          <pc:docMk/>
          <pc:sldMk cId="1909956528" sldId="331"/>
        </pc:sldMkLst>
        <pc:spChg chg="del">
          <ac:chgData name="Ero Sennin" userId="03426be40f75dd1c" providerId="LiveId" clId="{59AC1DFC-6538-4039-B625-EF0FC9C0D4A9}" dt="2023-11-18T15:38:53.571" v="234" actId="478"/>
          <ac:spMkLst>
            <pc:docMk/>
            <pc:sldMk cId="1909956528" sldId="331"/>
            <ac:spMk id="2" creationId="{D38A0210-C9DA-1AB6-2CDE-33860E092688}"/>
          </ac:spMkLst>
        </pc:spChg>
        <pc:spChg chg="add del mod">
          <ac:chgData name="Ero Sennin" userId="03426be40f75dd1c" providerId="LiveId" clId="{59AC1DFC-6538-4039-B625-EF0FC9C0D4A9}" dt="2023-11-18T15:42:32.216" v="303" actId="478"/>
          <ac:spMkLst>
            <pc:docMk/>
            <pc:sldMk cId="1909956528" sldId="331"/>
            <ac:spMk id="4" creationId="{EB36F7DD-CDB7-2C65-BCE0-D40070DA3FCD}"/>
          </ac:spMkLst>
        </pc:spChg>
        <pc:spChg chg="add mod">
          <ac:chgData name="Ero Sennin" userId="03426be40f75dd1c" providerId="LiveId" clId="{59AC1DFC-6538-4039-B625-EF0FC9C0D4A9}" dt="2023-11-18T15:42:14.885" v="299" actId="1076"/>
          <ac:spMkLst>
            <pc:docMk/>
            <pc:sldMk cId="1909956528" sldId="331"/>
            <ac:spMk id="6" creationId="{52BDBAC3-67AD-4A97-7850-28F18722F0B1}"/>
          </ac:spMkLst>
        </pc:spChg>
        <pc:spChg chg="add del mod">
          <ac:chgData name="Ero Sennin" userId="03426be40f75dd1c" providerId="LiveId" clId="{59AC1DFC-6538-4039-B625-EF0FC9C0D4A9}" dt="2023-11-18T15:42:30.665" v="302"/>
          <ac:spMkLst>
            <pc:docMk/>
            <pc:sldMk cId="1909956528" sldId="331"/>
            <ac:spMk id="7" creationId="{1FEBF161-9BE4-8605-2202-A0496952536B}"/>
          </ac:spMkLst>
        </pc:spChg>
        <pc:spChg chg="add mod">
          <ac:chgData name="Ero Sennin" userId="03426be40f75dd1c" providerId="LiveId" clId="{59AC1DFC-6538-4039-B625-EF0FC9C0D4A9}" dt="2023-11-18T16:07:18.834" v="533" actId="404"/>
          <ac:spMkLst>
            <pc:docMk/>
            <pc:sldMk cId="1909956528" sldId="331"/>
            <ac:spMk id="8" creationId="{6CF85C25-FECF-02E7-8B5D-63C724E2B28B}"/>
          </ac:spMkLst>
        </pc:spChg>
        <pc:spChg chg="add">
          <ac:chgData name="Ero Sennin" userId="03426be40f75dd1c" providerId="LiveId" clId="{59AC1DFC-6538-4039-B625-EF0FC9C0D4A9}" dt="2023-11-18T15:40:44.222" v="269" actId="26606"/>
          <ac:spMkLst>
            <pc:docMk/>
            <pc:sldMk cId="1909956528" sldId="331"/>
            <ac:spMk id="10" creationId="{870A1295-61BC-4214-AA3E-D396673024D0}"/>
          </ac:spMkLst>
        </pc:spChg>
        <pc:grpChg chg="add">
          <ac:chgData name="Ero Sennin" userId="03426be40f75dd1c" providerId="LiveId" clId="{59AC1DFC-6538-4039-B625-EF0FC9C0D4A9}" dt="2023-11-18T15:40:44.222" v="269" actId="26606"/>
          <ac:grpSpMkLst>
            <pc:docMk/>
            <pc:sldMk cId="1909956528" sldId="331"/>
            <ac:grpSpMk id="12" creationId="{0B139475-2B26-4CA9-9413-DE741E49F7BB}"/>
          </ac:grpSpMkLst>
        </pc:grpChg>
        <pc:picChg chg="add mod">
          <ac:chgData name="Ero Sennin" userId="03426be40f75dd1c" providerId="LiveId" clId="{59AC1DFC-6538-4039-B625-EF0FC9C0D4A9}" dt="2023-11-18T15:42:49.033" v="311" actId="14100"/>
          <ac:picMkLst>
            <pc:docMk/>
            <pc:sldMk cId="1909956528" sldId="331"/>
            <ac:picMk id="5" creationId="{A9B5D548-0AEB-B038-A729-DB2AC0FFECF5}"/>
          </ac:picMkLst>
        </pc:picChg>
        <pc:picChg chg="add mod">
          <ac:chgData name="Ero Sennin" userId="03426be40f75dd1c" providerId="LiveId" clId="{59AC1DFC-6538-4039-B625-EF0FC9C0D4A9}" dt="2023-11-18T15:58:51.960" v="488"/>
          <ac:picMkLst>
            <pc:docMk/>
            <pc:sldMk cId="1909956528" sldId="331"/>
            <ac:picMk id="9" creationId="{052C2FDB-C94D-AB7D-702F-49B6289B816C}"/>
          </ac:picMkLst>
        </pc:picChg>
      </pc:sldChg>
      <pc:sldChg chg="addSp delSp modSp add mod">
        <pc:chgData name="Ero Sennin" userId="03426be40f75dd1c" providerId="LiveId" clId="{59AC1DFC-6538-4039-B625-EF0FC9C0D4A9}" dt="2023-11-18T16:07:14.689" v="532" actId="404"/>
        <pc:sldMkLst>
          <pc:docMk/>
          <pc:sldMk cId="265992425" sldId="332"/>
        </pc:sldMkLst>
        <pc:spChg chg="add del mod">
          <ac:chgData name="Ero Sennin" userId="03426be40f75dd1c" providerId="LiveId" clId="{59AC1DFC-6538-4039-B625-EF0FC9C0D4A9}" dt="2023-11-18T15:46:41.331" v="361" actId="767"/>
          <ac:spMkLst>
            <pc:docMk/>
            <pc:sldMk cId="265992425" sldId="332"/>
            <ac:spMk id="2" creationId="{0D98DAC1-81D1-2E91-97CC-A747778DCE30}"/>
          </ac:spMkLst>
        </pc:spChg>
        <pc:spChg chg="add del mod">
          <ac:chgData name="Ero Sennin" userId="03426be40f75dd1c" providerId="LiveId" clId="{59AC1DFC-6538-4039-B625-EF0FC9C0D4A9}" dt="2023-11-18T15:48:36.250" v="415" actId="21"/>
          <ac:spMkLst>
            <pc:docMk/>
            <pc:sldMk cId="265992425" sldId="332"/>
            <ac:spMk id="3" creationId="{08CD2B2F-5EC3-1116-D8B2-1E5450F0B862}"/>
          </ac:spMkLst>
        </pc:spChg>
        <pc:spChg chg="mod">
          <ac:chgData name="Ero Sennin" userId="03426be40f75dd1c" providerId="LiveId" clId="{59AC1DFC-6538-4039-B625-EF0FC9C0D4A9}" dt="2023-11-18T16:07:14.689" v="532" actId="404"/>
          <ac:spMkLst>
            <pc:docMk/>
            <pc:sldMk cId="265992425" sldId="332"/>
            <ac:spMk id="8" creationId="{6CF85C25-FECF-02E7-8B5D-63C724E2B28B}"/>
          </ac:spMkLst>
        </pc:spChg>
        <pc:picChg chg="add mod">
          <ac:chgData name="Ero Sennin" userId="03426be40f75dd1c" providerId="LiveId" clId="{59AC1DFC-6538-4039-B625-EF0FC9C0D4A9}" dt="2023-11-18T15:58:53.051" v="489"/>
          <ac:picMkLst>
            <pc:docMk/>
            <pc:sldMk cId="265992425" sldId="332"/>
            <ac:picMk id="4" creationId="{21358416-46E9-821B-EE05-32D56334ADFF}"/>
          </ac:picMkLst>
        </pc:picChg>
      </pc:sldChg>
      <pc:sldChg chg="addSp delSp modSp add mod">
        <pc:chgData name="Ero Sennin" userId="03426be40f75dd1c" providerId="LiveId" clId="{59AC1DFC-6538-4039-B625-EF0FC9C0D4A9}" dt="2023-11-18T16:07:11.504" v="531" actId="404"/>
        <pc:sldMkLst>
          <pc:docMk/>
          <pc:sldMk cId="3161217611" sldId="333"/>
        </pc:sldMkLst>
        <pc:spChg chg="add del mod">
          <ac:chgData name="Ero Sennin" userId="03426be40f75dd1c" providerId="LiveId" clId="{59AC1DFC-6538-4039-B625-EF0FC9C0D4A9}" dt="2023-11-18T15:48:47.868" v="418"/>
          <ac:spMkLst>
            <pc:docMk/>
            <pc:sldMk cId="3161217611" sldId="333"/>
            <ac:spMk id="2" creationId="{65A2E775-C12C-9A36-02E3-5157A5CC7249}"/>
          </ac:spMkLst>
        </pc:spChg>
        <pc:spChg chg="mod">
          <ac:chgData name="Ero Sennin" userId="03426be40f75dd1c" providerId="LiveId" clId="{59AC1DFC-6538-4039-B625-EF0FC9C0D4A9}" dt="2023-11-18T16:07:11.504" v="531" actId="404"/>
          <ac:spMkLst>
            <pc:docMk/>
            <pc:sldMk cId="3161217611" sldId="333"/>
            <ac:spMk id="8" creationId="{6CF85C25-FECF-02E7-8B5D-63C724E2B28B}"/>
          </ac:spMkLst>
        </pc:spChg>
        <pc:picChg chg="add mod">
          <ac:chgData name="Ero Sennin" userId="03426be40f75dd1c" providerId="LiveId" clId="{59AC1DFC-6538-4039-B625-EF0FC9C0D4A9}" dt="2023-11-18T15:58:55.488" v="490"/>
          <ac:picMkLst>
            <pc:docMk/>
            <pc:sldMk cId="3161217611" sldId="333"/>
            <ac:picMk id="3" creationId="{F6EFE7AE-07BC-655F-FFF0-573D3DD52271}"/>
          </ac:picMkLst>
        </pc:picChg>
      </pc:sldChg>
      <pc:sldChg chg="addSp modSp add mod">
        <pc:chgData name="Ero Sennin" userId="03426be40f75dd1c" providerId="LiveId" clId="{59AC1DFC-6538-4039-B625-EF0FC9C0D4A9}" dt="2023-11-18T16:07:05.285" v="530" actId="404"/>
        <pc:sldMkLst>
          <pc:docMk/>
          <pc:sldMk cId="2794045480" sldId="334"/>
        </pc:sldMkLst>
        <pc:spChg chg="mod">
          <ac:chgData name="Ero Sennin" userId="03426be40f75dd1c" providerId="LiveId" clId="{59AC1DFC-6538-4039-B625-EF0FC9C0D4A9}" dt="2023-11-18T15:52:08.216" v="438" actId="14100"/>
          <ac:spMkLst>
            <pc:docMk/>
            <pc:sldMk cId="2794045480" sldId="334"/>
            <ac:spMk id="6" creationId="{52BDBAC3-67AD-4A97-7850-28F18722F0B1}"/>
          </ac:spMkLst>
        </pc:spChg>
        <pc:spChg chg="mod">
          <ac:chgData name="Ero Sennin" userId="03426be40f75dd1c" providerId="LiveId" clId="{59AC1DFC-6538-4039-B625-EF0FC9C0D4A9}" dt="2023-11-18T16:07:05.285" v="530" actId="404"/>
          <ac:spMkLst>
            <pc:docMk/>
            <pc:sldMk cId="2794045480" sldId="334"/>
            <ac:spMk id="8" creationId="{6CF85C25-FECF-02E7-8B5D-63C724E2B28B}"/>
          </ac:spMkLst>
        </pc:spChg>
        <pc:picChg chg="add mod">
          <ac:chgData name="Ero Sennin" userId="03426be40f75dd1c" providerId="LiveId" clId="{59AC1DFC-6538-4039-B625-EF0FC9C0D4A9}" dt="2023-11-18T15:58:57.260" v="491"/>
          <ac:picMkLst>
            <pc:docMk/>
            <pc:sldMk cId="2794045480" sldId="334"/>
            <ac:picMk id="2" creationId="{5027EC5C-F179-6158-F76D-23039B81DE14}"/>
          </ac:picMkLst>
        </pc:picChg>
      </pc:sldChg>
      <pc:sldChg chg="addSp modSp add mod">
        <pc:chgData name="Ero Sennin" userId="03426be40f75dd1c" providerId="LiveId" clId="{59AC1DFC-6538-4039-B625-EF0FC9C0D4A9}" dt="2023-11-18T16:06:57.957" v="527" actId="404"/>
        <pc:sldMkLst>
          <pc:docMk/>
          <pc:sldMk cId="4204554352" sldId="335"/>
        </pc:sldMkLst>
        <pc:spChg chg="mod">
          <ac:chgData name="Ero Sennin" userId="03426be40f75dd1c" providerId="LiveId" clId="{59AC1DFC-6538-4039-B625-EF0FC9C0D4A9}" dt="2023-11-18T15:57:24.748" v="477" actId="14100"/>
          <ac:spMkLst>
            <pc:docMk/>
            <pc:sldMk cId="4204554352" sldId="335"/>
            <ac:spMk id="6" creationId="{52BDBAC3-67AD-4A97-7850-28F18722F0B1}"/>
          </ac:spMkLst>
        </pc:spChg>
        <pc:spChg chg="mod">
          <ac:chgData name="Ero Sennin" userId="03426be40f75dd1c" providerId="LiveId" clId="{59AC1DFC-6538-4039-B625-EF0FC9C0D4A9}" dt="2023-11-18T16:06:57.957" v="527" actId="404"/>
          <ac:spMkLst>
            <pc:docMk/>
            <pc:sldMk cId="4204554352" sldId="335"/>
            <ac:spMk id="8" creationId="{6CF85C25-FECF-02E7-8B5D-63C724E2B28B}"/>
          </ac:spMkLst>
        </pc:spChg>
        <pc:picChg chg="add mod">
          <ac:chgData name="Ero Sennin" userId="03426be40f75dd1c" providerId="LiveId" clId="{59AC1DFC-6538-4039-B625-EF0FC9C0D4A9}" dt="2023-11-18T15:58:57.982" v="492"/>
          <ac:picMkLst>
            <pc:docMk/>
            <pc:sldMk cId="4204554352" sldId="335"/>
            <ac:picMk id="2" creationId="{F3FC9FF9-5BA8-97F9-C403-E0D002BF5C8C}"/>
          </ac:picMkLst>
        </pc:picChg>
      </pc:sldChg>
      <pc:sldChg chg="modSp add mod">
        <pc:chgData name="Ero Sennin" userId="03426be40f75dd1c" providerId="LiveId" clId="{59AC1DFC-6538-4039-B625-EF0FC9C0D4A9}" dt="2023-11-18T16:06:50.035" v="524" actId="113"/>
        <pc:sldMkLst>
          <pc:docMk/>
          <pc:sldMk cId="1789055924" sldId="336"/>
        </pc:sldMkLst>
        <pc:spChg chg="mod">
          <ac:chgData name="Ero Sennin" userId="03426be40f75dd1c" providerId="LiveId" clId="{59AC1DFC-6538-4039-B625-EF0FC9C0D4A9}" dt="2023-11-18T16:06:50.035" v="524" actId="113"/>
          <ac:spMkLst>
            <pc:docMk/>
            <pc:sldMk cId="1789055924" sldId="336"/>
            <ac:spMk id="8" creationId="{6CF85C25-FECF-02E7-8B5D-63C724E2B28B}"/>
          </ac:spMkLst>
        </pc:spChg>
      </pc:sldChg>
      <pc:sldChg chg="modSp add mod">
        <pc:chgData name="Ero Sennin" userId="03426be40f75dd1c" providerId="LiveId" clId="{59AC1DFC-6538-4039-B625-EF0FC9C0D4A9}" dt="2023-11-18T16:08:20.149" v="544" actId="113"/>
        <pc:sldMkLst>
          <pc:docMk/>
          <pc:sldMk cId="2941605581" sldId="337"/>
        </pc:sldMkLst>
        <pc:spChg chg="mod">
          <ac:chgData name="Ero Sennin" userId="03426be40f75dd1c" providerId="LiveId" clId="{59AC1DFC-6538-4039-B625-EF0FC9C0D4A9}" dt="2023-11-18T16:08:20.149" v="544" actId="113"/>
          <ac:spMkLst>
            <pc:docMk/>
            <pc:sldMk cId="2941605581" sldId="337"/>
            <ac:spMk id="8" creationId="{6CF85C25-FECF-02E7-8B5D-63C724E2B28B}"/>
          </ac:spMkLst>
        </pc:spChg>
      </pc:sldChg>
      <pc:sldChg chg="new del ord">
        <pc:chgData name="Ero Sennin" userId="03426be40f75dd1c" providerId="LiveId" clId="{59AC1DFC-6538-4039-B625-EF0FC9C0D4A9}" dt="2023-11-18T17:13:23.593" v="766" actId="47"/>
        <pc:sldMkLst>
          <pc:docMk/>
          <pc:sldMk cId="2513340953" sldId="338"/>
        </pc:sldMkLst>
      </pc:sldChg>
      <pc:sldChg chg="modSp add mod">
        <pc:chgData name="Ero Sennin" userId="03426be40f75dd1c" providerId="LiveId" clId="{59AC1DFC-6538-4039-B625-EF0FC9C0D4A9}" dt="2023-11-18T16:09:53.170" v="553" actId="113"/>
        <pc:sldMkLst>
          <pc:docMk/>
          <pc:sldMk cId="3117361790" sldId="339"/>
        </pc:sldMkLst>
        <pc:spChg chg="mod">
          <ac:chgData name="Ero Sennin" userId="03426be40f75dd1c" providerId="LiveId" clId="{59AC1DFC-6538-4039-B625-EF0FC9C0D4A9}" dt="2023-11-18T16:09:53.170" v="553" actId="113"/>
          <ac:spMkLst>
            <pc:docMk/>
            <pc:sldMk cId="3117361790" sldId="339"/>
            <ac:spMk id="8" creationId="{6CF85C25-FECF-02E7-8B5D-63C724E2B28B}"/>
          </ac:spMkLst>
        </pc:spChg>
      </pc:sldChg>
      <pc:sldChg chg="modSp add mod">
        <pc:chgData name="Ero Sennin" userId="03426be40f75dd1c" providerId="LiveId" clId="{59AC1DFC-6538-4039-B625-EF0FC9C0D4A9}" dt="2023-11-18T16:10:34.758" v="567" actId="113"/>
        <pc:sldMkLst>
          <pc:docMk/>
          <pc:sldMk cId="379817075" sldId="340"/>
        </pc:sldMkLst>
        <pc:spChg chg="mod">
          <ac:chgData name="Ero Sennin" userId="03426be40f75dd1c" providerId="LiveId" clId="{59AC1DFC-6538-4039-B625-EF0FC9C0D4A9}" dt="2023-11-18T16:10:34.758" v="567" actId="113"/>
          <ac:spMkLst>
            <pc:docMk/>
            <pc:sldMk cId="379817075" sldId="340"/>
            <ac:spMk id="8" creationId="{6CF85C25-FECF-02E7-8B5D-63C724E2B28B}"/>
          </ac:spMkLst>
        </pc:spChg>
      </pc:sldChg>
      <pc:sldChg chg="new del">
        <pc:chgData name="Ero Sennin" userId="03426be40f75dd1c" providerId="LiveId" clId="{59AC1DFC-6538-4039-B625-EF0FC9C0D4A9}" dt="2023-11-18T16:10:03.261" v="555" actId="47"/>
        <pc:sldMkLst>
          <pc:docMk/>
          <pc:sldMk cId="3467547685" sldId="340"/>
        </pc:sldMkLst>
      </pc:sldChg>
      <pc:sldChg chg="modSp add mod">
        <pc:chgData name="Ero Sennin" userId="03426be40f75dd1c" providerId="LiveId" clId="{59AC1DFC-6538-4039-B625-EF0FC9C0D4A9}" dt="2023-11-18T16:11:19.057" v="575" actId="113"/>
        <pc:sldMkLst>
          <pc:docMk/>
          <pc:sldMk cId="424304537" sldId="341"/>
        </pc:sldMkLst>
        <pc:spChg chg="mod">
          <ac:chgData name="Ero Sennin" userId="03426be40f75dd1c" providerId="LiveId" clId="{59AC1DFC-6538-4039-B625-EF0FC9C0D4A9}" dt="2023-11-18T16:11:19.057" v="575" actId="113"/>
          <ac:spMkLst>
            <pc:docMk/>
            <pc:sldMk cId="424304537" sldId="341"/>
            <ac:spMk id="8" creationId="{6CF85C25-FECF-02E7-8B5D-63C724E2B28B}"/>
          </ac:spMkLst>
        </pc:spChg>
      </pc:sldChg>
      <pc:sldChg chg="modSp add mod">
        <pc:chgData name="Ero Sennin" userId="03426be40f75dd1c" providerId="LiveId" clId="{59AC1DFC-6538-4039-B625-EF0FC9C0D4A9}" dt="2023-11-18T16:14:35.164" v="592" actId="20577"/>
        <pc:sldMkLst>
          <pc:docMk/>
          <pc:sldMk cId="2187594355" sldId="342"/>
        </pc:sldMkLst>
        <pc:spChg chg="mod">
          <ac:chgData name="Ero Sennin" userId="03426be40f75dd1c" providerId="LiveId" clId="{59AC1DFC-6538-4039-B625-EF0FC9C0D4A9}" dt="2023-11-18T16:13:35.202" v="578"/>
          <ac:spMkLst>
            <pc:docMk/>
            <pc:sldMk cId="2187594355" sldId="342"/>
            <ac:spMk id="6" creationId="{52BDBAC3-67AD-4A97-7850-28F18722F0B1}"/>
          </ac:spMkLst>
        </pc:spChg>
        <pc:spChg chg="mod">
          <ac:chgData name="Ero Sennin" userId="03426be40f75dd1c" providerId="LiveId" clId="{59AC1DFC-6538-4039-B625-EF0FC9C0D4A9}" dt="2023-11-18T16:14:35.164" v="592" actId="20577"/>
          <ac:spMkLst>
            <pc:docMk/>
            <pc:sldMk cId="2187594355" sldId="342"/>
            <ac:spMk id="8" creationId="{6CF85C25-FECF-02E7-8B5D-63C724E2B28B}"/>
          </ac:spMkLst>
        </pc:spChg>
      </pc:sldChg>
      <pc:sldChg chg="modSp add mod">
        <pc:chgData name="Ero Sennin" userId="03426be40f75dd1c" providerId="LiveId" clId="{59AC1DFC-6538-4039-B625-EF0FC9C0D4A9}" dt="2023-11-18T16:15:11.929" v="602" actId="113"/>
        <pc:sldMkLst>
          <pc:docMk/>
          <pc:sldMk cId="3977605819" sldId="343"/>
        </pc:sldMkLst>
        <pc:spChg chg="mod">
          <ac:chgData name="Ero Sennin" userId="03426be40f75dd1c" providerId="LiveId" clId="{59AC1DFC-6538-4039-B625-EF0FC9C0D4A9}" dt="2023-11-18T16:15:11.929" v="602" actId="113"/>
          <ac:spMkLst>
            <pc:docMk/>
            <pc:sldMk cId="3977605819" sldId="343"/>
            <ac:spMk id="8" creationId="{6CF85C25-FECF-02E7-8B5D-63C724E2B28B}"/>
          </ac:spMkLst>
        </pc:spChg>
      </pc:sldChg>
      <pc:sldChg chg="modSp add mod">
        <pc:chgData name="Ero Sennin" userId="03426be40f75dd1c" providerId="LiveId" clId="{59AC1DFC-6538-4039-B625-EF0FC9C0D4A9}" dt="2023-11-18T16:33:14.286" v="694" actId="12"/>
        <pc:sldMkLst>
          <pc:docMk/>
          <pc:sldMk cId="71056339" sldId="344"/>
        </pc:sldMkLst>
        <pc:spChg chg="mod">
          <ac:chgData name="Ero Sennin" userId="03426be40f75dd1c" providerId="LiveId" clId="{59AC1DFC-6538-4039-B625-EF0FC9C0D4A9}" dt="2023-11-18T16:29:41.703" v="646"/>
          <ac:spMkLst>
            <pc:docMk/>
            <pc:sldMk cId="71056339" sldId="344"/>
            <ac:spMk id="6" creationId="{52BDBAC3-67AD-4A97-7850-28F18722F0B1}"/>
          </ac:spMkLst>
        </pc:spChg>
        <pc:spChg chg="mod">
          <ac:chgData name="Ero Sennin" userId="03426be40f75dd1c" providerId="LiveId" clId="{59AC1DFC-6538-4039-B625-EF0FC9C0D4A9}" dt="2023-11-18T16:33:14.286" v="694" actId="12"/>
          <ac:spMkLst>
            <pc:docMk/>
            <pc:sldMk cId="71056339" sldId="344"/>
            <ac:spMk id="8" creationId="{6CF85C25-FECF-02E7-8B5D-63C724E2B28B}"/>
          </ac:spMkLst>
        </pc:spChg>
        <pc:picChg chg="mod">
          <ac:chgData name="Ero Sennin" userId="03426be40f75dd1c" providerId="LiveId" clId="{59AC1DFC-6538-4039-B625-EF0FC9C0D4A9}" dt="2023-11-18T16:28:58.316" v="634" actId="197"/>
          <ac:picMkLst>
            <pc:docMk/>
            <pc:sldMk cId="71056339" sldId="344"/>
            <ac:picMk id="5" creationId="{A9B5D548-0AEB-B038-A729-DB2AC0FFECF5}"/>
          </ac:picMkLst>
        </pc:picChg>
      </pc:sldChg>
      <pc:sldChg chg="new add del">
        <pc:chgData name="Ero Sennin" userId="03426be40f75dd1c" providerId="LiveId" clId="{59AC1DFC-6538-4039-B625-EF0FC9C0D4A9}" dt="2023-11-18T16:32:29.637" v="667" actId="680"/>
        <pc:sldMkLst>
          <pc:docMk/>
          <pc:sldMk cId="2058428942" sldId="345"/>
        </pc:sldMkLst>
      </pc:sldChg>
      <pc:sldChg chg="modSp add mod">
        <pc:chgData name="Ero Sennin" userId="03426be40f75dd1c" providerId="LiveId" clId="{59AC1DFC-6538-4039-B625-EF0FC9C0D4A9}" dt="2023-11-18T16:34:08.567" v="704" actId="113"/>
        <pc:sldMkLst>
          <pc:docMk/>
          <pc:sldMk cId="3362010045" sldId="345"/>
        </pc:sldMkLst>
        <pc:spChg chg="mod">
          <ac:chgData name="Ero Sennin" userId="03426be40f75dd1c" providerId="LiveId" clId="{59AC1DFC-6538-4039-B625-EF0FC9C0D4A9}" dt="2023-11-18T16:33:46.477" v="697"/>
          <ac:spMkLst>
            <pc:docMk/>
            <pc:sldMk cId="3362010045" sldId="345"/>
            <ac:spMk id="6" creationId="{52BDBAC3-67AD-4A97-7850-28F18722F0B1}"/>
          </ac:spMkLst>
        </pc:spChg>
        <pc:spChg chg="mod">
          <ac:chgData name="Ero Sennin" userId="03426be40f75dd1c" providerId="LiveId" clId="{59AC1DFC-6538-4039-B625-EF0FC9C0D4A9}" dt="2023-11-18T16:34:08.567" v="704" actId="113"/>
          <ac:spMkLst>
            <pc:docMk/>
            <pc:sldMk cId="3362010045" sldId="345"/>
            <ac:spMk id="8" creationId="{6CF85C25-FECF-02E7-8B5D-63C724E2B28B}"/>
          </ac:spMkLst>
        </pc:spChg>
      </pc:sldChg>
      <pc:sldChg chg="modSp add mod">
        <pc:chgData name="Ero Sennin" userId="03426be40f75dd1c" providerId="LiveId" clId="{59AC1DFC-6538-4039-B625-EF0FC9C0D4A9}" dt="2023-11-18T16:35:19.006" v="713" actId="113"/>
        <pc:sldMkLst>
          <pc:docMk/>
          <pc:sldMk cId="1608157032" sldId="346"/>
        </pc:sldMkLst>
        <pc:spChg chg="mod">
          <ac:chgData name="Ero Sennin" userId="03426be40f75dd1c" providerId="LiveId" clId="{59AC1DFC-6538-4039-B625-EF0FC9C0D4A9}" dt="2023-11-18T16:35:01.921" v="706"/>
          <ac:spMkLst>
            <pc:docMk/>
            <pc:sldMk cId="1608157032" sldId="346"/>
            <ac:spMk id="6" creationId="{52BDBAC3-67AD-4A97-7850-28F18722F0B1}"/>
          </ac:spMkLst>
        </pc:spChg>
        <pc:spChg chg="mod">
          <ac:chgData name="Ero Sennin" userId="03426be40f75dd1c" providerId="LiveId" clId="{59AC1DFC-6538-4039-B625-EF0FC9C0D4A9}" dt="2023-11-18T16:35:19.006" v="713" actId="113"/>
          <ac:spMkLst>
            <pc:docMk/>
            <pc:sldMk cId="1608157032" sldId="346"/>
            <ac:spMk id="8" creationId="{6CF85C25-FECF-02E7-8B5D-63C724E2B28B}"/>
          </ac:spMkLst>
        </pc:spChg>
      </pc:sldChg>
      <pc:sldChg chg="modSp add mod">
        <pc:chgData name="Ero Sennin" userId="03426be40f75dd1c" providerId="LiveId" clId="{59AC1DFC-6538-4039-B625-EF0FC9C0D4A9}" dt="2023-11-18T17:47:11.184" v="1008" actId="20577"/>
        <pc:sldMkLst>
          <pc:docMk/>
          <pc:sldMk cId="1396905398" sldId="347"/>
        </pc:sldMkLst>
        <pc:spChg chg="mod">
          <ac:chgData name="Ero Sennin" userId="03426be40f75dd1c" providerId="LiveId" clId="{59AC1DFC-6538-4039-B625-EF0FC9C0D4A9}" dt="2023-11-18T17:11:00.267" v="725"/>
          <ac:spMkLst>
            <pc:docMk/>
            <pc:sldMk cId="1396905398" sldId="347"/>
            <ac:spMk id="6" creationId="{52BDBAC3-67AD-4A97-7850-28F18722F0B1}"/>
          </ac:spMkLst>
        </pc:spChg>
        <pc:spChg chg="mod">
          <ac:chgData name="Ero Sennin" userId="03426be40f75dd1c" providerId="LiveId" clId="{59AC1DFC-6538-4039-B625-EF0FC9C0D4A9}" dt="2023-11-18T17:47:11.184" v="1008" actId="20577"/>
          <ac:spMkLst>
            <pc:docMk/>
            <pc:sldMk cId="1396905398" sldId="347"/>
            <ac:spMk id="8" creationId="{6CF85C25-FECF-02E7-8B5D-63C724E2B28B}"/>
          </ac:spMkLst>
        </pc:spChg>
      </pc:sldChg>
      <pc:sldChg chg="addSp delSp modSp add mod">
        <pc:chgData name="Ero Sennin" userId="03426be40f75dd1c" providerId="LiveId" clId="{59AC1DFC-6538-4039-B625-EF0FC9C0D4A9}" dt="2023-11-18T17:47:16.021" v="1010" actId="20577"/>
        <pc:sldMkLst>
          <pc:docMk/>
          <pc:sldMk cId="775201600" sldId="348"/>
        </pc:sldMkLst>
        <pc:spChg chg="add mod">
          <ac:chgData name="Ero Sennin" userId="03426be40f75dd1c" providerId="LiveId" clId="{59AC1DFC-6538-4039-B625-EF0FC9C0D4A9}" dt="2023-11-18T17:11:07.182" v="727"/>
          <ac:spMkLst>
            <pc:docMk/>
            <pc:sldMk cId="775201600" sldId="348"/>
            <ac:spMk id="3" creationId="{CAE23DEA-2710-CC0F-72B6-0E6CD7F60193}"/>
          </ac:spMkLst>
        </pc:spChg>
        <pc:spChg chg="del">
          <ac:chgData name="Ero Sennin" userId="03426be40f75dd1c" providerId="LiveId" clId="{59AC1DFC-6538-4039-B625-EF0FC9C0D4A9}" dt="2023-11-18T17:11:06.894" v="726" actId="478"/>
          <ac:spMkLst>
            <pc:docMk/>
            <pc:sldMk cId="775201600" sldId="348"/>
            <ac:spMk id="6" creationId="{52BDBAC3-67AD-4A97-7850-28F18722F0B1}"/>
          </ac:spMkLst>
        </pc:spChg>
        <pc:spChg chg="mod">
          <ac:chgData name="Ero Sennin" userId="03426be40f75dd1c" providerId="LiveId" clId="{59AC1DFC-6538-4039-B625-EF0FC9C0D4A9}" dt="2023-11-18T17:47:16.021" v="1010" actId="20577"/>
          <ac:spMkLst>
            <pc:docMk/>
            <pc:sldMk cId="775201600" sldId="348"/>
            <ac:spMk id="8" creationId="{6CF85C25-FECF-02E7-8B5D-63C724E2B28B}"/>
          </ac:spMkLst>
        </pc:spChg>
      </pc:sldChg>
      <pc:sldChg chg="modSp add mod">
        <pc:chgData name="Ero Sennin" userId="03426be40f75dd1c" providerId="LiveId" clId="{59AC1DFC-6538-4039-B625-EF0FC9C0D4A9}" dt="2023-11-18T17:12:49.589" v="760" actId="20577"/>
        <pc:sldMkLst>
          <pc:docMk/>
          <pc:sldMk cId="271087555" sldId="349"/>
        </pc:sldMkLst>
        <pc:spChg chg="mod">
          <ac:chgData name="Ero Sennin" userId="03426be40f75dd1c" providerId="LiveId" clId="{59AC1DFC-6538-4039-B625-EF0FC9C0D4A9}" dt="2023-11-18T17:12:49.589" v="760" actId="20577"/>
          <ac:spMkLst>
            <pc:docMk/>
            <pc:sldMk cId="271087555" sldId="349"/>
            <ac:spMk id="8" creationId="{6CF85C25-FECF-02E7-8B5D-63C724E2B28B}"/>
          </ac:spMkLst>
        </pc:spChg>
      </pc:sldChg>
      <pc:sldChg chg="modSp add mod">
        <pc:chgData name="Ero Sennin" userId="03426be40f75dd1c" providerId="LiveId" clId="{59AC1DFC-6538-4039-B625-EF0FC9C0D4A9}" dt="2023-11-18T17:12:46.576" v="758" actId="20577"/>
        <pc:sldMkLst>
          <pc:docMk/>
          <pc:sldMk cId="2540738932" sldId="350"/>
        </pc:sldMkLst>
        <pc:spChg chg="mod">
          <ac:chgData name="Ero Sennin" userId="03426be40f75dd1c" providerId="LiveId" clId="{59AC1DFC-6538-4039-B625-EF0FC9C0D4A9}" dt="2023-11-18T17:12:46.576" v="758" actId="20577"/>
          <ac:spMkLst>
            <pc:docMk/>
            <pc:sldMk cId="2540738932" sldId="350"/>
            <ac:spMk id="8" creationId="{6CF85C25-FECF-02E7-8B5D-63C724E2B28B}"/>
          </ac:spMkLst>
        </pc:spChg>
      </pc:sldChg>
      <pc:sldChg chg="modSp add mod">
        <pc:chgData name="Ero Sennin" userId="03426be40f75dd1c" providerId="LiveId" clId="{59AC1DFC-6538-4039-B625-EF0FC9C0D4A9}" dt="2023-11-18T17:59:10.996" v="1113" actId="20577"/>
        <pc:sldMkLst>
          <pc:docMk/>
          <pc:sldMk cId="1629030163" sldId="351"/>
        </pc:sldMkLst>
        <pc:spChg chg="mod">
          <ac:chgData name="Ero Sennin" userId="03426be40f75dd1c" providerId="LiveId" clId="{59AC1DFC-6538-4039-B625-EF0FC9C0D4A9}" dt="2023-11-18T17:14:38.976" v="775" actId="20577"/>
          <ac:spMkLst>
            <pc:docMk/>
            <pc:sldMk cId="1629030163" sldId="351"/>
            <ac:spMk id="3" creationId="{CAE23DEA-2710-CC0F-72B6-0E6CD7F60193}"/>
          </ac:spMkLst>
        </pc:spChg>
        <pc:spChg chg="mod">
          <ac:chgData name="Ero Sennin" userId="03426be40f75dd1c" providerId="LiveId" clId="{59AC1DFC-6538-4039-B625-EF0FC9C0D4A9}" dt="2023-11-18T17:59:10.996" v="1113" actId="20577"/>
          <ac:spMkLst>
            <pc:docMk/>
            <pc:sldMk cId="1629030163" sldId="351"/>
            <ac:spMk id="8" creationId="{6CF85C25-FECF-02E7-8B5D-63C724E2B28B}"/>
          </ac:spMkLst>
        </pc:spChg>
      </pc:sldChg>
      <pc:sldChg chg="modSp add mod">
        <pc:chgData name="Ero Sennin" userId="03426be40f75dd1c" providerId="LiveId" clId="{59AC1DFC-6538-4039-B625-EF0FC9C0D4A9}" dt="2023-11-18T17:25:28.482" v="801"/>
        <pc:sldMkLst>
          <pc:docMk/>
          <pc:sldMk cId="1241933059" sldId="352"/>
        </pc:sldMkLst>
        <pc:spChg chg="mod">
          <ac:chgData name="Ero Sennin" userId="03426be40f75dd1c" providerId="LiveId" clId="{59AC1DFC-6538-4039-B625-EF0FC9C0D4A9}" dt="2023-11-18T17:25:28.482" v="801"/>
          <ac:spMkLst>
            <pc:docMk/>
            <pc:sldMk cId="1241933059" sldId="352"/>
            <ac:spMk id="72" creationId="{00000000-0000-0000-0000-000000000000}"/>
          </ac:spMkLst>
        </pc:spChg>
      </pc:sldChg>
      <pc:sldChg chg="modSp add mod">
        <pc:chgData name="Ero Sennin" userId="03426be40f75dd1c" providerId="LiveId" clId="{59AC1DFC-6538-4039-B625-EF0FC9C0D4A9}" dt="2023-11-18T17:47:46.854" v="1012" actId="20577"/>
        <pc:sldMkLst>
          <pc:docMk/>
          <pc:sldMk cId="3583452087" sldId="353"/>
        </pc:sldMkLst>
        <pc:spChg chg="mod">
          <ac:chgData name="Ero Sennin" userId="03426be40f75dd1c" providerId="LiveId" clId="{59AC1DFC-6538-4039-B625-EF0FC9C0D4A9}" dt="2023-11-18T17:26:08.275" v="806"/>
          <ac:spMkLst>
            <pc:docMk/>
            <pc:sldMk cId="3583452087" sldId="353"/>
            <ac:spMk id="3" creationId="{CAE23DEA-2710-CC0F-72B6-0E6CD7F60193}"/>
          </ac:spMkLst>
        </pc:spChg>
        <pc:spChg chg="mod">
          <ac:chgData name="Ero Sennin" userId="03426be40f75dd1c" providerId="LiveId" clId="{59AC1DFC-6538-4039-B625-EF0FC9C0D4A9}" dt="2023-11-18T17:47:46.854" v="1012" actId="20577"/>
          <ac:spMkLst>
            <pc:docMk/>
            <pc:sldMk cId="3583452087" sldId="353"/>
            <ac:spMk id="8" creationId="{6CF85C25-FECF-02E7-8B5D-63C724E2B28B}"/>
          </ac:spMkLst>
        </pc:spChg>
      </pc:sldChg>
      <pc:sldChg chg="addSp modSp add mod">
        <pc:chgData name="Ero Sennin" userId="03426be40f75dd1c" providerId="LiveId" clId="{59AC1DFC-6538-4039-B625-EF0FC9C0D4A9}" dt="2023-11-18T17:35:41.075" v="918" actId="14100"/>
        <pc:sldMkLst>
          <pc:docMk/>
          <pc:sldMk cId="4106494306" sldId="354"/>
        </pc:sldMkLst>
        <pc:spChg chg="mod">
          <ac:chgData name="Ero Sennin" userId="03426be40f75dd1c" providerId="LiveId" clId="{59AC1DFC-6538-4039-B625-EF0FC9C0D4A9}" dt="2023-11-18T17:35:41.075" v="918" actId="14100"/>
          <ac:spMkLst>
            <pc:docMk/>
            <pc:sldMk cId="4106494306" sldId="354"/>
            <ac:spMk id="8" creationId="{6CF85C25-FECF-02E7-8B5D-63C724E2B28B}"/>
          </ac:spMkLst>
        </pc:spChg>
        <pc:picChg chg="add mod">
          <ac:chgData name="Ero Sennin" userId="03426be40f75dd1c" providerId="LiveId" clId="{59AC1DFC-6538-4039-B625-EF0FC9C0D4A9}" dt="2023-11-18T17:35:37.991" v="917" actId="1076"/>
          <ac:picMkLst>
            <pc:docMk/>
            <pc:sldMk cId="4106494306" sldId="354"/>
            <ac:picMk id="6" creationId="{DE08F120-6F2A-F230-AFFE-9F77F2D7BD45}"/>
          </ac:picMkLst>
        </pc:picChg>
      </pc:sldChg>
      <pc:sldChg chg="addSp delSp modSp add mod">
        <pc:chgData name="Ero Sennin" userId="03426be40f75dd1c" providerId="LiveId" clId="{59AC1DFC-6538-4039-B625-EF0FC9C0D4A9}" dt="2023-11-18T17:32:28.718" v="892" actId="1076"/>
        <pc:sldMkLst>
          <pc:docMk/>
          <pc:sldMk cId="1657417804" sldId="355"/>
        </pc:sldMkLst>
        <pc:spChg chg="mod">
          <ac:chgData name="Ero Sennin" userId="03426be40f75dd1c" providerId="LiveId" clId="{59AC1DFC-6538-4039-B625-EF0FC9C0D4A9}" dt="2023-11-18T17:32:28.718" v="892" actId="1076"/>
          <ac:spMkLst>
            <pc:docMk/>
            <pc:sldMk cId="1657417804" sldId="355"/>
            <ac:spMk id="8" creationId="{6CF85C25-FECF-02E7-8B5D-63C724E2B28B}"/>
          </ac:spMkLst>
        </pc:spChg>
        <pc:picChg chg="del">
          <ac:chgData name="Ero Sennin" userId="03426be40f75dd1c" providerId="LiveId" clId="{59AC1DFC-6538-4039-B625-EF0FC9C0D4A9}" dt="2023-11-18T17:31:09.957" v="819" actId="478"/>
          <ac:picMkLst>
            <pc:docMk/>
            <pc:sldMk cId="1657417804" sldId="355"/>
            <ac:picMk id="6" creationId="{DE08F120-6F2A-F230-AFFE-9F77F2D7BD45}"/>
          </ac:picMkLst>
        </pc:picChg>
        <pc:picChg chg="add mod">
          <ac:chgData name="Ero Sennin" userId="03426be40f75dd1c" providerId="LiveId" clId="{59AC1DFC-6538-4039-B625-EF0FC9C0D4A9}" dt="2023-11-18T17:31:15.568" v="821" actId="1076"/>
          <ac:picMkLst>
            <pc:docMk/>
            <pc:sldMk cId="1657417804" sldId="355"/>
            <ac:picMk id="7" creationId="{EC366DFF-6554-6962-588E-F52154E115D2}"/>
          </ac:picMkLst>
        </pc:picChg>
      </pc:sldChg>
      <pc:sldChg chg="addSp delSp modSp add mod">
        <pc:chgData name="Ero Sennin" userId="03426be40f75dd1c" providerId="LiveId" clId="{59AC1DFC-6538-4039-B625-EF0FC9C0D4A9}" dt="2023-11-18T17:35:55.078" v="920" actId="1076"/>
        <pc:sldMkLst>
          <pc:docMk/>
          <pc:sldMk cId="1436753255" sldId="356"/>
        </pc:sldMkLst>
        <pc:spChg chg="del">
          <ac:chgData name="Ero Sennin" userId="03426be40f75dd1c" providerId="LiveId" clId="{59AC1DFC-6538-4039-B625-EF0FC9C0D4A9}" dt="2023-11-18T17:33:52.936" v="897" actId="478"/>
          <ac:spMkLst>
            <pc:docMk/>
            <pc:sldMk cId="1436753255" sldId="356"/>
            <ac:spMk id="8" creationId="{6CF85C25-FECF-02E7-8B5D-63C724E2B28B}"/>
          </ac:spMkLst>
        </pc:spChg>
        <pc:spChg chg="add mod">
          <ac:chgData name="Ero Sennin" userId="03426be40f75dd1c" providerId="LiveId" clId="{59AC1DFC-6538-4039-B625-EF0FC9C0D4A9}" dt="2023-11-18T17:35:52.667" v="919" actId="14100"/>
          <ac:spMkLst>
            <pc:docMk/>
            <pc:sldMk cId="1436753255" sldId="356"/>
            <ac:spMk id="11" creationId="{B4EB45E9-5511-57B9-215A-E5B1E6B23360}"/>
          </ac:spMkLst>
        </pc:spChg>
        <pc:picChg chg="add mod">
          <ac:chgData name="Ero Sennin" userId="03426be40f75dd1c" providerId="LiveId" clId="{59AC1DFC-6538-4039-B625-EF0FC9C0D4A9}" dt="2023-11-18T17:35:55.078" v="920" actId="1076"/>
          <ac:picMkLst>
            <pc:docMk/>
            <pc:sldMk cId="1436753255" sldId="356"/>
            <ac:picMk id="6" creationId="{6B00C529-E75D-3C1F-B80B-965E6C48A125}"/>
          </ac:picMkLst>
        </pc:picChg>
        <pc:picChg chg="del">
          <ac:chgData name="Ero Sennin" userId="03426be40f75dd1c" providerId="LiveId" clId="{59AC1DFC-6538-4039-B625-EF0FC9C0D4A9}" dt="2023-11-18T17:33:13.004" v="894" actId="478"/>
          <ac:picMkLst>
            <pc:docMk/>
            <pc:sldMk cId="1436753255" sldId="356"/>
            <ac:picMk id="7" creationId="{EC366DFF-6554-6962-588E-F52154E115D2}"/>
          </ac:picMkLst>
        </pc:picChg>
      </pc:sldChg>
      <pc:sldChg chg="modSp add mod ord">
        <pc:chgData name="Ero Sennin" userId="03426be40f75dd1c" providerId="LiveId" clId="{59AC1DFC-6538-4039-B625-EF0FC9C0D4A9}" dt="2023-11-18T17:42:02.573" v="961" actId="12"/>
        <pc:sldMkLst>
          <pc:docMk/>
          <pc:sldMk cId="614219353" sldId="357"/>
        </pc:sldMkLst>
        <pc:spChg chg="mod">
          <ac:chgData name="Ero Sennin" userId="03426be40f75dd1c" providerId="LiveId" clId="{59AC1DFC-6538-4039-B625-EF0FC9C0D4A9}" dt="2023-11-18T17:37:41.698" v="925"/>
          <ac:spMkLst>
            <pc:docMk/>
            <pc:sldMk cId="614219353" sldId="357"/>
            <ac:spMk id="3" creationId="{CAE23DEA-2710-CC0F-72B6-0E6CD7F60193}"/>
          </ac:spMkLst>
        </pc:spChg>
        <pc:spChg chg="mod">
          <ac:chgData name="Ero Sennin" userId="03426be40f75dd1c" providerId="LiveId" clId="{59AC1DFC-6538-4039-B625-EF0FC9C0D4A9}" dt="2023-11-18T17:42:02.573" v="961" actId="12"/>
          <ac:spMkLst>
            <pc:docMk/>
            <pc:sldMk cId="614219353" sldId="357"/>
            <ac:spMk id="8" creationId="{6CF85C25-FECF-02E7-8B5D-63C724E2B28B}"/>
          </ac:spMkLst>
        </pc:spChg>
      </pc:sldChg>
      <pc:sldChg chg="modSp add mod">
        <pc:chgData name="Ero Sennin" userId="03426be40f75dd1c" providerId="LiveId" clId="{59AC1DFC-6538-4039-B625-EF0FC9C0D4A9}" dt="2023-11-18T17:42:39.086" v="974" actId="20577"/>
        <pc:sldMkLst>
          <pc:docMk/>
          <pc:sldMk cId="1484790467" sldId="358"/>
        </pc:sldMkLst>
        <pc:spChg chg="mod">
          <ac:chgData name="Ero Sennin" userId="03426be40f75dd1c" providerId="LiveId" clId="{59AC1DFC-6538-4039-B625-EF0FC9C0D4A9}" dt="2023-11-18T17:42:39.086" v="974" actId="20577"/>
          <ac:spMkLst>
            <pc:docMk/>
            <pc:sldMk cId="1484790467" sldId="358"/>
            <ac:spMk id="8" creationId="{6CF85C25-FECF-02E7-8B5D-63C724E2B28B}"/>
          </ac:spMkLst>
        </pc:spChg>
      </pc:sldChg>
      <pc:sldChg chg="modSp add mod">
        <pc:chgData name="Ero Sennin" userId="03426be40f75dd1c" providerId="LiveId" clId="{59AC1DFC-6538-4039-B625-EF0FC9C0D4A9}" dt="2023-11-18T17:43:48.431" v="992" actId="20577"/>
        <pc:sldMkLst>
          <pc:docMk/>
          <pc:sldMk cId="3470068793" sldId="359"/>
        </pc:sldMkLst>
        <pc:spChg chg="mod">
          <ac:chgData name="Ero Sennin" userId="03426be40f75dd1c" providerId="LiveId" clId="{59AC1DFC-6538-4039-B625-EF0FC9C0D4A9}" dt="2023-11-18T17:43:48.431" v="992" actId="20577"/>
          <ac:spMkLst>
            <pc:docMk/>
            <pc:sldMk cId="3470068793" sldId="359"/>
            <ac:spMk id="8" creationId="{6CF85C25-FECF-02E7-8B5D-63C724E2B28B}"/>
          </ac:spMkLst>
        </pc:spChg>
      </pc:sldChg>
      <pc:sldChg chg="modSp add mod">
        <pc:chgData name="Ero Sennin" userId="03426be40f75dd1c" providerId="LiveId" clId="{59AC1DFC-6538-4039-B625-EF0FC9C0D4A9}" dt="2023-11-18T17:45:09.982" v="1006"/>
        <pc:sldMkLst>
          <pc:docMk/>
          <pc:sldMk cId="3021743333" sldId="360"/>
        </pc:sldMkLst>
        <pc:spChg chg="mod">
          <ac:chgData name="Ero Sennin" userId="03426be40f75dd1c" providerId="LiveId" clId="{59AC1DFC-6538-4039-B625-EF0FC9C0D4A9}" dt="2023-11-18T17:45:09.982" v="1006"/>
          <ac:spMkLst>
            <pc:docMk/>
            <pc:sldMk cId="3021743333" sldId="360"/>
            <ac:spMk id="8" creationId="{6CF85C25-FECF-02E7-8B5D-63C724E2B28B}"/>
          </ac:spMkLst>
        </pc:spChg>
      </pc:sldChg>
      <pc:sldChg chg="modSp add mod">
        <pc:chgData name="Ero Sennin" userId="03426be40f75dd1c" providerId="LiveId" clId="{59AC1DFC-6538-4039-B625-EF0FC9C0D4A9}" dt="2023-11-18T17:51:49.379" v="1040" actId="20577"/>
        <pc:sldMkLst>
          <pc:docMk/>
          <pc:sldMk cId="2006295453" sldId="361"/>
        </pc:sldMkLst>
        <pc:spChg chg="mod">
          <ac:chgData name="Ero Sennin" userId="03426be40f75dd1c" providerId="LiveId" clId="{59AC1DFC-6538-4039-B625-EF0FC9C0D4A9}" dt="2023-11-18T17:49:28.903" v="1015"/>
          <ac:spMkLst>
            <pc:docMk/>
            <pc:sldMk cId="2006295453" sldId="361"/>
            <ac:spMk id="3" creationId="{CAE23DEA-2710-CC0F-72B6-0E6CD7F60193}"/>
          </ac:spMkLst>
        </pc:spChg>
        <pc:spChg chg="mod">
          <ac:chgData name="Ero Sennin" userId="03426be40f75dd1c" providerId="LiveId" clId="{59AC1DFC-6538-4039-B625-EF0FC9C0D4A9}" dt="2023-11-18T17:51:49.379" v="1040" actId="20577"/>
          <ac:spMkLst>
            <pc:docMk/>
            <pc:sldMk cId="2006295453" sldId="361"/>
            <ac:spMk id="8" creationId="{6CF85C25-FECF-02E7-8B5D-63C724E2B28B}"/>
          </ac:spMkLst>
        </pc:spChg>
      </pc:sldChg>
      <pc:sldChg chg="modSp add mod">
        <pc:chgData name="Ero Sennin" userId="03426be40f75dd1c" providerId="LiveId" clId="{59AC1DFC-6538-4039-B625-EF0FC9C0D4A9}" dt="2023-11-18T17:55:31.395" v="1087" actId="20577"/>
        <pc:sldMkLst>
          <pc:docMk/>
          <pc:sldMk cId="3399441557" sldId="362"/>
        </pc:sldMkLst>
        <pc:spChg chg="mod">
          <ac:chgData name="Ero Sennin" userId="03426be40f75dd1c" providerId="LiveId" clId="{59AC1DFC-6538-4039-B625-EF0FC9C0D4A9}" dt="2023-11-18T17:55:31.395" v="1087" actId="20577"/>
          <ac:spMkLst>
            <pc:docMk/>
            <pc:sldMk cId="3399441557" sldId="362"/>
            <ac:spMk id="8" creationId="{6CF85C25-FECF-02E7-8B5D-63C724E2B28B}"/>
          </ac:spMkLst>
        </pc:spChg>
      </pc:sldChg>
      <pc:sldChg chg="modSp add mod">
        <pc:chgData name="Ero Sennin" userId="03426be40f75dd1c" providerId="LiveId" clId="{59AC1DFC-6538-4039-B625-EF0FC9C0D4A9}" dt="2023-11-18T17:56:14.077" v="1092" actId="20577"/>
        <pc:sldMkLst>
          <pc:docMk/>
          <pc:sldMk cId="3729408570" sldId="363"/>
        </pc:sldMkLst>
        <pc:spChg chg="mod">
          <ac:chgData name="Ero Sennin" userId="03426be40f75dd1c" providerId="LiveId" clId="{59AC1DFC-6538-4039-B625-EF0FC9C0D4A9}" dt="2023-11-18T17:56:14.077" v="1092" actId="20577"/>
          <ac:spMkLst>
            <pc:docMk/>
            <pc:sldMk cId="3729408570" sldId="363"/>
            <ac:spMk id="8" creationId="{6CF85C25-FECF-02E7-8B5D-63C724E2B28B}"/>
          </ac:spMkLst>
        </pc:spChg>
      </pc:sldChg>
      <pc:sldChg chg="modSp add mod">
        <pc:chgData name="Ero Sennin" userId="03426be40f75dd1c" providerId="LiveId" clId="{59AC1DFC-6538-4039-B625-EF0FC9C0D4A9}" dt="2023-11-18T17:59:14.621" v="1116" actId="20577"/>
        <pc:sldMkLst>
          <pc:docMk/>
          <pc:sldMk cId="3669757811" sldId="364"/>
        </pc:sldMkLst>
        <pc:spChg chg="mod">
          <ac:chgData name="Ero Sennin" userId="03426be40f75dd1c" providerId="LiveId" clId="{59AC1DFC-6538-4039-B625-EF0FC9C0D4A9}" dt="2023-11-18T17:59:14.621" v="1116" actId="20577"/>
          <ac:spMkLst>
            <pc:docMk/>
            <pc:sldMk cId="3669757811" sldId="364"/>
            <ac:spMk id="8" creationId="{6CF85C25-FECF-02E7-8B5D-63C724E2B28B}"/>
          </ac:spMkLst>
        </pc:spChg>
      </pc:sldChg>
    </pc:docChg>
  </pc:docChgLst>
  <pc:docChgLst>
    <pc:chgData name="Ero Sennin" userId="03426be40f75dd1c" providerId="LiveId" clId="{7668E954-BB23-4D38-B117-8308B96177A6}"/>
    <pc:docChg chg="custSel addSld modSld">
      <pc:chgData name="Ero Sennin" userId="03426be40f75dd1c" providerId="LiveId" clId="{7668E954-BB23-4D38-B117-8308B96177A6}" dt="2023-11-30T03:17:02.807" v="54" actId="113"/>
      <pc:docMkLst>
        <pc:docMk/>
      </pc:docMkLst>
      <pc:sldChg chg="modSp add mod">
        <pc:chgData name="Ero Sennin" userId="03426be40f75dd1c" providerId="LiveId" clId="{7668E954-BB23-4D38-B117-8308B96177A6}" dt="2023-11-30T03:17:02.807" v="54" actId="113"/>
        <pc:sldMkLst>
          <pc:docMk/>
          <pc:sldMk cId="1609064049" sldId="372"/>
        </pc:sldMkLst>
        <pc:spChg chg="mod">
          <ac:chgData name="Ero Sennin" userId="03426be40f75dd1c" providerId="LiveId" clId="{7668E954-BB23-4D38-B117-8308B96177A6}" dt="2023-11-30T03:15:36.053" v="7" actId="20577"/>
          <ac:spMkLst>
            <pc:docMk/>
            <pc:sldMk cId="1609064049" sldId="372"/>
            <ac:spMk id="6" creationId="{52BDBAC3-67AD-4A97-7850-28F18722F0B1}"/>
          </ac:spMkLst>
        </pc:spChg>
        <pc:spChg chg="mod">
          <ac:chgData name="Ero Sennin" userId="03426be40f75dd1c" providerId="LiveId" clId="{7668E954-BB23-4D38-B117-8308B96177A6}" dt="2023-11-30T03:17:02.807" v="54" actId="113"/>
          <ac:spMkLst>
            <pc:docMk/>
            <pc:sldMk cId="1609064049" sldId="372"/>
            <ac:spMk id="8" creationId="{6CF85C25-FECF-02E7-8B5D-63C724E2B28B}"/>
          </ac:spMkLst>
        </pc:spChg>
      </pc:sldChg>
    </pc:docChg>
  </pc:docChgLst>
  <pc:docChgLst>
    <pc:chgData name="Ero Sennin" userId="03426be40f75dd1c" providerId="LiveId" clId="{AF8BDAFC-BEB6-4645-B417-72CCE5767944}"/>
    <pc:docChg chg="undo redo custSel modSld">
      <pc:chgData name="Ero Sennin" userId="03426be40f75dd1c" providerId="LiveId" clId="{AF8BDAFC-BEB6-4645-B417-72CCE5767944}" dt="2023-11-19T05:59:55.480" v="54" actId="20577"/>
      <pc:docMkLst>
        <pc:docMk/>
      </pc:docMkLst>
      <pc:sldChg chg="modSp mod">
        <pc:chgData name="Ero Sennin" userId="03426be40f75dd1c" providerId="LiveId" clId="{AF8BDAFC-BEB6-4645-B417-72CCE5767944}" dt="2023-11-19T05:54:16.675" v="4"/>
        <pc:sldMkLst>
          <pc:docMk/>
          <pc:sldMk cId="0" sldId="256"/>
        </pc:sldMkLst>
        <pc:spChg chg="mod">
          <ac:chgData name="Ero Sennin" userId="03426be40f75dd1c" providerId="LiveId" clId="{AF8BDAFC-BEB6-4645-B417-72CCE5767944}" dt="2023-11-19T05:54:16.675" v="4"/>
          <ac:spMkLst>
            <pc:docMk/>
            <pc:sldMk cId="0" sldId="256"/>
            <ac:spMk id="58" creationId="{00000000-0000-0000-0000-000000000000}"/>
          </ac:spMkLst>
        </pc:spChg>
      </pc:sldChg>
      <pc:sldChg chg="modSp mod">
        <pc:chgData name="Ero Sennin" userId="03426be40f75dd1c" providerId="LiveId" clId="{AF8BDAFC-BEB6-4645-B417-72CCE5767944}" dt="2023-11-19T05:54:33.500" v="7"/>
        <pc:sldMkLst>
          <pc:docMk/>
          <pc:sldMk cId="0" sldId="258"/>
        </pc:sldMkLst>
        <pc:spChg chg="mod">
          <ac:chgData name="Ero Sennin" userId="03426be40f75dd1c" providerId="LiveId" clId="{AF8BDAFC-BEB6-4645-B417-72CCE5767944}" dt="2023-11-19T05:54:33.500" v="7"/>
          <ac:spMkLst>
            <pc:docMk/>
            <pc:sldMk cId="0" sldId="258"/>
            <ac:spMk id="72" creationId="{00000000-0000-0000-0000-000000000000}"/>
          </ac:spMkLst>
        </pc:spChg>
      </pc:sldChg>
      <pc:sldChg chg="modSp mod">
        <pc:chgData name="Ero Sennin" userId="03426be40f75dd1c" providerId="LiveId" clId="{AF8BDAFC-BEB6-4645-B417-72CCE5767944}" dt="2023-11-19T05:56:21.219" v="11" actId="20577"/>
        <pc:sldMkLst>
          <pc:docMk/>
          <pc:sldMk cId="1909956528" sldId="331"/>
        </pc:sldMkLst>
        <pc:spChg chg="mod">
          <ac:chgData name="Ero Sennin" userId="03426be40f75dd1c" providerId="LiveId" clId="{AF8BDAFC-BEB6-4645-B417-72CCE5767944}" dt="2023-11-19T05:56:12.291" v="8"/>
          <ac:spMkLst>
            <pc:docMk/>
            <pc:sldMk cId="1909956528" sldId="331"/>
            <ac:spMk id="6" creationId="{52BDBAC3-67AD-4A97-7850-28F18722F0B1}"/>
          </ac:spMkLst>
        </pc:spChg>
        <pc:spChg chg="mod">
          <ac:chgData name="Ero Sennin" userId="03426be40f75dd1c" providerId="LiveId" clId="{AF8BDAFC-BEB6-4645-B417-72CCE5767944}" dt="2023-11-19T05:56:21.219" v="11" actId="20577"/>
          <ac:spMkLst>
            <pc:docMk/>
            <pc:sldMk cId="1909956528" sldId="331"/>
            <ac:spMk id="8" creationId="{6CF85C25-FECF-02E7-8B5D-63C724E2B28B}"/>
          </ac:spMkLst>
        </pc:spChg>
      </pc:sldChg>
      <pc:sldChg chg="addSp delSp modSp mod">
        <pc:chgData name="Ero Sennin" userId="03426be40f75dd1c" providerId="LiveId" clId="{AF8BDAFC-BEB6-4645-B417-72CCE5767944}" dt="2023-11-19T05:57:19.430" v="26" actId="478"/>
        <pc:sldMkLst>
          <pc:docMk/>
          <pc:sldMk cId="3079585306" sldId="365"/>
        </pc:sldMkLst>
        <pc:spChg chg="add del mod">
          <ac:chgData name="Ero Sennin" userId="03426be40f75dd1c" providerId="LiveId" clId="{AF8BDAFC-BEB6-4645-B417-72CCE5767944}" dt="2023-11-19T05:57:19.430" v="26" actId="478"/>
          <ac:spMkLst>
            <pc:docMk/>
            <pc:sldMk cId="3079585306" sldId="365"/>
            <ac:spMk id="2" creationId="{750EF4A7-7ED9-0F5F-06AE-738D862B5A81}"/>
          </ac:spMkLst>
        </pc:spChg>
        <pc:spChg chg="mod">
          <ac:chgData name="Ero Sennin" userId="03426be40f75dd1c" providerId="LiveId" clId="{AF8BDAFC-BEB6-4645-B417-72CCE5767944}" dt="2023-11-19T05:56:41.627" v="12"/>
          <ac:spMkLst>
            <pc:docMk/>
            <pc:sldMk cId="3079585306" sldId="365"/>
            <ac:spMk id="6" creationId="{52BDBAC3-67AD-4A97-7850-28F18722F0B1}"/>
          </ac:spMkLst>
        </pc:spChg>
        <pc:spChg chg="mod">
          <ac:chgData name="Ero Sennin" userId="03426be40f75dd1c" providerId="LiveId" clId="{AF8BDAFC-BEB6-4645-B417-72CCE5767944}" dt="2023-11-19T05:57:06.993" v="24" actId="113"/>
          <ac:spMkLst>
            <pc:docMk/>
            <pc:sldMk cId="3079585306" sldId="365"/>
            <ac:spMk id="8" creationId="{6CF85C25-FECF-02E7-8B5D-63C724E2B28B}"/>
          </ac:spMkLst>
        </pc:spChg>
      </pc:sldChg>
      <pc:sldChg chg="modSp mod">
        <pc:chgData name="Ero Sennin" userId="03426be40f75dd1c" providerId="LiveId" clId="{AF8BDAFC-BEB6-4645-B417-72CCE5767944}" dt="2023-11-19T05:57:45.914" v="36" actId="113"/>
        <pc:sldMkLst>
          <pc:docMk/>
          <pc:sldMk cId="1179856051" sldId="366"/>
        </pc:sldMkLst>
        <pc:spChg chg="mod">
          <ac:chgData name="Ero Sennin" userId="03426be40f75dd1c" providerId="LiveId" clId="{AF8BDAFC-BEB6-4645-B417-72CCE5767944}" dt="2023-11-19T05:57:31.597" v="27"/>
          <ac:spMkLst>
            <pc:docMk/>
            <pc:sldMk cId="1179856051" sldId="366"/>
            <ac:spMk id="6" creationId="{52BDBAC3-67AD-4A97-7850-28F18722F0B1}"/>
          </ac:spMkLst>
        </pc:spChg>
        <pc:spChg chg="mod">
          <ac:chgData name="Ero Sennin" userId="03426be40f75dd1c" providerId="LiveId" clId="{AF8BDAFC-BEB6-4645-B417-72CCE5767944}" dt="2023-11-19T05:57:45.914" v="36" actId="113"/>
          <ac:spMkLst>
            <pc:docMk/>
            <pc:sldMk cId="1179856051" sldId="366"/>
            <ac:spMk id="8" creationId="{6CF85C25-FECF-02E7-8B5D-63C724E2B28B}"/>
          </ac:spMkLst>
        </pc:spChg>
      </pc:sldChg>
      <pc:sldChg chg="modSp mod">
        <pc:chgData name="Ero Sennin" userId="03426be40f75dd1c" providerId="LiveId" clId="{AF8BDAFC-BEB6-4645-B417-72CCE5767944}" dt="2023-11-19T05:58:42.363" v="40" actId="20577"/>
        <pc:sldMkLst>
          <pc:docMk/>
          <pc:sldMk cId="1166055557" sldId="367"/>
        </pc:sldMkLst>
        <pc:spChg chg="mod">
          <ac:chgData name="Ero Sennin" userId="03426be40f75dd1c" providerId="LiveId" clId="{AF8BDAFC-BEB6-4645-B417-72CCE5767944}" dt="2023-11-19T05:58:36.794" v="37"/>
          <ac:spMkLst>
            <pc:docMk/>
            <pc:sldMk cId="1166055557" sldId="367"/>
            <ac:spMk id="6" creationId="{52BDBAC3-67AD-4A97-7850-28F18722F0B1}"/>
          </ac:spMkLst>
        </pc:spChg>
        <pc:spChg chg="mod">
          <ac:chgData name="Ero Sennin" userId="03426be40f75dd1c" providerId="LiveId" clId="{AF8BDAFC-BEB6-4645-B417-72CCE5767944}" dt="2023-11-19T05:58:42.363" v="40" actId="20577"/>
          <ac:spMkLst>
            <pc:docMk/>
            <pc:sldMk cId="1166055557" sldId="367"/>
            <ac:spMk id="8" creationId="{6CF85C25-FECF-02E7-8B5D-63C724E2B28B}"/>
          </ac:spMkLst>
        </pc:spChg>
      </pc:sldChg>
      <pc:sldChg chg="modSp mod">
        <pc:chgData name="Ero Sennin" userId="03426be40f75dd1c" providerId="LiveId" clId="{AF8BDAFC-BEB6-4645-B417-72CCE5767944}" dt="2023-11-19T05:58:59.963" v="43" actId="20577"/>
        <pc:sldMkLst>
          <pc:docMk/>
          <pc:sldMk cId="1542159574" sldId="368"/>
        </pc:sldMkLst>
        <pc:spChg chg="mod">
          <ac:chgData name="Ero Sennin" userId="03426be40f75dd1c" providerId="LiveId" clId="{AF8BDAFC-BEB6-4645-B417-72CCE5767944}" dt="2023-11-19T05:58:50.761" v="41"/>
          <ac:spMkLst>
            <pc:docMk/>
            <pc:sldMk cId="1542159574" sldId="368"/>
            <ac:spMk id="6" creationId="{52BDBAC3-67AD-4A97-7850-28F18722F0B1}"/>
          </ac:spMkLst>
        </pc:spChg>
        <pc:spChg chg="mod">
          <ac:chgData name="Ero Sennin" userId="03426be40f75dd1c" providerId="LiveId" clId="{AF8BDAFC-BEB6-4645-B417-72CCE5767944}" dt="2023-11-19T05:58:59.963" v="43" actId="20577"/>
          <ac:spMkLst>
            <pc:docMk/>
            <pc:sldMk cId="1542159574" sldId="368"/>
            <ac:spMk id="8" creationId="{6CF85C25-FECF-02E7-8B5D-63C724E2B28B}"/>
          </ac:spMkLst>
        </pc:spChg>
      </pc:sldChg>
      <pc:sldChg chg="modSp mod">
        <pc:chgData name="Ero Sennin" userId="03426be40f75dd1c" providerId="LiveId" clId="{AF8BDAFC-BEB6-4645-B417-72CCE5767944}" dt="2023-11-19T05:59:18.969" v="46" actId="20577"/>
        <pc:sldMkLst>
          <pc:docMk/>
          <pc:sldMk cId="780176159" sldId="369"/>
        </pc:sldMkLst>
        <pc:spChg chg="mod">
          <ac:chgData name="Ero Sennin" userId="03426be40f75dd1c" providerId="LiveId" clId="{AF8BDAFC-BEB6-4645-B417-72CCE5767944}" dt="2023-11-19T05:59:13.686" v="44"/>
          <ac:spMkLst>
            <pc:docMk/>
            <pc:sldMk cId="780176159" sldId="369"/>
            <ac:spMk id="6" creationId="{52BDBAC3-67AD-4A97-7850-28F18722F0B1}"/>
          </ac:spMkLst>
        </pc:spChg>
        <pc:spChg chg="mod">
          <ac:chgData name="Ero Sennin" userId="03426be40f75dd1c" providerId="LiveId" clId="{AF8BDAFC-BEB6-4645-B417-72CCE5767944}" dt="2023-11-19T05:59:18.969" v="46" actId="20577"/>
          <ac:spMkLst>
            <pc:docMk/>
            <pc:sldMk cId="780176159" sldId="369"/>
            <ac:spMk id="8" creationId="{6CF85C25-FECF-02E7-8B5D-63C724E2B28B}"/>
          </ac:spMkLst>
        </pc:spChg>
      </pc:sldChg>
      <pc:sldChg chg="modSp mod">
        <pc:chgData name="Ero Sennin" userId="03426be40f75dd1c" providerId="LiveId" clId="{AF8BDAFC-BEB6-4645-B417-72CCE5767944}" dt="2023-11-19T05:59:38.191" v="51" actId="20577"/>
        <pc:sldMkLst>
          <pc:docMk/>
          <pc:sldMk cId="4227814038" sldId="370"/>
        </pc:sldMkLst>
        <pc:spChg chg="mod">
          <ac:chgData name="Ero Sennin" userId="03426be40f75dd1c" providerId="LiveId" clId="{AF8BDAFC-BEB6-4645-B417-72CCE5767944}" dt="2023-11-19T05:59:30.619" v="47"/>
          <ac:spMkLst>
            <pc:docMk/>
            <pc:sldMk cId="4227814038" sldId="370"/>
            <ac:spMk id="6" creationId="{52BDBAC3-67AD-4A97-7850-28F18722F0B1}"/>
          </ac:spMkLst>
        </pc:spChg>
        <pc:spChg chg="mod">
          <ac:chgData name="Ero Sennin" userId="03426be40f75dd1c" providerId="LiveId" clId="{AF8BDAFC-BEB6-4645-B417-72CCE5767944}" dt="2023-11-19T05:59:38.191" v="51" actId="20577"/>
          <ac:spMkLst>
            <pc:docMk/>
            <pc:sldMk cId="4227814038" sldId="370"/>
            <ac:spMk id="8" creationId="{6CF85C25-FECF-02E7-8B5D-63C724E2B28B}"/>
          </ac:spMkLst>
        </pc:spChg>
      </pc:sldChg>
      <pc:sldChg chg="modSp mod">
        <pc:chgData name="Ero Sennin" userId="03426be40f75dd1c" providerId="LiveId" clId="{AF8BDAFC-BEB6-4645-B417-72CCE5767944}" dt="2023-11-19T05:59:55.480" v="54" actId="20577"/>
        <pc:sldMkLst>
          <pc:docMk/>
          <pc:sldMk cId="3853773006" sldId="371"/>
        </pc:sldMkLst>
        <pc:spChg chg="mod">
          <ac:chgData name="Ero Sennin" userId="03426be40f75dd1c" providerId="LiveId" clId="{AF8BDAFC-BEB6-4645-B417-72CCE5767944}" dt="2023-11-19T05:59:49.939" v="52"/>
          <ac:spMkLst>
            <pc:docMk/>
            <pc:sldMk cId="3853773006" sldId="371"/>
            <ac:spMk id="6" creationId="{52BDBAC3-67AD-4A97-7850-28F18722F0B1}"/>
          </ac:spMkLst>
        </pc:spChg>
        <pc:spChg chg="mod">
          <ac:chgData name="Ero Sennin" userId="03426be40f75dd1c" providerId="LiveId" clId="{AF8BDAFC-BEB6-4645-B417-72CCE5767944}" dt="2023-11-19T05:59:55.480" v="54" actId="20577"/>
          <ac:spMkLst>
            <pc:docMk/>
            <pc:sldMk cId="3853773006" sldId="371"/>
            <ac:spMk id="8" creationId="{6CF85C25-FECF-02E7-8B5D-63C724E2B28B}"/>
          </ac:spMkLst>
        </pc:spChg>
      </pc:sldChg>
    </pc:docChg>
  </pc:docChgLst>
  <pc:docChgLst>
    <pc:chgData name="Ero Sennin" userId="03426be40f75dd1c" providerId="LiveId" clId="{D0E502A0-A6DA-4CC1-86CC-25483B08AD6F}"/>
    <pc:docChg chg="undo custSel addSld delSld modSld">
      <pc:chgData name="Ero Sennin" userId="03426be40f75dd1c" providerId="LiveId" clId="{D0E502A0-A6DA-4CC1-86CC-25483B08AD6F}" dt="2023-11-18T18:20:51.137" v="84" actId="47"/>
      <pc:docMkLst>
        <pc:docMk/>
      </pc:docMkLst>
      <pc:sldChg chg="modSp mod">
        <pc:chgData name="Ero Sennin" userId="03426be40f75dd1c" providerId="LiveId" clId="{D0E502A0-A6DA-4CC1-86CC-25483B08AD6F}" dt="2023-11-18T18:07:03.251" v="20" actId="1076"/>
        <pc:sldMkLst>
          <pc:docMk/>
          <pc:sldMk cId="0" sldId="256"/>
        </pc:sldMkLst>
        <pc:spChg chg="mod">
          <ac:chgData name="Ero Sennin" userId="03426be40f75dd1c" providerId="LiveId" clId="{D0E502A0-A6DA-4CC1-86CC-25483B08AD6F}" dt="2023-11-18T18:07:03.251" v="20" actId="1076"/>
          <ac:spMkLst>
            <pc:docMk/>
            <pc:sldMk cId="0" sldId="256"/>
            <ac:spMk id="58" creationId="{00000000-0000-0000-0000-000000000000}"/>
          </ac:spMkLst>
        </pc:spChg>
        <pc:picChg chg="mod">
          <ac:chgData name="Ero Sennin" userId="03426be40f75dd1c" providerId="LiveId" clId="{D0E502A0-A6DA-4CC1-86CC-25483B08AD6F}" dt="2023-11-18T18:06:55.577" v="17" actId="1076"/>
          <ac:picMkLst>
            <pc:docMk/>
            <pc:sldMk cId="0" sldId="256"/>
            <ac:picMk id="57" creationId="{00000000-0000-0000-0000-000000000000}"/>
          </ac:picMkLst>
        </pc:picChg>
      </pc:sldChg>
      <pc:sldChg chg="addSp delSp modSp mod">
        <pc:chgData name="Ero Sennin" userId="03426be40f75dd1c" providerId="LiveId" clId="{D0E502A0-A6DA-4CC1-86CC-25483B08AD6F}" dt="2023-11-18T18:06:35.050" v="11" actId="1076"/>
        <pc:sldMkLst>
          <pc:docMk/>
          <pc:sldMk cId="0" sldId="258"/>
        </pc:sldMkLst>
        <pc:spChg chg="mod">
          <ac:chgData name="Ero Sennin" userId="03426be40f75dd1c" providerId="LiveId" clId="{D0E502A0-A6DA-4CC1-86CC-25483B08AD6F}" dt="2023-11-18T18:06:35.050" v="11" actId="1076"/>
          <ac:spMkLst>
            <pc:docMk/>
            <pc:sldMk cId="0" sldId="258"/>
            <ac:spMk id="72" creationId="{00000000-0000-0000-0000-000000000000}"/>
          </ac:spMkLst>
        </pc:spChg>
        <pc:graphicFrameChg chg="add del mod">
          <ac:chgData name="Ero Sennin" userId="03426be40f75dd1c" providerId="LiveId" clId="{D0E502A0-A6DA-4CC1-86CC-25483B08AD6F}" dt="2023-11-18T18:05:51.841" v="1"/>
          <ac:graphicFrameMkLst>
            <pc:docMk/>
            <pc:sldMk cId="0" sldId="258"/>
            <ac:graphicFrameMk id="3" creationId="{F466027A-CC25-3537-B686-7A6E9D1986A2}"/>
          </ac:graphicFrameMkLst>
        </pc:graphicFrameChg>
      </pc:sldChg>
      <pc:sldChg chg="modSp add del mod">
        <pc:chgData name="Ero Sennin" userId="03426be40f75dd1c" providerId="LiveId" clId="{D0E502A0-A6DA-4CC1-86CC-25483B08AD6F}" dt="2023-11-18T18:15:02.068" v="31" actId="20577"/>
        <pc:sldMkLst>
          <pc:docMk/>
          <pc:sldMk cId="1909956528" sldId="331"/>
        </pc:sldMkLst>
        <pc:spChg chg="mod">
          <ac:chgData name="Ero Sennin" userId="03426be40f75dd1c" providerId="LiveId" clId="{D0E502A0-A6DA-4CC1-86CC-25483B08AD6F}" dt="2023-11-18T18:10:49.445" v="26" actId="14100"/>
          <ac:spMkLst>
            <pc:docMk/>
            <pc:sldMk cId="1909956528" sldId="331"/>
            <ac:spMk id="6" creationId="{52BDBAC3-67AD-4A97-7850-28F18722F0B1}"/>
          </ac:spMkLst>
        </pc:spChg>
        <pc:spChg chg="mod">
          <ac:chgData name="Ero Sennin" userId="03426be40f75dd1c" providerId="LiveId" clId="{D0E502A0-A6DA-4CC1-86CC-25483B08AD6F}" dt="2023-11-18T18:15:02.068" v="31" actId="20577"/>
          <ac:spMkLst>
            <pc:docMk/>
            <pc:sldMk cId="1909956528" sldId="331"/>
            <ac:spMk id="8" creationId="{6CF85C25-FECF-02E7-8B5D-63C724E2B28B}"/>
          </ac:spMkLst>
        </pc:spChg>
      </pc:sldChg>
      <pc:sldChg chg="add del">
        <pc:chgData name="Ero Sennin" userId="03426be40f75dd1c" providerId="LiveId" clId="{D0E502A0-A6DA-4CC1-86CC-25483B08AD6F}" dt="2023-11-18T18:10:33.488" v="23" actId="47"/>
        <pc:sldMkLst>
          <pc:docMk/>
          <pc:sldMk cId="265992425" sldId="332"/>
        </pc:sldMkLst>
      </pc:sldChg>
      <pc:sldChg chg="add del">
        <pc:chgData name="Ero Sennin" userId="03426be40f75dd1c" providerId="LiveId" clId="{D0E502A0-A6DA-4CC1-86CC-25483B08AD6F}" dt="2023-11-18T18:10:33.488" v="23" actId="47"/>
        <pc:sldMkLst>
          <pc:docMk/>
          <pc:sldMk cId="3161217611" sldId="333"/>
        </pc:sldMkLst>
      </pc:sldChg>
      <pc:sldChg chg="add del">
        <pc:chgData name="Ero Sennin" userId="03426be40f75dd1c" providerId="LiveId" clId="{D0E502A0-A6DA-4CC1-86CC-25483B08AD6F}" dt="2023-11-18T18:10:33.488" v="23" actId="47"/>
        <pc:sldMkLst>
          <pc:docMk/>
          <pc:sldMk cId="2794045480" sldId="334"/>
        </pc:sldMkLst>
      </pc:sldChg>
      <pc:sldChg chg="add del">
        <pc:chgData name="Ero Sennin" userId="03426be40f75dd1c" providerId="LiveId" clId="{D0E502A0-A6DA-4CC1-86CC-25483B08AD6F}" dt="2023-11-18T18:10:33.488" v="23" actId="47"/>
        <pc:sldMkLst>
          <pc:docMk/>
          <pc:sldMk cId="4204554352" sldId="335"/>
        </pc:sldMkLst>
      </pc:sldChg>
      <pc:sldChg chg="add del">
        <pc:chgData name="Ero Sennin" userId="03426be40f75dd1c" providerId="LiveId" clId="{D0E502A0-A6DA-4CC1-86CC-25483B08AD6F}" dt="2023-11-18T18:10:33.488" v="23" actId="47"/>
        <pc:sldMkLst>
          <pc:docMk/>
          <pc:sldMk cId="1789055924" sldId="336"/>
        </pc:sldMkLst>
      </pc:sldChg>
      <pc:sldChg chg="add del">
        <pc:chgData name="Ero Sennin" userId="03426be40f75dd1c" providerId="LiveId" clId="{D0E502A0-A6DA-4CC1-86CC-25483B08AD6F}" dt="2023-11-18T18:10:33.488" v="23" actId="47"/>
        <pc:sldMkLst>
          <pc:docMk/>
          <pc:sldMk cId="2941605581" sldId="337"/>
        </pc:sldMkLst>
      </pc:sldChg>
      <pc:sldChg chg="add del">
        <pc:chgData name="Ero Sennin" userId="03426be40f75dd1c" providerId="LiveId" clId="{D0E502A0-A6DA-4CC1-86CC-25483B08AD6F}" dt="2023-11-18T18:10:33.488" v="23" actId="47"/>
        <pc:sldMkLst>
          <pc:docMk/>
          <pc:sldMk cId="3117361790" sldId="339"/>
        </pc:sldMkLst>
      </pc:sldChg>
      <pc:sldChg chg="add del">
        <pc:chgData name="Ero Sennin" userId="03426be40f75dd1c" providerId="LiveId" clId="{D0E502A0-A6DA-4CC1-86CC-25483B08AD6F}" dt="2023-11-18T18:10:33.488" v="23" actId="47"/>
        <pc:sldMkLst>
          <pc:docMk/>
          <pc:sldMk cId="379817075" sldId="340"/>
        </pc:sldMkLst>
      </pc:sldChg>
      <pc:sldChg chg="add del">
        <pc:chgData name="Ero Sennin" userId="03426be40f75dd1c" providerId="LiveId" clId="{D0E502A0-A6DA-4CC1-86CC-25483B08AD6F}" dt="2023-11-18T18:10:33.488" v="23" actId="47"/>
        <pc:sldMkLst>
          <pc:docMk/>
          <pc:sldMk cId="424304537" sldId="341"/>
        </pc:sldMkLst>
      </pc:sldChg>
      <pc:sldChg chg="add del">
        <pc:chgData name="Ero Sennin" userId="03426be40f75dd1c" providerId="LiveId" clId="{D0E502A0-A6DA-4CC1-86CC-25483B08AD6F}" dt="2023-11-18T18:10:33.488" v="23" actId="47"/>
        <pc:sldMkLst>
          <pc:docMk/>
          <pc:sldMk cId="2187594355" sldId="342"/>
        </pc:sldMkLst>
      </pc:sldChg>
      <pc:sldChg chg="add del">
        <pc:chgData name="Ero Sennin" userId="03426be40f75dd1c" providerId="LiveId" clId="{D0E502A0-A6DA-4CC1-86CC-25483B08AD6F}" dt="2023-11-18T18:10:33.488" v="23" actId="47"/>
        <pc:sldMkLst>
          <pc:docMk/>
          <pc:sldMk cId="3977605819" sldId="343"/>
        </pc:sldMkLst>
      </pc:sldChg>
      <pc:sldChg chg="add del">
        <pc:chgData name="Ero Sennin" userId="03426be40f75dd1c" providerId="LiveId" clId="{D0E502A0-A6DA-4CC1-86CC-25483B08AD6F}" dt="2023-11-18T18:10:33.488" v="23" actId="47"/>
        <pc:sldMkLst>
          <pc:docMk/>
          <pc:sldMk cId="71056339" sldId="344"/>
        </pc:sldMkLst>
      </pc:sldChg>
      <pc:sldChg chg="add del">
        <pc:chgData name="Ero Sennin" userId="03426be40f75dd1c" providerId="LiveId" clId="{D0E502A0-A6DA-4CC1-86CC-25483B08AD6F}" dt="2023-11-18T18:10:33.488" v="23" actId="47"/>
        <pc:sldMkLst>
          <pc:docMk/>
          <pc:sldMk cId="3362010045" sldId="345"/>
        </pc:sldMkLst>
      </pc:sldChg>
      <pc:sldChg chg="add del">
        <pc:chgData name="Ero Sennin" userId="03426be40f75dd1c" providerId="LiveId" clId="{D0E502A0-A6DA-4CC1-86CC-25483B08AD6F}" dt="2023-11-18T18:10:33.488" v="23" actId="47"/>
        <pc:sldMkLst>
          <pc:docMk/>
          <pc:sldMk cId="1608157032" sldId="346"/>
        </pc:sldMkLst>
      </pc:sldChg>
      <pc:sldChg chg="add del">
        <pc:chgData name="Ero Sennin" userId="03426be40f75dd1c" providerId="LiveId" clId="{D0E502A0-A6DA-4CC1-86CC-25483B08AD6F}" dt="2023-11-18T18:10:33.488" v="23" actId="47"/>
        <pc:sldMkLst>
          <pc:docMk/>
          <pc:sldMk cId="1396905398" sldId="347"/>
        </pc:sldMkLst>
      </pc:sldChg>
      <pc:sldChg chg="add del">
        <pc:chgData name="Ero Sennin" userId="03426be40f75dd1c" providerId="LiveId" clId="{D0E502A0-A6DA-4CC1-86CC-25483B08AD6F}" dt="2023-11-18T18:10:33.488" v="23" actId="47"/>
        <pc:sldMkLst>
          <pc:docMk/>
          <pc:sldMk cId="775201600" sldId="348"/>
        </pc:sldMkLst>
      </pc:sldChg>
      <pc:sldChg chg="add del">
        <pc:chgData name="Ero Sennin" userId="03426be40f75dd1c" providerId="LiveId" clId="{D0E502A0-A6DA-4CC1-86CC-25483B08AD6F}" dt="2023-11-18T18:10:33.488" v="23" actId="47"/>
        <pc:sldMkLst>
          <pc:docMk/>
          <pc:sldMk cId="271087555" sldId="349"/>
        </pc:sldMkLst>
      </pc:sldChg>
      <pc:sldChg chg="add del">
        <pc:chgData name="Ero Sennin" userId="03426be40f75dd1c" providerId="LiveId" clId="{D0E502A0-A6DA-4CC1-86CC-25483B08AD6F}" dt="2023-11-18T18:10:33.488" v="23" actId="47"/>
        <pc:sldMkLst>
          <pc:docMk/>
          <pc:sldMk cId="2540738932" sldId="350"/>
        </pc:sldMkLst>
      </pc:sldChg>
      <pc:sldChg chg="add del">
        <pc:chgData name="Ero Sennin" userId="03426be40f75dd1c" providerId="LiveId" clId="{D0E502A0-A6DA-4CC1-86CC-25483B08AD6F}" dt="2023-11-18T18:10:33.488" v="23" actId="47"/>
        <pc:sldMkLst>
          <pc:docMk/>
          <pc:sldMk cId="1629030163" sldId="351"/>
        </pc:sldMkLst>
      </pc:sldChg>
      <pc:sldChg chg="del">
        <pc:chgData name="Ero Sennin" userId="03426be40f75dd1c" providerId="LiveId" clId="{D0E502A0-A6DA-4CC1-86CC-25483B08AD6F}" dt="2023-11-18T18:06:37.066" v="12" actId="47"/>
        <pc:sldMkLst>
          <pc:docMk/>
          <pc:sldMk cId="1241933059" sldId="352"/>
        </pc:sldMkLst>
      </pc:sldChg>
      <pc:sldChg chg="add del">
        <pc:chgData name="Ero Sennin" userId="03426be40f75dd1c" providerId="LiveId" clId="{D0E502A0-A6DA-4CC1-86CC-25483B08AD6F}" dt="2023-11-18T18:10:33.488" v="23" actId="47"/>
        <pc:sldMkLst>
          <pc:docMk/>
          <pc:sldMk cId="3583452087" sldId="353"/>
        </pc:sldMkLst>
      </pc:sldChg>
      <pc:sldChg chg="add del">
        <pc:chgData name="Ero Sennin" userId="03426be40f75dd1c" providerId="LiveId" clId="{D0E502A0-A6DA-4CC1-86CC-25483B08AD6F}" dt="2023-11-18T18:10:33.488" v="23" actId="47"/>
        <pc:sldMkLst>
          <pc:docMk/>
          <pc:sldMk cId="4106494306" sldId="354"/>
        </pc:sldMkLst>
      </pc:sldChg>
      <pc:sldChg chg="add del">
        <pc:chgData name="Ero Sennin" userId="03426be40f75dd1c" providerId="LiveId" clId="{D0E502A0-A6DA-4CC1-86CC-25483B08AD6F}" dt="2023-11-18T18:10:33.488" v="23" actId="47"/>
        <pc:sldMkLst>
          <pc:docMk/>
          <pc:sldMk cId="1657417804" sldId="355"/>
        </pc:sldMkLst>
      </pc:sldChg>
      <pc:sldChg chg="add del">
        <pc:chgData name="Ero Sennin" userId="03426be40f75dd1c" providerId="LiveId" clId="{D0E502A0-A6DA-4CC1-86CC-25483B08AD6F}" dt="2023-11-18T18:10:33.488" v="23" actId="47"/>
        <pc:sldMkLst>
          <pc:docMk/>
          <pc:sldMk cId="1436753255" sldId="356"/>
        </pc:sldMkLst>
      </pc:sldChg>
      <pc:sldChg chg="add del">
        <pc:chgData name="Ero Sennin" userId="03426be40f75dd1c" providerId="LiveId" clId="{D0E502A0-A6DA-4CC1-86CC-25483B08AD6F}" dt="2023-11-18T18:10:33.488" v="23" actId="47"/>
        <pc:sldMkLst>
          <pc:docMk/>
          <pc:sldMk cId="614219353" sldId="357"/>
        </pc:sldMkLst>
      </pc:sldChg>
      <pc:sldChg chg="add del">
        <pc:chgData name="Ero Sennin" userId="03426be40f75dd1c" providerId="LiveId" clId="{D0E502A0-A6DA-4CC1-86CC-25483B08AD6F}" dt="2023-11-18T18:10:33.488" v="23" actId="47"/>
        <pc:sldMkLst>
          <pc:docMk/>
          <pc:sldMk cId="1484790467" sldId="358"/>
        </pc:sldMkLst>
      </pc:sldChg>
      <pc:sldChg chg="add del">
        <pc:chgData name="Ero Sennin" userId="03426be40f75dd1c" providerId="LiveId" clId="{D0E502A0-A6DA-4CC1-86CC-25483B08AD6F}" dt="2023-11-18T18:10:33.488" v="23" actId="47"/>
        <pc:sldMkLst>
          <pc:docMk/>
          <pc:sldMk cId="3470068793" sldId="359"/>
        </pc:sldMkLst>
      </pc:sldChg>
      <pc:sldChg chg="add del">
        <pc:chgData name="Ero Sennin" userId="03426be40f75dd1c" providerId="LiveId" clId="{D0E502A0-A6DA-4CC1-86CC-25483B08AD6F}" dt="2023-11-18T18:10:33.488" v="23" actId="47"/>
        <pc:sldMkLst>
          <pc:docMk/>
          <pc:sldMk cId="3021743333" sldId="360"/>
        </pc:sldMkLst>
      </pc:sldChg>
      <pc:sldChg chg="add del">
        <pc:chgData name="Ero Sennin" userId="03426be40f75dd1c" providerId="LiveId" clId="{D0E502A0-A6DA-4CC1-86CC-25483B08AD6F}" dt="2023-11-18T18:10:33.488" v="23" actId="47"/>
        <pc:sldMkLst>
          <pc:docMk/>
          <pc:sldMk cId="2006295453" sldId="361"/>
        </pc:sldMkLst>
      </pc:sldChg>
      <pc:sldChg chg="add del">
        <pc:chgData name="Ero Sennin" userId="03426be40f75dd1c" providerId="LiveId" clId="{D0E502A0-A6DA-4CC1-86CC-25483B08AD6F}" dt="2023-11-18T18:10:33.488" v="23" actId="47"/>
        <pc:sldMkLst>
          <pc:docMk/>
          <pc:sldMk cId="3399441557" sldId="362"/>
        </pc:sldMkLst>
      </pc:sldChg>
      <pc:sldChg chg="add del">
        <pc:chgData name="Ero Sennin" userId="03426be40f75dd1c" providerId="LiveId" clId="{D0E502A0-A6DA-4CC1-86CC-25483B08AD6F}" dt="2023-11-18T18:10:33.488" v="23" actId="47"/>
        <pc:sldMkLst>
          <pc:docMk/>
          <pc:sldMk cId="3729408570" sldId="363"/>
        </pc:sldMkLst>
      </pc:sldChg>
      <pc:sldChg chg="del">
        <pc:chgData name="Ero Sennin" userId="03426be40f75dd1c" providerId="LiveId" clId="{D0E502A0-A6DA-4CC1-86CC-25483B08AD6F}" dt="2023-11-18T18:20:51.137" v="84" actId="47"/>
        <pc:sldMkLst>
          <pc:docMk/>
          <pc:sldMk cId="3669757811" sldId="364"/>
        </pc:sldMkLst>
      </pc:sldChg>
      <pc:sldChg chg="modSp add mod">
        <pc:chgData name="Ero Sennin" userId="03426be40f75dd1c" providerId="LiveId" clId="{D0E502A0-A6DA-4CC1-86CC-25483B08AD6F}" dt="2023-11-18T18:15:53.973" v="34" actId="20577"/>
        <pc:sldMkLst>
          <pc:docMk/>
          <pc:sldMk cId="3079585306" sldId="365"/>
        </pc:sldMkLst>
        <pc:spChg chg="mod">
          <ac:chgData name="Ero Sennin" userId="03426be40f75dd1c" providerId="LiveId" clId="{D0E502A0-A6DA-4CC1-86CC-25483B08AD6F}" dt="2023-11-18T18:15:53.973" v="34" actId="20577"/>
          <ac:spMkLst>
            <pc:docMk/>
            <pc:sldMk cId="3079585306" sldId="365"/>
            <ac:spMk id="8" creationId="{6CF85C25-FECF-02E7-8B5D-63C724E2B28B}"/>
          </ac:spMkLst>
        </pc:spChg>
      </pc:sldChg>
      <pc:sldChg chg="modSp add mod">
        <pc:chgData name="Ero Sennin" userId="03426be40f75dd1c" providerId="LiveId" clId="{D0E502A0-A6DA-4CC1-86CC-25483B08AD6F}" dt="2023-11-18T18:16:46.487" v="45" actId="20577"/>
        <pc:sldMkLst>
          <pc:docMk/>
          <pc:sldMk cId="1179856051" sldId="366"/>
        </pc:sldMkLst>
        <pc:spChg chg="mod">
          <ac:chgData name="Ero Sennin" userId="03426be40f75dd1c" providerId="LiveId" clId="{D0E502A0-A6DA-4CC1-86CC-25483B08AD6F}" dt="2023-11-18T18:16:24.145" v="38" actId="14100"/>
          <ac:spMkLst>
            <pc:docMk/>
            <pc:sldMk cId="1179856051" sldId="366"/>
            <ac:spMk id="6" creationId="{52BDBAC3-67AD-4A97-7850-28F18722F0B1}"/>
          </ac:spMkLst>
        </pc:spChg>
        <pc:spChg chg="mod">
          <ac:chgData name="Ero Sennin" userId="03426be40f75dd1c" providerId="LiveId" clId="{D0E502A0-A6DA-4CC1-86CC-25483B08AD6F}" dt="2023-11-18T18:16:46.487" v="45" actId="20577"/>
          <ac:spMkLst>
            <pc:docMk/>
            <pc:sldMk cId="1179856051" sldId="366"/>
            <ac:spMk id="8" creationId="{6CF85C25-FECF-02E7-8B5D-63C724E2B28B}"/>
          </ac:spMkLst>
        </pc:spChg>
      </pc:sldChg>
      <pc:sldChg chg="modSp add mod">
        <pc:chgData name="Ero Sennin" userId="03426be40f75dd1c" providerId="LiveId" clId="{D0E502A0-A6DA-4CC1-86CC-25483B08AD6F}" dt="2023-11-18T18:17:15.464" v="49" actId="20577"/>
        <pc:sldMkLst>
          <pc:docMk/>
          <pc:sldMk cId="1166055557" sldId="367"/>
        </pc:sldMkLst>
        <pc:spChg chg="mod">
          <ac:chgData name="Ero Sennin" userId="03426be40f75dd1c" providerId="LiveId" clId="{D0E502A0-A6DA-4CC1-86CC-25483B08AD6F}" dt="2023-11-18T18:17:15.464" v="49" actId="20577"/>
          <ac:spMkLst>
            <pc:docMk/>
            <pc:sldMk cId="1166055557" sldId="367"/>
            <ac:spMk id="8" creationId="{6CF85C25-FECF-02E7-8B5D-63C724E2B28B}"/>
          </ac:spMkLst>
        </pc:spChg>
      </pc:sldChg>
      <pc:sldChg chg="modSp add mod">
        <pc:chgData name="Ero Sennin" userId="03426be40f75dd1c" providerId="LiveId" clId="{D0E502A0-A6DA-4CC1-86CC-25483B08AD6F}" dt="2023-11-18T18:17:47.664" v="53" actId="20577"/>
        <pc:sldMkLst>
          <pc:docMk/>
          <pc:sldMk cId="1542159574" sldId="368"/>
        </pc:sldMkLst>
        <pc:spChg chg="mod">
          <ac:chgData name="Ero Sennin" userId="03426be40f75dd1c" providerId="LiveId" clId="{D0E502A0-A6DA-4CC1-86CC-25483B08AD6F}" dt="2023-11-18T18:17:47.664" v="53" actId="20577"/>
          <ac:spMkLst>
            <pc:docMk/>
            <pc:sldMk cId="1542159574" sldId="368"/>
            <ac:spMk id="8" creationId="{6CF85C25-FECF-02E7-8B5D-63C724E2B28B}"/>
          </ac:spMkLst>
        </pc:spChg>
      </pc:sldChg>
      <pc:sldChg chg="addSp delSp modSp add mod">
        <pc:chgData name="Ero Sennin" userId="03426be40f75dd1c" providerId="LiveId" clId="{D0E502A0-A6DA-4CC1-86CC-25483B08AD6F}" dt="2023-11-18T18:19:03.660" v="68" actId="22"/>
        <pc:sldMkLst>
          <pc:docMk/>
          <pc:sldMk cId="780176159" sldId="369"/>
        </pc:sldMkLst>
        <pc:spChg chg="add del">
          <ac:chgData name="Ero Sennin" userId="03426be40f75dd1c" providerId="LiveId" clId="{D0E502A0-A6DA-4CC1-86CC-25483B08AD6F}" dt="2023-11-18T18:19:03.660" v="68" actId="22"/>
          <ac:spMkLst>
            <pc:docMk/>
            <pc:sldMk cId="780176159" sldId="369"/>
            <ac:spMk id="3" creationId="{2310BC17-30A7-2068-C1C3-35F6BE4FE6E8}"/>
          </ac:spMkLst>
        </pc:spChg>
        <pc:spChg chg="mod">
          <ac:chgData name="Ero Sennin" userId="03426be40f75dd1c" providerId="LiveId" clId="{D0E502A0-A6DA-4CC1-86CC-25483B08AD6F}" dt="2023-11-18T18:18:23.849" v="62"/>
          <ac:spMkLst>
            <pc:docMk/>
            <pc:sldMk cId="780176159" sldId="369"/>
            <ac:spMk id="6" creationId="{52BDBAC3-67AD-4A97-7850-28F18722F0B1}"/>
          </ac:spMkLst>
        </pc:spChg>
        <pc:spChg chg="mod">
          <ac:chgData name="Ero Sennin" userId="03426be40f75dd1c" providerId="LiveId" clId="{D0E502A0-A6DA-4CC1-86CC-25483B08AD6F}" dt="2023-11-18T18:18:39.867" v="66" actId="12"/>
          <ac:spMkLst>
            <pc:docMk/>
            <pc:sldMk cId="780176159" sldId="369"/>
            <ac:spMk id="8" creationId="{6CF85C25-FECF-02E7-8B5D-63C724E2B28B}"/>
          </ac:spMkLst>
        </pc:spChg>
      </pc:sldChg>
      <pc:sldChg chg="modSp add mod">
        <pc:chgData name="Ero Sennin" userId="03426be40f75dd1c" providerId="LiveId" clId="{D0E502A0-A6DA-4CC1-86CC-25483B08AD6F}" dt="2023-11-18T18:19:09.997" v="71" actId="20577"/>
        <pc:sldMkLst>
          <pc:docMk/>
          <pc:sldMk cId="4227814038" sldId="370"/>
        </pc:sldMkLst>
        <pc:spChg chg="mod">
          <ac:chgData name="Ero Sennin" userId="03426be40f75dd1c" providerId="LiveId" clId="{D0E502A0-A6DA-4CC1-86CC-25483B08AD6F}" dt="2023-11-18T18:19:09.997" v="71" actId="20577"/>
          <ac:spMkLst>
            <pc:docMk/>
            <pc:sldMk cId="4227814038" sldId="370"/>
            <ac:spMk id="8" creationId="{6CF85C25-FECF-02E7-8B5D-63C724E2B28B}"/>
          </ac:spMkLst>
        </pc:spChg>
      </pc:sldChg>
      <pc:sldChg chg="modSp add mod">
        <pc:chgData name="Ero Sennin" userId="03426be40f75dd1c" providerId="LiveId" clId="{D0E502A0-A6DA-4CC1-86CC-25483B08AD6F}" dt="2023-11-18T18:19:41.903" v="76" actId="20577"/>
        <pc:sldMkLst>
          <pc:docMk/>
          <pc:sldMk cId="3853773006" sldId="371"/>
        </pc:sldMkLst>
        <pc:spChg chg="mod">
          <ac:chgData name="Ero Sennin" userId="03426be40f75dd1c" providerId="LiveId" clId="{D0E502A0-A6DA-4CC1-86CC-25483B08AD6F}" dt="2023-11-18T18:19:33.123" v="74"/>
          <ac:spMkLst>
            <pc:docMk/>
            <pc:sldMk cId="3853773006" sldId="371"/>
            <ac:spMk id="6" creationId="{52BDBAC3-67AD-4A97-7850-28F18722F0B1}"/>
          </ac:spMkLst>
        </pc:spChg>
        <pc:spChg chg="mod">
          <ac:chgData name="Ero Sennin" userId="03426be40f75dd1c" providerId="LiveId" clId="{D0E502A0-A6DA-4CC1-86CC-25483B08AD6F}" dt="2023-11-18T18:19:41.903" v="76" actId="20577"/>
          <ac:spMkLst>
            <pc:docMk/>
            <pc:sldMk cId="3853773006" sldId="371"/>
            <ac:spMk id="8" creationId="{6CF85C25-FECF-02E7-8B5D-63C724E2B28B}"/>
          </ac:spMkLst>
        </pc:spChg>
      </pc:sldChg>
      <pc:sldChg chg="modSp add mod">
        <pc:chgData name="Ero Sennin" userId="03426be40f75dd1c" providerId="LiveId" clId="{D0E502A0-A6DA-4CC1-86CC-25483B08AD6F}" dt="2023-11-18T18:20:44.409" v="83" actId="20577"/>
        <pc:sldMkLst>
          <pc:docMk/>
          <pc:sldMk cId="784932187" sldId="372"/>
        </pc:sldMkLst>
        <pc:spChg chg="mod">
          <ac:chgData name="Ero Sennin" userId="03426be40f75dd1c" providerId="LiveId" clId="{D0E502A0-A6DA-4CC1-86CC-25483B08AD6F}" dt="2023-11-18T18:19:58.188" v="79"/>
          <ac:spMkLst>
            <pc:docMk/>
            <pc:sldMk cId="784932187" sldId="372"/>
            <ac:spMk id="6" creationId="{52BDBAC3-67AD-4A97-7850-28F18722F0B1}"/>
          </ac:spMkLst>
        </pc:spChg>
        <pc:spChg chg="mod">
          <ac:chgData name="Ero Sennin" userId="03426be40f75dd1c" providerId="LiveId" clId="{D0E502A0-A6DA-4CC1-86CC-25483B08AD6F}" dt="2023-11-18T18:20:44.409" v="83" actId="20577"/>
          <ac:spMkLst>
            <pc:docMk/>
            <pc:sldMk cId="784932187" sldId="372"/>
            <ac:spMk id="8" creationId="{6CF85C25-FECF-02E7-8B5D-63C724E2B28B}"/>
          </ac:spMkLst>
        </pc:spChg>
      </pc:sldChg>
    </pc:docChg>
  </pc:docChgLst>
  <pc:docChgLst>
    <pc:chgData name="Ero Sennin" userId="03426be40f75dd1c" providerId="LiveId" clId="{3093827A-D0DB-452E-9EC6-1275EEBE20E6}"/>
    <pc:docChg chg="undo custSel addSld modSld">
      <pc:chgData name="Ero Sennin" userId="03426be40f75dd1c" providerId="LiveId" clId="{3093827A-D0DB-452E-9EC6-1275EEBE20E6}" dt="2023-11-19T04:11:54.073" v="81" actId="20577"/>
      <pc:docMkLst>
        <pc:docMk/>
      </pc:docMkLst>
      <pc:sldChg chg="modSp mod">
        <pc:chgData name="Ero Sennin" userId="03426be40f75dd1c" providerId="LiveId" clId="{3093827A-D0DB-452E-9EC6-1275EEBE20E6}" dt="2023-11-19T04:02:38.094" v="1"/>
        <pc:sldMkLst>
          <pc:docMk/>
          <pc:sldMk cId="0" sldId="256"/>
        </pc:sldMkLst>
        <pc:spChg chg="mod">
          <ac:chgData name="Ero Sennin" userId="03426be40f75dd1c" providerId="LiveId" clId="{3093827A-D0DB-452E-9EC6-1275EEBE20E6}" dt="2023-11-19T04:02:38.094" v="1"/>
          <ac:spMkLst>
            <pc:docMk/>
            <pc:sldMk cId="0" sldId="256"/>
            <ac:spMk id="58" creationId="{00000000-0000-0000-0000-000000000000}"/>
          </ac:spMkLst>
        </pc:spChg>
      </pc:sldChg>
      <pc:sldChg chg="modSp mod">
        <pc:chgData name="Ero Sennin" userId="03426be40f75dd1c" providerId="LiveId" clId="{3093827A-D0DB-452E-9EC6-1275EEBE20E6}" dt="2023-11-19T04:03:07.619" v="5"/>
        <pc:sldMkLst>
          <pc:docMk/>
          <pc:sldMk cId="0" sldId="258"/>
        </pc:sldMkLst>
        <pc:spChg chg="mod">
          <ac:chgData name="Ero Sennin" userId="03426be40f75dd1c" providerId="LiveId" clId="{3093827A-D0DB-452E-9EC6-1275EEBE20E6}" dt="2023-11-19T04:03:07.619" v="5"/>
          <ac:spMkLst>
            <pc:docMk/>
            <pc:sldMk cId="0" sldId="258"/>
            <ac:spMk id="72" creationId="{00000000-0000-0000-0000-000000000000}"/>
          </ac:spMkLst>
        </pc:spChg>
      </pc:sldChg>
      <pc:sldChg chg="modSp mod">
        <pc:chgData name="Ero Sennin" userId="03426be40f75dd1c" providerId="LiveId" clId="{3093827A-D0DB-452E-9EC6-1275EEBE20E6}" dt="2023-11-19T04:06:23.005" v="8" actId="20577"/>
        <pc:sldMkLst>
          <pc:docMk/>
          <pc:sldMk cId="1909956528" sldId="331"/>
        </pc:sldMkLst>
        <pc:spChg chg="mod">
          <ac:chgData name="Ero Sennin" userId="03426be40f75dd1c" providerId="LiveId" clId="{3093827A-D0DB-452E-9EC6-1275EEBE20E6}" dt="2023-11-19T04:06:13.997" v="6"/>
          <ac:spMkLst>
            <pc:docMk/>
            <pc:sldMk cId="1909956528" sldId="331"/>
            <ac:spMk id="6" creationId="{52BDBAC3-67AD-4A97-7850-28F18722F0B1}"/>
          </ac:spMkLst>
        </pc:spChg>
        <pc:spChg chg="mod">
          <ac:chgData name="Ero Sennin" userId="03426be40f75dd1c" providerId="LiveId" clId="{3093827A-D0DB-452E-9EC6-1275EEBE20E6}" dt="2023-11-19T04:06:23.005" v="8" actId="20577"/>
          <ac:spMkLst>
            <pc:docMk/>
            <pc:sldMk cId="1909956528" sldId="331"/>
            <ac:spMk id="8" creationId="{6CF85C25-FECF-02E7-8B5D-63C724E2B28B}"/>
          </ac:spMkLst>
        </pc:spChg>
      </pc:sldChg>
      <pc:sldChg chg="modSp mod">
        <pc:chgData name="Ero Sennin" userId="03426be40f75dd1c" providerId="LiveId" clId="{3093827A-D0DB-452E-9EC6-1275EEBE20E6}" dt="2023-11-19T04:07:28.749" v="15" actId="113"/>
        <pc:sldMkLst>
          <pc:docMk/>
          <pc:sldMk cId="3079585306" sldId="365"/>
        </pc:sldMkLst>
        <pc:spChg chg="mod">
          <ac:chgData name="Ero Sennin" userId="03426be40f75dd1c" providerId="LiveId" clId="{3093827A-D0DB-452E-9EC6-1275EEBE20E6}" dt="2023-11-19T04:06:55.548" v="9"/>
          <ac:spMkLst>
            <pc:docMk/>
            <pc:sldMk cId="3079585306" sldId="365"/>
            <ac:spMk id="6" creationId="{52BDBAC3-67AD-4A97-7850-28F18722F0B1}"/>
          </ac:spMkLst>
        </pc:spChg>
        <pc:spChg chg="mod">
          <ac:chgData name="Ero Sennin" userId="03426be40f75dd1c" providerId="LiveId" clId="{3093827A-D0DB-452E-9EC6-1275EEBE20E6}" dt="2023-11-19T04:07:28.749" v="15" actId="113"/>
          <ac:spMkLst>
            <pc:docMk/>
            <pc:sldMk cId="3079585306" sldId="365"/>
            <ac:spMk id="8" creationId="{6CF85C25-FECF-02E7-8B5D-63C724E2B28B}"/>
          </ac:spMkLst>
        </pc:spChg>
      </pc:sldChg>
      <pc:sldChg chg="modSp mod">
        <pc:chgData name="Ero Sennin" userId="03426be40f75dd1c" providerId="LiveId" clId="{3093827A-D0DB-452E-9EC6-1275EEBE20E6}" dt="2023-11-19T04:08:43.540" v="32" actId="1076"/>
        <pc:sldMkLst>
          <pc:docMk/>
          <pc:sldMk cId="1179856051" sldId="366"/>
        </pc:sldMkLst>
        <pc:spChg chg="mod">
          <ac:chgData name="Ero Sennin" userId="03426be40f75dd1c" providerId="LiveId" clId="{3093827A-D0DB-452E-9EC6-1275EEBE20E6}" dt="2023-11-19T04:08:19.549" v="21"/>
          <ac:spMkLst>
            <pc:docMk/>
            <pc:sldMk cId="1179856051" sldId="366"/>
            <ac:spMk id="6" creationId="{52BDBAC3-67AD-4A97-7850-28F18722F0B1}"/>
          </ac:spMkLst>
        </pc:spChg>
        <pc:spChg chg="mod">
          <ac:chgData name="Ero Sennin" userId="03426be40f75dd1c" providerId="LiveId" clId="{3093827A-D0DB-452E-9EC6-1275EEBE20E6}" dt="2023-11-19T04:08:43.540" v="32" actId="1076"/>
          <ac:spMkLst>
            <pc:docMk/>
            <pc:sldMk cId="1179856051" sldId="366"/>
            <ac:spMk id="8" creationId="{6CF85C25-FECF-02E7-8B5D-63C724E2B28B}"/>
          </ac:spMkLst>
        </pc:spChg>
      </pc:sldChg>
      <pc:sldChg chg="modSp mod">
        <pc:chgData name="Ero Sennin" userId="03426be40f75dd1c" providerId="LiveId" clId="{3093827A-D0DB-452E-9EC6-1275EEBE20E6}" dt="2023-11-19T04:09:00.316" v="37" actId="20577"/>
        <pc:sldMkLst>
          <pc:docMk/>
          <pc:sldMk cId="1166055557" sldId="367"/>
        </pc:sldMkLst>
        <pc:spChg chg="mod">
          <ac:chgData name="Ero Sennin" userId="03426be40f75dd1c" providerId="LiveId" clId="{3093827A-D0DB-452E-9EC6-1275EEBE20E6}" dt="2023-11-19T04:08:53.976" v="34"/>
          <ac:spMkLst>
            <pc:docMk/>
            <pc:sldMk cId="1166055557" sldId="367"/>
            <ac:spMk id="6" creationId="{52BDBAC3-67AD-4A97-7850-28F18722F0B1}"/>
          </ac:spMkLst>
        </pc:spChg>
        <pc:spChg chg="mod">
          <ac:chgData name="Ero Sennin" userId="03426be40f75dd1c" providerId="LiveId" clId="{3093827A-D0DB-452E-9EC6-1275EEBE20E6}" dt="2023-11-19T04:09:00.316" v="37" actId="20577"/>
          <ac:spMkLst>
            <pc:docMk/>
            <pc:sldMk cId="1166055557" sldId="367"/>
            <ac:spMk id="8" creationId="{6CF85C25-FECF-02E7-8B5D-63C724E2B28B}"/>
          </ac:spMkLst>
        </pc:spChg>
      </pc:sldChg>
      <pc:sldChg chg="modSp mod">
        <pc:chgData name="Ero Sennin" userId="03426be40f75dd1c" providerId="LiveId" clId="{3093827A-D0DB-452E-9EC6-1275EEBE20E6}" dt="2023-11-19T04:10:34.855" v="68" actId="12"/>
        <pc:sldMkLst>
          <pc:docMk/>
          <pc:sldMk cId="1542159574" sldId="368"/>
        </pc:sldMkLst>
        <pc:spChg chg="mod">
          <ac:chgData name="Ero Sennin" userId="03426be40f75dd1c" providerId="LiveId" clId="{3093827A-D0DB-452E-9EC6-1275EEBE20E6}" dt="2023-11-19T04:09:40.508" v="38"/>
          <ac:spMkLst>
            <pc:docMk/>
            <pc:sldMk cId="1542159574" sldId="368"/>
            <ac:spMk id="6" creationId="{52BDBAC3-67AD-4A97-7850-28F18722F0B1}"/>
          </ac:spMkLst>
        </pc:spChg>
        <pc:spChg chg="mod">
          <ac:chgData name="Ero Sennin" userId="03426be40f75dd1c" providerId="LiveId" clId="{3093827A-D0DB-452E-9EC6-1275EEBE20E6}" dt="2023-11-19T04:10:34.855" v="68" actId="12"/>
          <ac:spMkLst>
            <pc:docMk/>
            <pc:sldMk cId="1542159574" sldId="368"/>
            <ac:spMk id="8" creationId="{6CF85C25-FECF-02E7-8B5D-63C724E2B28B}"/>
          </ac:spMkLst>
        </pc:spChg>
      </pc:sldChg>
      <pc:sldChg chg="modSp mod">
        <pc:chgData name="Ero Sennin" userId="03426be40f75dd1c" providerId="LiveId" clId="{3093827A-D0DB-452E-9EC6-1275EEBE20E6}" dt="2023-11-19T04:10:56.833" v="72" actId="20577"/>
        <pc:sldMkLst>
          <pc:docMk/>
          <pc:sldMk cId="780176159" sldId="369"/>
        </pc:sldMkLst>
        <pc:spChg chg="mod">
          <ac:chgData name="Ero Sennin" userId="03426be40f75dd1c" providerId="LiveId" clId="{3093827A-D0DB-452E-9EC6-1275EEBE20E6}" dt="2023-11-19T04:10:49.455" v="70" actId="14100"/>
          <ac:spMkLst>
            <pc:docMk/>
            <pc:sldMk cId="780176159" sldId="369"/>
            <ac:spMk id="6" creationId="{52BDBAC3-67AD-4A97-7850-28F18722F0B1}"/>
          </ac:spMkLst>
        </pc:spChg>
        <pc:spChg chg="mod">
          <ac:chgData name="Ero Sennin" userId="03426be40f75dd1c" providerId="LiveId" clId="{3093827A-D0DB-452E-9EC6-1275EEBE20E6}" dt="2023-11-19T04:10:56.833" v="72" actId="20577"/>
          <ac:spMkLst>
            <pc:docMk/>
            <pc:sldMk cId="780176159" sldId="369"/>
            <ac:spMk id="8" creationId="{6CF85C25-FECF-02E7-8B5D-63C724E2B28B}"/>
          </ac:spMkLst>
        </pc:spChg>
      </pc:sldChg>
      <pc:sldChg chg="modSp mod">
        <pc:chgData name="Ero Sennin" userId="03426be40f75dd1c" providerId="LiveId" clId="{3093827A-D0DB-452E-9EC6-1275EEBE20E6}" dt="2023-11-19T04:11:21.014" v="75" actId="20577"/>
        <pc:sldMkLst>
          <pc:docMk/>
          <pc:sldMk cId="4227814038" sldId="370"/>
        </pc:sldMkLst>
        <pc:spChg chg="mod">
          <ac:chgData name="Ero Sennin" userId="03426be40f75dd1c" providerId="LiveId" clId="{3093827A-D0DB-452E-9EC6-1275EEBE20E6}" dt="2023-11-19T04:11:15.526" v="73"/>
          <ac:spMkLst>
            <pc:docMk/>
            <pc:sldMk cId="4227814038" sldId="370"/>
            <ac:spMk id="6" creationId="{52BDBAC3-67AD-4A97-7850-28F18722F0B1}"/>
          </ac:spMkLst>
        </pc:spChg>
        <pc:spChg chg="mod">
          <ac:chgData name="Ero Sennin" userId="03426be40f75dd1c" providerId="LiveId" clId="{3093827A-D0DB-452E-9EC6-1275EEBE20E6}" dt="2023-11-19T04:11:21.014" v="75" actId="20577"/>
          <ac:spMkLst>
            <pc:docMk/>
            <pc:sldMk cId="4227814038" sldId="370"/>
            <ac:spMk id="8" creationId="{6CF85C25-FECF-02E7-8B5D-63C724E2B28B}"/>
          </ac:spMkLst>
        </pc:spChg>
      </pc:sldChg>
      <pc:sldChg chg="modSp mod">
        <pc:chgData name="Ero Sennin" userId="03426be40f75dd1c" providerId="LiveId" clId="{3093827A-D0DB-452E-9EC6-1275EEBE20E6}" dt="2023-11-19T04:11:37.548" v="78" actId="20577"/>
        <pc:sldMkLst>
          <pc:docMk/>
          <pc:sldMk cId="3853773006" sldId="371"/>
        </pc:sldMkLst>
        <pc:spChg chg="mod">
          <ac:chgData name="Ero Sennin" userId="03426be40f75dd1c" providerId="LiveId" clId="{3093827A-D0DB-452E-9EC6-1275EEBE20E6}" dt="2023-11-19T04:11:31.807" v="76"/>
          <ac:spMkLst>
            <pc:docMk/>
            <pc:sldMk cId="3853773006" sldId="371"/>
            <ac:spMk id="6" creationId="{52BDBAC3-67AD-4A97-7850-28F18722F0B1}"/>
          </ac:spMkLst>
        </pc:spChg>
        <pc:spChg chg="mod">
          <ac:chgData name="Ero Sennin" userId="03426be40f75dd1c" providerId="LiveId" clId="{3093827A-D0DB-452E-9EC6-1275EEBE20E6}" dt="2023-11-19T04:11:37.548" v="78" actId="20577"/>
          <ac:spMkLst>
            <pc:docMk/>
            <pc:sldMk cId="3853773006" sldId="371"/>
            <ac:spMk id="8" creationId="{6CF85C25-FECF-02E7-8B5D-63C724E2B28B}"/>
          </ac:spMkLst>
        </pc:spChg>
      </pc:sldChg>
      <pc:sldChg chg="modSp mod">
        <pc:chgData name="Ero Sennin" userId="03426be40f75dd1c" providerId="LiveId" clId="{3093827A-D0DB-452E-9EC6-1275EEBE20E6}" dt="2023-11-19T04:11:54.073" v="81" actId="20577"/>
        <pc:sldMkLst>
          <pc:docMk/>
          <pc:sldMk cId="784932187" sldId="372"/>
        </pc:sldMkLst>
        <pc:spChg chg="mod">
          <ac:chgData name="Ero Sennin" userId="03426be40f75dd1c" providerId="LiveId" clId="{3093827A-D0DB-452E-9EC6-1275EEBE20E6}" dt="2023-11-19T04:11:48.138" v="79"/>
          <ac:spMkLst>
            <pc:docMk/>
            <pc:sldMk cId="784932187" sldId="372"/>
            <ac:spMk id="6" creationId="{52BDBAC3-67AD-4A97-7850-28F18722F0B1}"/>
          </ac:spMkLst>
        </pc:spChg>
        <pc:spChg chg="mod">
          <ac:chgData name="Ero Sennin" userId="03426be40f75dd1c" providerId="LiveId" clId="{3093827A-D0DB-452E-9EC6-1275EEBE20E6}" dt="2023-11-19T04:11:54.073" v="81" actId="20577"/>
          <ac:spMkLst>
            <pc:docMk/>
            <pc:sldMk cId="784932187" sldId="372"/>
            <ac:spMk id="8" creationId="{6CF85C25-FECF-02E7-8B5D-63C724E2B28B}"/>
          </ac:spMkLst>
        </pc:spChg>
      </pc:sldChg>
      <pc:sldChg chg="modSp add mod">
        <pc:chgData name="Ero Sennin" userId="03426be40f75dd1c" providerId="LiveId" clId="{3093827A-D0DB-452E-9EC6-1275EEBE20E6}" dt="2023-11-19T04:08:06.048" v="19" actId="113"/>
        <pc:sldMkLst>
          <pc:docMk/>
          <pc:sldMk cId="1960463523" sldId="373"/>
        </pc:sldMkLst>
        <pc:spChg chg="mod">
          <ac:chgData name="Ero Sennin" userId="03426be40f75dd1c" providerId="LiveId" clId="{3093827A-D0DB-452E-9EC6-1275EEBE20E6}" dt="2023-11-19T04:08:06.048" v="19" actId="113"/>
          <ac:spMkLst>
            <pc:docMk/>
            <pc:sldMk cId="1960463523" sldId="373"/>
            <ac:spMk id="8" creationId="{6CF85C25-FECF-02E7-8B5D-63C724E2B28B}"/>
          </ac:spMkLst>
        </pc:spChg>
      </pc:sldChg>
    </pc:docChg>
  </pc:docChgLst>
  <pc:docChgLst>
    <pc:chgData name="Ero Sennin" userId="03426be40f75dd1c" providerId="LiveId" clId="{7D36CE96-64D4-4C8F-B2CF-BB8C3881404E}"/>
    <pc:docChg chg="undo custSel modSld">
      <pc:chgData name="Ero Sennin" userId="03426be40f75dd1c" providerId="LiveId" clId="{7D36CE96-64D4-4C8F-B2CF-BB8C3881404E}" dt="2023-11-19T04:02:05.457" v="64" actId="20577"/>
      <pc:docMkLst>
        <pc:docMk/>
      </pc:docMkLst>
      <pc:sldChg chg="modSp mod">
        <pc:chgData name="Ero Sennin" userId="03426be40f75dd1c" providerId="LiveId" clId="{7D36CE96-64D4-4C8F-B2CF-BB8C3881404E}" dt="2023-11-19T04:02:05.457" v="64" actId="20577"/>
        <pc:sldMkLst>
          <pc:docMk/>
          <pc:sldMk cId="0" sldId="256"/>
        </pc:sldMkLst>
        <pc:spChg chg="mod">
          <ac:chgData name="Ero Sennin" userId="03426be40f75dd1c" providerId="LiveId" clId="{7D36CE96-64D4-4C8F-B2CF-BB8C3881404E}" dt="2023-11-19T04:02:05.457" v="64" actId="20577"/>
          <ac:spMkLst>
            <pc:docMk/>
            <pc:sldMk cId="0" sldId="256"/>
            <ac:spMk id="58" creationId="{00000000-0000-0000-0000-000000000000}"/>
          </ac:spMkLst>
        </pc:spChg>
      </pc:sldChg>
      <pc:sldChg chg="modSp mod">
        <pc:chgData name="Ero Sennin" userId="03426be40f75dd1c" providerId="LiveId" clId="{7D36CE96-64D4-4C8F-B2CF-BB8C3881404E}" dt="2023-11-19T03:55:13.884" v="10" actId="20577"/>
        <pc:sldMkLst>
          <pc:docMk/>
          <pc:sldMk cId="0" sldId="258"/>
        </pc:sldMkLst>
        <pc:spChg chg="mod">
          <ac:chgData name="Ero Sennin" userId="03426be40f75dd1c" providerId="LiveId" clId="{7D36CE96-64D4-4C8F-B2CF-BB8C3881404E}" dt="2023-11-19T03:55:13.884" v="10" actId="20577"/>
          <ac:spMkLst>
            <pc:docMk/>
            <pc:sldMk cId="0" sldId="258"/>
            <ac:spMk id="72" creationId="{00000000-0000-0000-0000-000000000000}"/>
          </ac:spMkLst>
        </pc:spChg>
      </pc:sldChg>
      <pc:sldChg chg="modSp mod">
        <pc:chgData name="Ero Sennin" userId="03426be40f75dd1c" providerId="LiveId" clId="{7D36CE96-64D4-4C8F-B2CF-BB8C3881404E}" dt="2023-11-19T03:56:53.480" v="14" actId="20577"/>
        <pc:sldMkLst>
          <pc:docMk/>
          <pc:sldMk cId="1909956528" sldId="331"/>
        </pc:sldMkLst>
        <pc:spChg chg="mod">
          <ac:chgData name="Ero Sennin" userId="03426be40f75dd1c" providerId="LiveId" clId="{7D36CE96-64D4-4C8F-B2CF-BB8C3881404E}" dt="2023-11-19T03:56:45.393" v="11"/>
          <ac:spMkLst>
            <pc:docMk/>
            <pc:sldMk cId="1909956528" sldId="331"/>
            <ac:spMk id="6" creationId="{52BDBAC3-67AD-4A97-7850-28F18722F0B1}"/>
          </ac:spMkLst>
        </pc:spChg>
        <pc:spChg chg="mod">
          <ac:chgData name="Ero Sennin" userId="03426be40f75dd1c" providerId="LiveId" clId="{7D36CE96-64D4-4C8F-B2CF-BB8C3881404E}" dt="2023-11-19T03:56:53.480" v="14" actId="20577"/>
          <ac:spMkLst>
            <pc:docMk/>
            <pc:sldMk cId="1909956528" sldId="331"/>
            <ac:spMk id="8" creationId="{6CF85C25-FECF-02E7-8B5D-63C724E2B28B}"/>
          </ac:spMkLst>
        </pc:spChg>
      </pc:sldChg>
      <pc:sldChg chg="modSp mod">
        <pc:chgData name="Ero Sennin" userId="03426be40f75dd1c" providerId="LiveId" clId="{7D36CE96-64D4-4C8F-B2CF-BB8C3881404E}" dt="2023-11-19T03:58:03.366" v="24" actId="113"/>
        <pc:sldMkLst>
          <pc:docMk/>
          <pc:sldMk cId="3079585306" sldId="365"/>
        </pc:sldMkLst>
        <pc:spChg chg="mod">
          <ac:chgData name="Ero Sennin" userId="03426be40f75dd1c" providerId="LiveId" clId="{7D36CE96-64D4-4C8F-B2CF-BB8C3881404E}" dt="2023-11-19T03:57:45.422" v="18" actId="14100"/>
          <ac:spMkLst>
            <pc:docMk/>
            <pc:sldMk cId="3079585306" sldId="365"/>
            <ac:spMk id="6" creationId="{52BDBAC3-67AD-4A97-7850-28F18722F0B1}"/>
          </ac:spMkLst>
        </pc:spChg>
        <pc:spChg chg="mod">
          <ac:chgData name="Ero Sennin" userId="03426be40f75dd1c" providerId="LiveId" clId="{7D36CE96-64D4-4C8F-B2CF-BB8C3881404E}" dt="2023-11-19T03:58:03.366" v="24" actId="113"/>
          <ac:spMkLst>
            <pc:docMk/>
            <pc:sldMk cId="3079585306" sldId="365"/>
            <ac:spMk id="8" creationId="{6CF85C25-FECF-02E7-8B5D-63C724E2B28B}"/>
          </ac:spMkLst>
        </pc:spChg>
      </pc:sldChg>
      <pc:sldChg chg="modSp mod">
        <pc:chgData name="Ero Sennin" userId="03426be40f75dd1c" providerId="LiveId" clId="{7D36CE96-64D4-4C8F-B2CF-BB8C3881404E}" dt="2023-11-19T03:58:38.080" v="30" actId="20577"/>
        <pc:sldMkLst>
          <pc:docMk/>
          <pc:sldMk cId="1179856051" sldId="366"/>
        </pc:sldMkLst>
        <pc:spChg chg="mod">
          <ac:chgData name="Ero Sennin" userId="03426be40f75dd1c" providerId="LiveId" clId="{7D36CE96-64D4-4C8F-B2CF-BB8C3881404E}" dt="2023-11-19T03:58:29.369" v="25"/>
          <ac:spMkLst>
            <pc:docMk/>
            <pc:sldMk cId="1179856051" sldId="366"/>
            <ac:spMk id="6" creationId="{52BDBAC3-67AD-4A97-7850-28F18722F0B1}"/>
          </ac:spMkLst>
        </pc:spChg>
        <pc:spChg chg="mod">
          <ac:chgData name="Ero Sennin" userId="03426be40f75dd1c" providerId="LiveId" clId="{7D36CE96-64D4-4C8F-B2CF-BB8C3881404E}" dt="2023-11-19T03:58:38.080" v="30" actId="20577"/>
          <ac:spMkLst>
            <pc:docMk/>
            <pc:sldMk cId="1179856051" sldId="366"/>
            <ac:spMk id="8" creationId="{6CF85C25-FECF-02E7-8B5D-63C724E2B28B}"/>
          </ac:spMkLst>
        </pc:spChg>
      </pc:sldChg>
      <pc:sldChg chg="modSp mod">
        <pc:chgData name="Ero Sennin" userId="03426be40f75dd1c" providerId="LiveId" clId="{7D36CE96-64D4-4C8F-B2CF-BB8C3881404E}" dt="2023-11-19T03:59:40.321" v="40" actId="113"/>
        <pc:sldMkLst>
          <pc:docMk/>
          <pc:sldMk cId="1166055557" sldId="367"/>
        </pc:sldMkLst>
        <pc:spChg chg="mod">
          <ac:chgData name="Ero Sennin" userId="03426be40f75dd1c" providerId="LiveId" clId="{7D36CE96-64D4-4C8F-B2CF-BB8C3881404E}" dt="2023-11-19T03:59:17.663" v="32"/>
          <ac:spMkLst>
            <pc:docMk/>
            <pc:sldMk cId="1166055557" sldId="367"/>
            <ac:spMk id="6" creationId="{52BDBAC3-67AD-4A97-7850-28F18722F0B1}"/>
          </ac:spMkLst>
        </pc:spChg>
        <pc:spChg chg="mod">
          <ac:chgData name="Ero Sennin" userId="03426be40f75dd1c" providerId="LiveId" clId="{7D36CE96-64D4-4C8F-B2CF-BB8C3881404E}" dt="2023-11-19T03:59:40.321" v="40" actId="113"/>
          <ac:spMkLst>
            <pc:docMk/>
            <pc:sldMk cId="1166055557" sldId="367"/>
            <ac:spMk id="8" creationId="{6CF85C25-FECF-02E7-8B5D-63C724E2B28B}"/>
          </ac:spMkLst>
        </pc:spChg>
      </pc:sldChg>
      <pc:sldChg chg="modSp mod">
        <pc:chgData name="Ero Sennin" userId="03426be40f75dd1c" providerId="LiveId" clId="{7D36CE96-64D4-4C8F-B2CF-BB8C3881404E}" dt="2023-11-19T04:00:00.692" v="45" actId="20577"/>
        <pc:sldMkLst>
          <pc:docMk/>
          <pc:sldMk cId="1542159574" sldId="368"/>
        </pc:sldMkLst>
        <pc:spChg chg="mod">
          <ac:chgData name="Ero Sennin" userId="03426be40f75dd1c" providerId="LiveId" clId="{7D36CE96-64D4-4C8F-B2CF-BB8C3881404E}" dt="2023-11-19T03:59:54.565" v="42"/>
          <ac:spMkLst>
            <pc:docMk/>
            <pc:sldMk cId="1542159574" sldId="368"/>
            <ac:spMk id="6" creationId="{52BDBAC3-67AD-4A97-7850-28F18722F0B1}"/>
          </ac:spMkLst>
        </pc:spChg>
        <pc:spChg chg="mod">
          <ac:chgData name="Ero Sennin" userId="03426be40f75dd1c" providerId="LiveId" clId="{7D36CE96-64D4-4C8F-B2CF-BB8C3881404E}" dt="2023-11-19T04:00:00.692" v="45" actId="20577"/>
          <ac:spMkLst>
            <pc:docMk/>
            <pc:sldMk cId="1542159574" sldId="368"/>
            <ac:spMk id="8" creationId="{6CF85C25-FECF-02E7-8B5D-63C724E2B28B}"/>
          </ac:spMkLst>
        </pc:spChg>
      </pc:sldChg>
      <pc:sldChg chg="modSp mod">
        <pc:chgData name="Ero Sennin" userId="03426be40f75dd1c" providerId="LiveId" clId="{7D36CE96-64D4-4C8F-B2CF-BB8C3881404E}" dt="2023-11-19T04:00:22.135" v="52" actId="20577"/>
        <pc:sldMkLst>
          <pc:docMk/>
          <pc:sldMk cId="780176159" sldId="369"/>
        </pc:sldMkLst>
        <pc:spChg chg="mod">
          <ac:chgData name="Ero Sennin" userId="03426be40f75dd1c" providerId="LiveId" clId="{7D36CE96-64D4-4C8F-B2CF-BB8C3881404E}" dt="2023-11-19T04:00:13.926" v="47"/>
          <ac:spMkLst>
            <pc:docMk/>
            <pc:sldMk cId="780176159" sldId="369"/>
            <ac:spMk id="6" creationId="{52BDBAC3-67AD-4A97-7850-28F18722F0B1}"/>
          </ac:spMkLst>
        </pc:spChg>
        <pc:spChg chg="mod">
          <ac:chgData name="Ero Sennin" userId="03426be40f75dd1c" providerId="LiveId" clId="{7D36CE96-64D4-4C8F-B2CF-BB8C3881404E}" dt="2023-11-19T04:00:22.135" v="52" actId="20577"/>
          <ac:spMkLst>
            <pc:docMk/>
            <pc:sldMk cId="780176159" sldId="369"/>
            <ac:spMk id="8" creationId="{6CF85C25-FECF-02E7-8B5D-63C724E2B28B}"/>
          </ac:spMkLst>
        </pc:spChg>
      </pc:sldChg>
      <pc:sldChg chg="modSp mod">
        <pc:chgData name="Ero Sennin" userId="03426be40f75dd1c" providerId="LiveId" clId="{7D36CE96-64D4-4C8F-B2CF-BB8C3881404E}" dt="2023-11-19T04:00:50.040" v="56" actId="20577"/>
        <pc:sldMkLst>
          <pc:docMk/>
          <pc:sldMk cId="4227814038" sldId="370"/>
        </pc:sldMkLst>
        <pc:spChg chg="mod">
          <ac:chgData name="Ero Sennin" userId="03426be40f75dd1c" providerId="LiveId" clId="{7D36CE96-64D4-4C8F-B2CF-BB8C3881404E}" dt="2023-11-19T04:00:44.045" v="54"/>
          <ac:spMkLst>
            <pc:docMk/>
            <pc:sldMk cId="4227814038" sldId="370"/>
            <ac:spMk id="6" creationId="{52BDBAC3-67AD-4A97-7850-28F18722F0B1}"/>
          </ac:spMkLst>
        </pc:spChg>
        <pc:spChg chg="mod">
          <ac:chgData name="Ero Sennin" userId="03426be40f75dd1c" providerId="LiveId" clId="{7D36CE96-64D4-4C8F-B2CF-BB8C3881404E}" dt="2023-11-19T04:00:50.040" v="56" actId="20577"/>
          <ac:spMkLst>
            <pc:docMk/>
            <pc:sldMk cId="4227814038" sldId="370"/>
            <ac:spMk id="8" creationId="{6CF85C25-FECF-02E7-8B5D-63C724E2B28B}"/>
          </ac:spMkLst>
        </pc:spChg>
      </pc:sldChg>
      <pc:sldChg chg="modSp mod">
        <pc:chgData name="Ero Sennin" userId="03426be40f75dd1c" providerId="LiveId" clId="{7D36CE96-64D4-4C8F-B2CF-BB8C3881404E}" dt="2023-11-19T04:01:11.037" v="59" actId="20577"/>
        <pc:sldMkLst>
          <pc:docMk/>
          <pc:sldMk cId="3853773006" sldId="371"/>
        </pc:sldMkLst>
        <pc:spChg chg="mod">
          <ac:chgData name="Ero Sennin" userId="03426be40f75dd1c" providerId="LiveId" clId="{7D36CE96-64D4-4C8F-B2CF-BB8C3881404E}" dt="2023-11-19T04:01:01.908" v="57"/>
          <ac:spMkLst>
            <pc:docMk/>
            <pc:sldMk cId="3853773006" sldId="371"/>
            <ac:spMk id="6" creationId="{52BDBAC3-67AD-4A97-7850-28F18722F0B1}"/>
          </ac:spMkLst>
        </pc:spChg>
        <pc:spChg chg="mod">
          <ac:chgData name="Ero Sennin" userId="03426be40f75dd1c" providerId="LiveId" clId="{7D36CE96-64D4-4C8F-B2CF-BB8C3881404E}" dt="2023-11-19T04:01:11.037" v="59" actId="20577"/>
          <ac:spMkLst>
            <pc:docMk/>
            <pc:sldMk cId="3853773006" sldId="371"/>
            <ac:spMk id="8" creationId="{6CF85C25-FECF-02E7-8B5D-63C724E2B28B}"/>
          </ac:spMkLst>
        </pc:spChg>
      </pc:sldChg>
      <pc:sldChg chg="modSp mod">
        <pc:chgData name="Ero Sennin" userId="03426be40f75dd1c" providerId="LiveId" clId="{7D36CE96-64D4-4C8F-B2CF-BB8C3881404E}" dt="2023-11-19T04:01:37.356" v="63" actId="20577"/>
        <pc:sldMkLst>
          <pc:docMk/>
          <pc:sldMk cId="784932187" sldId="372"/>
        </pc:sldMkLst>
        <pc:spChg chg="mod">
          <ac:chgData name="Ero Sennin" userId="03426be40f75dd1c" providerId="LiveId" clId="{7D36CE96-64D4-4C8F-B2CF-BB8C3881404E}" dt="2023-11-19T04:01:28.410" v="61"/>
          <ac:spMkLst>
            <pc:docMk/>
            <pc:sldMk cId="784932187" sldId="372"/>
            <ac:spMk id="6" creationId="{52BDBAC3-67AD-4A97-7850-28F18722F0B1}"/>
          </ac:spMkLst>
        </pc:spChg>
        <pc:spChg chg="mod">
          <ac:chgData name="Ero Sennin" userId="03426be40f75dd1c" providerId="LiveId" clId="{7D36CE96-64D4-4C8F-B2CF-BB8C3881404E}" dt="2023-11-19T04:01:37.356" v="63" actId="20577"/>
          <ac:spMkLst>
            <pc:docMk/>
            <pc:sldMk cId="784932187" sldId="372"/>
            <ac:spMk id="8" creationId="{6CF85C25-FECF-02E7-8B5D-63C724E2B28B}"/>
          </ac:spMkLst>
        </pc:spChg>
      </pc:sldChg>
    </pc:docChg>
  </pc:docChgLst>
  <pc:docChgLst>
    <pc:chgData name="Ero Sennin" userId="03426be40f75dd1c" providerId="LiveId" clId="{9DA10245-FAD5-46E9-ADF3-99D8F5A684A8}"/>
    <pc:docChg chg="delSld modSld">
      <pc:chgData name="Ero Sennin" userId="03426be40f75dd1c" providerId="LiveId" clId="{9DA10245-FAD5-46E9-ADF3-99D8F5A684A8}" dt="2023-11-19T05:52:33.727" v="47" actId="20577"/>
      <pc:docMkLst>
        <pc:docMk/>
      </pc:docMkLst>
      <pc:sldChg chg="modSp mod">
        <pc:chgData name="Ero Sennin" userId="03426be40f75dd1c" providerId="LiveId" clId="{9DA10245-FAD5-46E9-ADF3-99D8F5A684A8}" dt="2023-11-19T05:33:55.614" v="1"/>
        <pc:sldMkLst>
          <pc:docMk/>
          <pc:sldMk cId="0" sldId="256"/>
        </pc:sldMkLst>
        <pc:spChg chg="mod">
          <ac:chgData name="Ero Sennin" userId="03426be40f75dd1c" providerId="LiveId" clId="{9DA10245-FAD5-46E9-ADF3-99D8F5A684A8}" dt="2023-11-19T05:33:55.614" v="1"/>
          <ac:spMkLst>
            <pc:docMk/>
            <pc:sldMk cId="0" sldId="256"/>
            <ac:spMk id="58" creationId="{00000000-0000-0000-0000-000000000000}"/>
          </ac:spMkLst>
        </pc:spChg>
      </pc:sldChg>
      <pc:sldChg chg="modSp mod">
        <pc:chgData name="Ero Sennin" userId="03426be40f75dd1c" providerId="LiveId" clId="{9DA10245-FAD5-46E9-ADF3-99D8F5A684A8}" dt="2023-11-19T05:34:13.710" v="5"/>
        <pc:sldMkLst>
          <pc:docMk/>
          <pc:sldMk cId="0" sldId="258"/>
        </pc:sldMkLst>
        <pc:spChg chg="mod">
          <ac:chgData name="Ero Sennin" userId="03426be40f75dd1c" providerId="LiveId" clId="{9DA10245-FAD5-46E9-ADF3-99D8F5A684A8}" dt="2023-11-19T05:34:13.710" v="5"/>
          <ac:spMkLst>
            <pc:docMk/>
            <pc:sldMk cId="0" sldId="258"/>
            <ac:spMk id="72" creationId="{00000000-0000-0000-0000-000000000000}"/>
          </ac:spMkLst>
        </pc:spChg>
      </pc:sldChg>
      <pc:sldChg chg="modSp mod">
        <pc:chgData name="Ero Sennin" userId="03426be40f75dd1c" providerId="LiveId" clId="{9DA10245-FAD5-46E9-ADF3-99D8F5A684A8}" dt="2023-11-19T05:48:28.206" v="9" actId="20577"/>
        <pc:sldMkLst>
          <pc:docMk/>
          <pc:sldMk cId="1909956528" sldId="331"/>
        </pc:sldMkLst>
        <pc:spChg chg="mod">
          <ac:chgData name="Ero Sennin" userId="03426be40f75dd1c" providerId="LiveId" clId="{9DA10245-FAD5-46E9-ADF3-99D8F5A684A8}" dt="2023-11-19T05:48:21.937" v="7" actId="20577"/>
          <ac:spMkLst>
            <pc:docMk/>
            <pc:sldMk cId="1909956528" sldId="331"/>
            <ac:spMk id="6" creationId="{52BDBAC3-67AD-4A97-7850-28F18722F0B1}"/>
          </ac:spMkLst>
        </pc:spChg>
        <pc:spChg chg="mod">
          <ac:chgData name="Ero Sennin" userId="03426be40f75dd1c" providerId="LiveId" clId="{9DA10245-FAD5-46E9-ADF3-99D8F5A684A8}" dt="2023-11-19T05:48:28.206" v="9" actId="20577"/>
          <ac:spMkLst>
            <pc:docMk/>
            <pc:sldMk cId="1909956528" sldId="331"/>
            <ac:spMk id="8" creationId="{6CF85C25-FECF-02E7-8B5D-63C724E2B28B}"/>
          </ac:spMkLst>
        </pc:spChg>
      </pc:sldChg>
      <pc:sldChg chg="modSp mod">
        <pc:chgData name="Ero Sennin" userId="03426be40f75dd1c" providerId="LiveId" clId="{9DA10245-FAD5-46E9-ADF3-99D8F5A684A8}" dt="2023-11-19T05:49:00.560" v="19" actId="113"/>
        <pc:sldMkLst>
          <pc:docMk/>
          <pc:sldMk cId="3079585306" sldId="365"/>
        </pc:sldMkLst>
        <pc:spChg chg="mod">
          <ac:chgData name="Ero Sennin" userId="03426be40f75dd1c" providerId="LiveId" clId="{9DA10245-FAD5-46E9-ADF3-99D8F5A684A8}" dt="2023-11-19T05:48:40.560" v="11" actId="20577"/>
          <ac:spMkLst>
            <pc:docMk/>
            <pc:sldMk cId="3079585306" sldId="365"/>
            <ac:spMk id="6" creationId="{52BDBAC3-67AD-4A97-7850-28F18722F0B1}"/>
          </ac:spMkLst>
        </pc:spChg>
        <pc:spChg chg="mod">
          <ac:chgData name="Ero Sennin" userId="03426be40f75dd1c" providerId="LiveId" clId="{9DA10245-FAD5-46E9-ADF3-99D8F5A684A8}" dt="2023-11-19T05:49:00.560" v="19" actId="113"/>
          <ac:spMkLst>
            <pc:docMk/>
            <pc:sldMk cId="3079585306" sldId="365"/>
            <ac:spMk id="8" creationId="{6CF85C25-FECF-02E7-8B5D-63C724E2B28B}"/>
          </ac:spMkLst>
        </pc:spChg>
      </pc:sldChg>
      <pc:sldChg chg="addSp modSp mod">
        <pc:chgData name="Ero Sennin" userId="03426be40f75dd1c" providerId="LiveId" clId="{9DA10245-FAD5-46E9-ADF3-99D8F5A684A8}" dt="2023-11-19T05:50:40.107" v="32" actId="1076"/>
        <pc:sldMkLst>
          <pc:docMk/>
          <pc:sldMk cId="1179856051" sldId="366"/>
        </pc:sldMkLst>
        <pc:spChg chg="add mod">
          <ac:chgData name="Ero Sennin" userId="03426be40f75dd1c" providerId="LiveId" clId="{9DA10245-FAD5-46E9-ADF3-99D8F5A684A8}" dt="2023-11-19T05:50:35.959" v="31" actId="571"/>
          <ac:spMkLst>
            <pc:docMk/>
            <pc:sldMk cId="1179856051" sldId="366"/>
            <ac:spMk id="2" creationId="{A832B778-FEAC-6C61-FA70-42DCB7BD2241}"/>
          </ac:spMkLst>
        </pc:spChg>
        <pc:spChg chg="mod">
          <ac:chgData name="Ero Sennin" userId="03426be40f75dd1c" providerId="LiveId" clId="{9DA10245-FAD5-46E9-ADF3-99D8F5A684A8}" dt="2023-11-19T05:49:56.485" v="22" actId="20577"/>
          <ac:spMkLst>
            <pc:docMk/>
            <pc:sldMk cId="1179856051" sldId="366"/>
            <ac:spMk id="6" creationId="{52BDBAC3-67AD-4A97-7850-28F18722F0B1}"/>
          </ac:spMkLst>
        </pc:spChg>
        <pc:spChg chg="mod">
          <ac:chgData name="Ero Sennin" userId="03426be40f75dd1c" providerId="LiveId" clId="{9DA10245-FAD5-46E9-ADF3-99D8F5A684A8}" dt="2023-11-19T05:50:40.107" v="32" actId="1076"/>
          <ac:spMkLst>
            <pc:docMk/>
            <pc:sldMk cId="1179856051" sldId="366"/>
            <ac:spMk id="8" creationId="{6CF85C25-FECF-02E7-8B5D-63C724E2B28B}"/>
          </ac:spMkLst>
        </pc:spChg>
      </pc:sldChg>
      <pc:sldChg chg="modSp mod">
        <pc:chgData name="Ero Sennin" userId="03426be40f75dd1c" providerId="LiveId" clId="{9DA10245-FAD5-46E9-ADF3-99D8F5A684A8}" dt="2023-11-19T05:51:12.306" v="35" actId="20577"/>
        <pc:sldMkLst>
          <pc:docMk/>
          <pc:sldMk cId="1166055557" sldId="367"/>
        </pc:sldMkLst>
        <pc:spChg chg="mod">
          <ac:chgData name="Ero Sennin" userId="03426be40f75dd1c" providerId="LiveId" clId="{9DA10245-FAD5-46E9-ADF3-99D8F5A684A8}" dt="2023-11-19T05:51:04.753" v="33"/>
          <ac:spMkLst>
            <pc:docMk/>
            <pc:sldMk cId="1166055557" sldId="367"/>
            <ac:spMk id="6" creationId="{52BDBAC3-67AD-4A97-7850-28F18722F0B1}"/>
          </ac:spMkLst>
        </pc:spChg>
        <pc:spChg chg="mod">
          <ac:chgData name="Ero Sennin" userId="03426be40f75dd1c" providerId="LiveId" clId="{9DA10245-FAD5-46E9-ADF3-99D8F5A684A8}" dt="2023-11-19T05:51:12.306" v="35" actId="20577"/>
          <ac:spMkLst>
            <pc:docMk/>
            <pc:sldMk cId="1166055557" sldId="367"/>
            <ac:spMk id="8" creationId="{6CF85C25-FECF-02E7-8B5D-63C724E2B28B}"/>
          </ac:spMkLst>
        </pc:spChg>
      </pc:sldChg>
      <pc:sldChg chg="modSp mod">
        <pc:chgData name="Ero Sennin" userId="03426be40f75dd1c" providerId="LiveId" clId="{9DA10245-FAD5-46E9-ADF3-99D8F5A684A8}" dt="2023-11-19T05:51:43.389" v="38" actId="20577"/>
        <pc:sldMkLst>
          <pc:docMk/>
          <pc:sldMk cId="1542159574" sldId="368"/>
        </pc:sldMkLst>
        <pc:spChg chg="mod">
          <ac:chgData name="Ero Sennin" userId="03426be40f75dd1c" providerId="LiveId" clId="{9DA10245-FAD5-46E9-ADF3-99D8F5A684A8}" dt="2023-11-19T05:51:37.047" v="36"/>
          <ac:spMkLst>
            <pc:docMk/>
            <pc:sldMk cId="1542159574" sldId="368"/>
            <ac:spMk id="6" creationId="{52BDBAC3-67AD-4A97-7850-28F18722F0B1}"/>
          </ac:spMkLst>
        </pc:spChg>
        <pc:spChg chg="mod">
          <ac:chgData name="Ero Sennin" userId="03426be40f75dd1c" providerId="LiveId" clId="{9DA10245-FAD5-46E9-ADF3-99D8F5A684A8}" dt="2023-11-19T05:51:43.389" v="38" actId="20577"/>
          <ac:spMkLst>
            <pc:docMk/>
            <pc:sldMk cId="1542159574" sldId="368"/>
            <ac:spMk id="8" creationId="{6CF85C25-FECF-02E7-8B5D-63C724E2B28B}"/>
          </ac:spMkLst>
        </pc:spChg>
      </pc:sldChg>
      <pc:sldChg chg="modSp mod">
        <pc:chgData name="Ero Sennin" userId="03426be40f75dd1c" providerId="LiveId" clId="{9DA10245-FAD5-46E9-ADF3-99D8F5A684A8}" dt="2023-11-19T05:52:03.396" v="41" actId="20577"/>
        <pc:sldMkLst>
          <pc:docMk/>
          <pc:sldMk cId="780176159" sldId="369"/>
        </pc:sldMkLst>
        <pc:spChg chg="mod">
          <ac:chgData name="Ero Sennin" userId="03426be40f75dd1c" providerId="LiveId" clId="{9DA10245-FAD5-46E9-ADF3-99D8F5A684A8}" dt="2023-11-19T05:51:57.683" v="39"/>
          <ac:spMkLst>
            <pc:docMk/>
            <pc:sldMk cId="780176159" sldId="369"/>
            <ac:spMk id="6" creationId="{52BDBAC3-67AD-4A97-7850-28F18722F0B1}"/>
          </ac:spMkLst>
        </pc:spChg>
        <pc:spChg chg="mod">
          <ac:chgData name="Ero Sennin" userId="03426be40f75dd1c" providerId="LiveId" clId="{9DA10245-FAD5-46E9-ADF3-99D8F5A684A8}" dt="2023-11-19T05:52:03.396" v="41" actId="20577"/>
          <ac:spMkLst>
            <pc:docMk/>
            <pc:sldMk cId="780176159" sldId="369"/>
            <ac:spMk id="8" creationId="{6CF85C25-FECF-02E7-8B5D-63C724E2B28B}"/>
          </ac:spMkLst>
        </pc:spChg>
      </pc:sldChg>
      <pc:sldChg chg="modSp mod">
        <pc:chgData name="Ero Sennin" userId="03426be40f75dd1c" providerId="LiveId" clId="{9DA10245-FAD5-46E9-ADF3-99D8F5A684A8}" dt="2023-11-19T05:52:17.423" v="44" actId="20577"/>
        <pc:sldMkLst>
          <pc:docMk/>
          <pc:sldMk cId="4227814038" sldId="370"/>
        </pc:sldMkLst>
        <pc:spChg chg="mod">
          <ac:chgData name="Ero Sennin" userId="03426be40f75dd1c" providerId="LiveId" clId="{9DA10245-FAD5-46E9-ADF3-99D8F5A684A8}" dt="2023-11-19T05:52:11.937" v="42"/>
          <ac:spMkLst>
            <pc:docMk/>
            <pc:sldMk cId="4227814038" sldId="370"/>
            <ac:spMk id="6" creationId="{52BDBAC3-67AD-4A97-7850-28F18722F0B1}"/>
          </ac:spMkLst>
        </pc:spChg>
        <pc:spChg chg="mod">
          <ac:chgData name="Ero Sennin" userId="03426be40f75dd1c" providerId="LiveId" clId="{9DA10245-FAD5-46E9-ADF3-99D8F5A684A8}" dt="2023-11-19T05:52:17.423" v="44" actId="20577"/>
          <ac:spMkLst>
            <pc:docMk/>
            <pc:sldMk cId="4227814038" sldId="370"/>
            <ac:spMk id="8" creationId="{6CF85C25-FECF-02E7-8B5D-63C724E2B28B}"/>
          </ac:spMkLst>
        </pc:spChg>
      </pc:sldChg>
      <pc:sldChg chg="modSp mod">
        <pc:chgData name="Ero Sennin" userId="03426be40f75dd1c" providerId="LiveId" clId="{9DA10245-FAD5-46E9-ADF3-99D8F5A684A8}" dt="2023-11-19T05:52:33.727" v="47" actId="20577"/>
        <pc:sldMkLst>
          <pc:docMk/>
          <pc:sldMk cId="3853773006" sldId="371"/>
        </pc:sldMkLst>
        <pc:spChg chg="mod">
          <ac:chgData name="Ero Sennin" userId="03426be40f75dd1c" providerId="LiveId" clId="{9DA10245-FAD5-46E9-ADF3-99D8F5A684A8}" dt="2023-11-19T05:52:27.325" v="45"/>
          <ac:spMkLst>
            <pc:docMk/>
            <pc:sldMk cId="3853773006" sldId="371"/>
            <ac:spMk id="6" creationId="{52BDBAC3-67AD-4A97-7850-28F18722F0B1}"/>
          </ac:spMkLst>
        </pc:spChg>
        <pc:spChg chg="mod">
          <ac:chgData name="Ero Sennin" userId="03426be40f75dd1c" providerId="LiveId" clId="{9DA10245-FAD5-46E9-ADF3-99D8F5A684A8}" dt="2023-11-19T05:52:33.727" v="47" actId="20577"/>
          <ac:spMkLst>
            <pc:docMk/>
            <pc:sldMk cId="3853773006" sldId="371"/>
            <ac:spMk id="8" creationId="{6CF85C25-FECF-02E7-8B5D-63C724E2B28B}"/>
          </ac:spMkLst>
        </pc:spChg>
      </pc:sldChg>
      <pc:sldChg chg="del">
        <pc:chgData name="Ero Sennin" userId="03426be40f75dd1c" providerId="LiveId" clId="{9DA10245-FAD5-46E9-ADF3-99D8F5A684A8}" dt="2023-11-19T05:49:50.346" v="20" actId="47"/>
        <pc:sldMkLst>
          <pc:docMk/>
          <pc:sldMk cId="1960463523" sldId="3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72"/>
          <p:cNvSpPr txBox="1">
            <a:spLocks noGrp="1"/>
          </p:cNvSpPr>
          <p:nvPr>
            <p:ph type="body" idx="1"/>
          </p:nvPr>
        </p:nvSpPr>
        <p:spPr>
          <a:xfrm>
            <a:off x="1270000" y="50292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2" name="Google Shape;12;p7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3"/>
        <p:cNvGrpSpPr/>
        <p:nvPr/>
      </p:nvGrpSpPr>
      <p:grpSpPr>
        <a:xfrm>
          <a:off x="0" y="0"/>
          <a:ext cx="0" cy="0"/>
          <a:chOff x="0" y="0"/>
          <a:chExt cx="0" cy="0"/>
        </a:xfrm>
      </p:grpSpPr>
      <p:sp>
        <p:nvSpPr>
          <p:cNvPr id="14" name="Google Shape;14;p73"/>
          <p:cNvSpPr>
            <a:spLocks noGrp="1"/>
          </p:cNvSpPr>
          <p:nvPr>
            <p:ph type="pic" idx="2"/>
          </p:nvPr>
        </p:nvSpPr>
        <p:spPr>
          <a:xfrm>
            <a:off x="1606550" y="635000"/>
            <a:ext cx="9779000" cy="5918200"/>
          </a:xfrm>
          <a:prstGeom prst="rect">
            <a:avLst/>
          </a:prstGeom>
          <a:noFill/>
          <a:ln>
            <a:noFill/>
          </a:ln>
        </p:spPr>
      </p:sp>
      <p:sp>
        <p:nvSpPr>
          <p:cNvPr id="15" name="Google Shape;15;p73"/>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 name="Google Shape;16;p73"/>
          <p:cNvSpPr txBox="1">
            <a:spLocks noGrp="1"/>
          </p:cNvSpPr>
          <p:nvPr>
            <p:ph type="body" idx="1"/>
          </p:nvPr>
        </p:nvSpPr>
        <p:spPr>
          <a:xfrm>
            <a:off x="1270000" y="81915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7" name="Google Shape;17;p73"/>
          <p:cNvSpPr txBox="1">
            <a:spLocks noGrp="1"/>
          </p:cNvSpPr>
          <p:nvPr>
            <p:ph type="sldNum" idx="12"/>
          </p:nvPr>
        </p:nvSpPr>
        <p:spPr>
          <a:xfrm>
            <a:off x="6311798" y="924560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8"/>
        <p:cNvGrpSpPr/>
        <p:nvPr/>
      </p:nvGrpSpPr>
      <p:grpSpPr>
        <a:xfrm>
          <a:off x="0" y="0"/>
          <a:ext cx="0" cy="0"/>
          <a:chOff x="0" y="0"/>
          <a:chExt cx="0" cy="0"/>
        </a:xfrm>
      </p:grpSpPr>
      <p:sp>
        <p:nvSpPr>
          <p:cNvPr id="19" name="Google Shape;19;p74"/>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74"/>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1"/>
        <p:cNvGrpSpPr/>
        <p:nvPr/>
      </p:nvGrpSpPr>
      <p:grpSpPr>
        <a:xfrm>
          <a:off x="0" y="0"/>
          <a:ext cx="0" cy="0"/>
          <a:chOff x="0" y="0"/>
          <a:chExt cx="0" cy="0"/>
        </a:xfrm>
      </p:grpSpPr>
      <p:sp>
        <p:nvSpPr>
          <p:cNvPr id="22" name="Google Shape;22;p75"/>
          <p:cNvSpPr>
            <a:spLocks noGrp="1"/>
          </p:cNvSpPr>
          <p:nvPr>
            <p:ph type="pic" idx="2"/>
          </p:nvPr>
        </p:nvSpPr>
        <p:spPr>
          <a:xfrm>
            <a:off x="6718300" y="635000"/>
            <a:ext cx="5334000" cy="8229600"/>
          </a:xfrm>
          <a:prstGeom prst="rect">
            <a:avLst/>
          </a:prstGeom>
          <a:noFill/>
          <a:ln>
            <a:noFill/>
          </a:ln>
        </p:spPr>
      </p:sp>
      <p:sp>
        <p:nvSpPr>
          <p:cNvPr id="23" name="Google Shape;23;p75"/>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6000"/>
              <a:buFont typeface="Helvetica Neue Light"/>
              <a:buNone/>
              <a:defRPr sz="6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75"/>
          <p:cNvSpPr txBox="1">
            <a:spLocks noGrp="1"/>
          </p:cNvSpPr>
          <p:nvPr>
            <p:ph type="body" idx="1"/>
          </p:nvPr>
        </p:nvSpPr>
        <p:spPr>
          <a:xfrm>
            <a:off x="952500" y="4762500"/>
            <a:ext cx="5334000" cy="41021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5" name="Google Shape;25;p75"/>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6"/>
        <p:cNvGrpSpPr/>
        <p:nvPr/>
      </p:nvGrpSpPr>
      <p:grpSpPr>
        <a:xfrm>
          <a:off x="0" y="0"/>
          <a:ext cx="0" cy="0"/>
          <a:chOff x="0" y="0"/>
          <a:chExt cx="0" cy="0"/>
        </a:xfrm>
      </p:grpSpPr>
      <p:sp>
        <p:nvSpPr>
          <p:cNvPr id="27" name="Google Shape;27;p76"/>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76"/>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1" name="Google Shape;31;p77"/>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2" name="Google Shape;32;p77"/>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78"/>
          <p:cNvSpPr>
            <a:spLocks noGrp="1"/>
          </p:cNvSpPr>
          <p:nvPr>
            <p:ph type="pic" idx="2"/>
          </p:nvPr>
        </p:nvSpPr>
        <p:spPr>
          <a:xfrm>
            <a:off x="6718300" y="2603500"/>
            <a:ext cx="5334000" cy="6286500"/>
          </a:xfrm>
          <a:prstGeom prst="rect">
            <a:avLst/>
          </a:prstGeom>
          <a:noFill/>
          <a:ln>
            <a:noFill/>
          </a:ln>
        </p:spPr>
      </p:sp>
      <p:sp>
        <p:nvSpPr>
          <p:cNvPr id="35" name="Google Shape;35;p78"/>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78"/>
          <p:cNvSpPr txBox="1">
            <a:spLocks noGrp="1"/>
          </p:cNvSpPr>
          <p:nvPr>
            <p:ph type="body" idx="1"/>
          </p:nvPr>
        </p:nvSpPr>
        <p:spPr>
          <a:xfrm>
            <a:off x="952500" y="2603500"/>
            <a:ext cx="5334000" cy="6286500"/>
          </a:xfrm>
          <a:prstGeom prst="rect">
            <a:avLst/>
          </a:prstGeom>
          <a:noFill/>
          <a:ln>
            <a:noFill/>
          </a:ln>
        </p:spPr>
        <p:txBody>
          <a:bodyPr spcFirstLastPara="1" wrap="square" lIns="50800" tIns="50800" rIns="50800" bIns="50800" anchor="ctr" anchorCtr="0">
            <a:normAutofit/>
          </a:bodyPr>
          <a:lstStyle>
            <a:lvl1pPr marL="457200" lvl="0" indent="-361950" algn="l">
              <a:lnSpc>
                <a:spcPct val="100000"/>
              </a:lnSpc>
              <a:spcBef>
                <a:spcPts val="3200"/>
              </a:spcBef>
              <a:spcAft>
                <a:spcPts val="0"/>
              </a:spcAft>
              <a:buClr>
                <a:srgbClr val="000000"/>
              </a:buClr>
              <a:buSzPts val="2100"/>
              <a:buFont typeface="Helvetica Neue Light"/>
              <a:buChar char="•"/>
              <a:defRPr sz="2800"/>
            </a:lvl1pPr>
            <a:lvl2pPr marL="914400" lvl="1" indent="-361950" algn="l">
              <a:lnSpc>
                <a:spcPct val="100000"/>
              </a:lnSpc>
              <a:spcBef>
                <a:spcPts val="3200"/>
              </a:spcBef>
              <a:spcAft>
                <a:spcPts val="0"/>
              </a:spcAft>
              <a:buClr>
                <a:srgbClr val="000000"/>
              </a:buClr>
              <a:buSzPts val="2100"/>
              <a:buFont typeface="Helvetica Neue Light"/>
              <a:buChar char="•"/>
              <a:defRPr sz="2800"/>
            </a:lvl2pPr>
            <a:lvl3pPr marL="1371600" lvl="2" indent="-361950" algn="l">
              <a:lnSpc>
                <a:spcPct val="100000"/>
              </a:lnSpc>
              <a:spcBef>
                <a:spcPts val="3200"/>
              </a:spcBef>
              <a:spcAft>
                <a:spcPts val="0"/>
              </a:spcAft>
              <a:buClr>
                <a:srgbClr val="000000"/>
              </a:buClr>
              <a:buSzPts val="2100"/>
              <a:buFont typeface="Helvetica Neue Light"/>
              <a:buChar char="•"/>
              <a:defRPr sz="2800"/>
            </a:lvl3pPr>
            <a:lvl4pPr marL="1828800" lvl="3" indent="-361950" algn="l">
              <a:lnSpc>
                <a:spcPct val="100000"/>
              </a:lnSpc>
              <a:spcBef>
                <a:spcPts val="3200"/>
              </a:spcBef>
              <a:spcAft>
                <a:spcPts val="0"/>
              </a:spcAft>
              <a:buClr>
                <a:srgbClr val="000000"/>
              </a:buClr>
              <a:buSzPts val="2100"/>
              <a:buFont typeface="Helvetica Neue Light"/>
              <a:buChar char="•"/>
              <a:defRPr sz="2800"/>
            </a:lvl4pPr>
            <a:lvl5pPr marL="2286000" lvl="4" indent="-361950" algn="l">
              <a:lnSpc>
                <a:spcPct val="100000"/>
              </a:lnSpc>
              <a:spcBef>
                <a:spcPts val="3200"/>
              </a:spcBef>
              <a:spcAft>
                <a:spcPts val="0"/>
              </a:spcAft>
              <a:buClr>
                <a:srgbClr val="000000"/>
              </a:buClr>
              <a:buSzPts val="2100"/>
              <a:buFont typeface="Helvetica Neue Light"/>
              <a:buChar char="•"/>
              <a:defRPr sz="28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7" name="Google Shape;37;p7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8"/>
        <p:cNvGrpSpPr/>
        <p:nvPr/>
      </p:nvGrpSpPr>
      <p:grpSpPr>
        <a:xfrm>
          <a:off x="0" y="0"/>
          <a:ext cx="0" cy="0"/>
          <a:chOff x="0" y="0"/>
          <a:chExt cx="0" cy="0"/>
        </a:xfrm>
      </p:grpSpPr>
      <p:sp>
        <p:nvSpPr>
          <p:cNvPr id="39" name="Google Shape;39;p79"/>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0" name="Google Shape;40;p79"/>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1"/>
        <p:cNvGrpSpPr/>
        <p:nvPr/>
      </p:nvGrpSpPr>
      <p:grpSpPr>
        <a:xfrm>
          <a:off x="0" y="0"/>
          <a:ext cx="0" cy="0"/>
          <a:chOff x="0" y="0"/>
          <a:chExt cx="0" cy="0"/>
        </a:xfrm>
      </p:grpSpPr>
      <p:sp>
        <p:nvSpPr>
          <p:cNvPr id="42" name="Google Shape;42;p80"/>
          <p:cNvSpPr>
            <a:spLocks noGrp="1"/>
          </p:cNvSpPr>
          <p:nvPr>
            <p:ph type="pic" idx="2"/>
          </p:nvPr>
        </p:nvSpPr>
        <p:spPr>
          <a:xfrm>
            <a:off x="6718300" y="5092700"/>
            <a:ext cx="5334000" cy="3771900"/>
          </a:xfrm>
          <a:prstGeom prst="rect">
            <a:avLst/>
          </a:prstGeom>
          <a:noFill/>
          <a:ln>
            <a:noFill/>
          </a:ln>
        </p:spPr>
      </p:sp>
      <p:sp>
        <p:nvSpPr>
          <p:cNvPr id="43" name="Google Shape;43;p80"/>
          <p:cNvSpPr>
            <a:spLocks noGrp="1"/>
          </p:cNvSpPr>
          <p:nvPr>
            <p:ph type="pic" idx="3"/>
          </p:nvPr>
        </p:nvSpPr>
        <p:spPr>
          <a:xfrm>
            <a:off x="6724518" y="889000"/>
            <a:ext cx="5334001" cy="3771900"/>
          </a:xfrm>
          <a:prstGeom prst="rect">
            <a:avLst/>
          </a:prstGeom>
          <a:noFill/>
          <a:ln>
            <a:noFill/>
          </a:ln>
        </p:spPr>
      </p:sp>
      <p:sp>
        <p:nvSpPr>
          <p:cNvPr id="44" name="Google Shape;44;p80"/>
          <p:cNvSpPr>
            <a:spLocks noGrp="1"/>
          </p:cNvSpPr>
          <p:nvPr>
            <p:ph type="pic" idx="4"/>
          </p:nvPr>
        </p:nvSpPr>
        <p:spPr>
          <a:xfrm>
            <a:off x="952500" y="889000"/>
            <a:ext cx="5334000" cy="7975600"/>
          </a:xfrm>
          <a:prstGeom prst="rect">
            <a:avLst/>
          </a:prstGeom>
          <a:noFill/>
          <a:ln>
            <a:noFill/>
          </a:ln>
        </p:spPr>
      </p:sp>
      <p:sp>
        <p:nvSpPr>
          <p:cNvPr id="45" name="Google Shape;45;p8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6"/>
        <p:cNvGrpSpPr/>
        <p:nvPr/>
      </p:nvGrpSpPr>
      <p:grpSpPr>
        <a:xfrm>
          <a:off x="0" y="0"/>
          <a:ext cx="0" cy="0"/>
          <a:chOff x="0" y="0"/>
          <a:chExt cx="0" cy="0"/>
        </a:xfrm>
      </p:grpSpPr>
      <p:sp>
        <p:nvSpPr>
          <p:cNvPr id="47" name="Google Shape;47;p81"/>
          <p:cNvSpPr txBox="1">
            <a:spLocks noGrp="1"/>
          </p:cNvSpPr>
          <p:nvPr>
            <p:ph type="body" idx="1"/>
          </p:nvPr>
        </p:nvSpPr>
        <p:spPr>
          <a:xfrm>
            <a:off x="1270000" y="6362700"/>
            <a:ext cx="10464800" cy="469900"/>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000000"/>
              </a:buClr>
              <a:buSzPts val="2400"/>
              <a:buFont typeface="Helvetica Neue Light"/>
              <a:buNone/>
              <a:defRPr sz="24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8" name="Google Shape;48;p81"/>
          <p:cNvSpPr txBox="1">
            <a:spLocks noGrp="1"/>
          </p:cNvSpPr>
          <p:nvPr>
            <p:ph type="body" idx="2"/>
          </p:nvPr>
        </p:nvSpPr>
        <p:spPr>
          <a:xfrm>
            <a:off x="1270000" y="4267200"/>
            <a:ext cx="10464800" cy="685800"/>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000000"/>
              </a:buClr>
              <a:buSzPts val="3800"/>
              <a:buFont typeface="Helvetica Neue Light"/>
              <a:buNone/>
              <a:defRPr sz="38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9" name="Google Shape;49;p8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0"/>
        <p:cNvGrpSpPr/>
        <p:nvPr/>
      </p:nvGrpSpPr>
      <p:grpSpPr>
        <a:xfrm>
          <a:off x="0" y="0"/>
          <a:ext cx="0" cy="0"/>
          <a:chOff x="0" y="0"/>
          <a:chExt cx="0" cy="0"/>
        </a:xfrm>
      </p:grpSpPr>
      <p:sp>
        <p:nvSpPr>
          <p:cNvPr id="51" name="Google Shape;51;p82"/>
          <p:cNvSpPr>
            <a:spLocks noGrp="1"/>
          </p:cNvSpPr>
          <p:nvPr>
            <p:ph type="pic" idx="2"/>
          </p:nvPr>
        </p:nvSpPr>
        <p:spPr>
          <a:xfrm>
            <a:off x="0" y="0"/>
            <a:ext cx="13004800" cy="9753600"/>
          </a:xfrm>
          <a:prstGeom prst="rect">
            <a:avLst/>
          </a:prstGeom>
          <a:noFill/>
          <a:ln>
            <a:noFill/>
          </a:ln>
        </p:spPr>
      </p:sp>
      <p:sp>
        <p:nvSpPr>
          <p:cNvPr id="52" name="Google Shape;52;p8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1"/>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71"/>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Google Shape;8;p7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1" descr="PP-01.jpg"/>
          <p:cNvPicPr preferRelativeResize="0"/>
          <p:nvPr/>
        </p:nvPicPr>
        <p:blipFill rotWithShape="1">
          <a:blip r:embed="rId3">
            <a:alphaModFix/>
          </a:blip>
          <a:srcRect/>
          <a:stretch/>
        </p:blipFill>
        <p:spPr>
          <a:xfrm>
            <a:off x="0" y="0"/>
            <a:ext cx="13004800" cy="9771488"/>
          </a:xfrm>
          <a:prstGeom prst="rect">
            <a:avLst/>
          </a:prstGeom>
          <a:noFill/>
          <a:ln>
            <a:noFill/>
          </a:ln>
        </p:spPr>
      </p:pic>
      <p:sp>
        <p:nvSpPr>
          <p:cNvPr id="58" name="Google Shape;58;p1"/>
          <p:cNvSpPr txBox="1">
            <a:spLocks noGrp="1"/>
          </p:cNvSpPr>
          <p:nvPr>
            <p:ph type="ctrTitle" idx="4294967295"/>
          </p:nvPr>
        </p:nvSpPr>
        <p:spPr>
          <a:xfrm>
            <a:off x="376446" y="7601338"/>
            <a:ext cx="7713454" cy="15405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110000"/>
              </a:lnSpc>
              <a:spcBef>
                <a:spcPts val="0"/>
              </a:spcBef>
              <a:spcAft>
                <a:spcPts val="0"/>
              </a:spcAft>
              <a:buClr>
                <a:schemeClr val="dk1"/>
              </a:buClr>
              <a:buSzPct val="83333"/>
              <a:buFont typeface="Arial"/>
              <a:buNone/>
            </a:pPr>
            <a:r>
              <a:rPr lang="en-US" sz="4800" b="1" i="0" u="none" strike="noStrike" cap="none" dirty="0">
                <a:solidFill>
                  <a:schemeClr val="dk1"/>
                </a:solidFill>
                <a:latin typeface="Arial"/>
                <a:ea typeface="Arial"/>
                <a:cs typeface="Arial"/>
                <a:sym typeface="Arial"/>
              </a:rPr>
              <a:t>Chapter 10: Path traversal vulnerabilities</a:t>
            </a:r>
            <a:endParaRPr sz="4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111111"/>
              <a:buFont typeface="Arial"/>
              <a:buNone/>
            </a:pPr>
            <a:endParaRPr sz="2790" b="0" i="0" u="none" strike="noStrike" cap="none" dirty="0">
              <a:solidFill>
                <a:schemeClr val="dk1"/>
              </a:solidFill>
              <a:latin typeface="Helvetica Neue Light"/>
              <a:ea typeface="Helvetica Neue Light"/>
              <a:cs typeface="Helvetica Neue Light"/>
              <a:sym typeface="Helvetica Neue Light"/>
            </a:endParaRPr>
          </a:p>
        </p:txBody>
      </p:sp>
      <p:pic>
        <p:nvPicPr>
          <p:cNvPr id="59" name="Google Shape;59;p1" descr="2017-FE-Black-01.png"/>
          <p:cNvPicPr preferRelativeResize="0"/>
          <p:nvPr/>
        </p:nvPicPr>
        <p:blipFill rotWithShape="1">
          <a:blip r:embed="rId4">
            <a:alphaModFix/>
          </a:blip>
          <a:srcRect/>
          <a:stretch/>
        </p:blipFill>
        <p:spPr>
          <a:xfrm>
            <a:off x="376446" y="611762"/>
            <a:ext cx="4183172" cy="13951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70" name="Google Shape;70;p3" descr="Untitled-1.png"/>
          <p:cNvPicPr preferRelativeResize="0"/>
          <p:nvPr/>
        </p:nvPicPr>
        <p:blipFill rotWithShape="1">
          <a:blip r:embed="rId3">
            <a:alphaModFix/>
          </a:blip>
          <a:srcRect/>
          <a:stretch/>
        </p:blipFill>
        <p:spPr>
          <a:xfrm>
            <a:off x="-332437" y="-250619"/>
            <a:ext cx="7033878" cy="2176098"/>
          </a:xfrm>
          <a:prstGeom prst="rect">
            <a:avLst/>
          </a:prstGeom>
          <a:noFill/>
          <a:ln>
            <a:noFill/>
          </a:ln>
        </p:spPr>
      </p:pic>
      <p:sp>
        <p:nvSpPr>
          <p:cNvPr id="71" name="Google Shape;71;p3"/>
          <p:cNvSpPr txBox="1"/>
          <p:nvPr/>
        </p:nvSpPr>
        <p:spPr>
          <a:xfrm>
            <a:off x="1536858" y="462955"/>
            <a:ext cx="4381220" cy="610423"/>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3300"/>
              <a:buFont typeface="Arial"/>
              <a:buNone/>
            </a:pPr>
            <a:r>
              <a:rPr lang="en-US" sz="3300" b="1" i="0" u="none" strike="noStrike" cap="none" dirty="0">
                <a:solidFill>
                  <a:srgbClr val="000000"/>
                </a:solidFill>
                <a:latin typeface="Arial"/>
                <a:ea typeface="Arial"/>
                <a:cs typeface="Arial"/>
                <a:sym typeface="Arial"/>
              </a:rPr>
              <a:t>Key concept</a:t>
            </a:r>
            <a:endParaRPr sz="3300" b="1" i="0" u="none" strike="noStrike" cap="none" dirty="0">
              <a:solidFill>
                <a:srgbClr val="000000"/>
              </a:solidFill>
              <a:latin typeface="Arial"/>
              <a:ea typeface="Arial"/>
              <a:cs typeface="Arial"/>
              <a:sym typeface="Arial"/>
            </a:endParaRPr>
          </a:p>
        </p:txBody>
      </p:sp>
      <p:sp>
        <p:nvSpPr>
          <p:cNvPr id="72" name="Google Shape;72;p3"/>
          <p:cNvSpPr txBox="1"/>
          <p:nvPr/>
        </p:nvSpPr>
        <p:spPr>
          <a:xfrm>
            <a:off x="1536858" y="2485631"/>
            <a:ext cx="10073620" cy="2343206"/>
          </a:xfrm>
          <a:prstGeom prst="rect">
            <a:avLst/>
          </a:prstGeom>
          <a:noFill/>
          <a:ln>
            <a:noFill/>
          </a:ln>
        </p:spPr>
        <p:txBody>
          <a:bodyPr spcFirstLastPara="1" wrap="square" lIns="50800" tIns="50800" rIns="50800" bIns="50800" anchor="ctr" anchorCtr="0">
            <a:spAutoFit/>
          </a:bodyPr>
          <a:lstStyle/>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What is Path traversal vulnerabilities</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Common Vulnerabilities Related to Path traversal</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Impact of Path traversal</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Prevention Strategies</a:t>
            </a:r>
          </a:p>
        </p:txBody>
      </p:sp>
      <p:pic>
        <p:nvPicPr>
          <p:cNvPr id="2" name="Google Shape;59;p1" descr="2017-FE-Black-01.png">
            <a:extLst>
              <a:ext uri="{FF2B5EF4-FFF2-40B4-BE49-F238E27FC236}">
                <a16:creationId xmlns:a16="http://schemas.microsoft.com/office/drawing/2014/main" id="{27AEA11D-58DC-E73A-C89B-4CF0EC2B9DE0}"/>
              </a:ext>
            </a:extLst>
          </p:cNvPr>
          <p:cNvPicPr preferRelativeResize="0"/>
          <p:nvPr/>
        </p:nvPicPr>
        <p:blipFill rotWithShape="1">
          <a:blip r:embed="rId4">
            <a:alphaModFix/>
          </a:blip>
          <a:srcRect/>
          <a:stretch/>
        </p:blipFill>
        <p:spPr>
          <a:xfrm>
            <a:off x="173246" y="8970335"/>
            <a:ext cx="1920772" cy="640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9758884" cy="584775"/>
          </a:xfrm>
          <a:prstGeom prst="rect">
            <a:avLst/>
          </a:prstGeom>
          <a:noFill/>
        </p:spPr>
        <p:txBody>
          <a:bodyPr wrap="square" rtlCol="0">
            <a:spAutoFit/>
          </a:bodyPr>
          <a:lstStyle/>
          <a:p>
            <a:r>
              <a:rPr lang="en-US" sz="3200" b="1" dirty="0"/>
              <a:t>1. What is Path Traversal?</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970318"/>
          </a:xfrm>
          <a:prstGeom prst="rect">
            <a:avLst/>
          </a:prstGeom>
          <a:noFill/>
        </p:spPr>
        <p:txBody>
          <a:bodyPr wrap="square" rtlCol="0">
            <a:spAutoFit/>
          </a:bodyPr>
          <a:lstStyle/>
          <a:p>
            <a:pPr marL="342900" indent="-342900">
              <a:buFont typeface="Arial" panose="020B0604020202020204" pitchFamily="34" charset="0"/>
              <a:buChar char="•"/>
            </a:pPr>
            <a:r>
              <a:rPr lang="en-US" sz="2800" b="0" i="0" dirty="0">
                <a:solidFill>
                  <a:srgbClr val="0F0F0F"/>
                </a:solidFill>
                <a:effectLst/>
                <a:latin typeface="+mj-lt"/>
              </a:rPr>
              <a:t>Path Traversal, also known as Directory Traversal, is a web security vulnerability that allows an attacker to read or manipulate files on the server that are outside of the intended directory.</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This issue occurs when a web application takes user input to access files and directories but fails to properly sanitize the input, enabling the attacker to navigate the file system. For example, manipulating file paths in a URL or form field to access system files (../../</a:t>
            </a:r>
            <a:r>
              <a:rPr lang="en-US" sz="2800" b="0" i="0" dirty="0" err="1">
                <a:solidFill>
                  <a:srgbClr val="0F0F0F"/>
                </a:solidFill>
                <a:effectLst/>
                <a:latin typeface="+mj-lt"/>
              </a:rPr>
              <a:t>etc</a:t>
            </a:r>
            <a:r>
              <a:rPr lang="en-US" sz="2800" b="0" i="0" dirty="0">
                <a:solidFill>
                  <a:srgbClr val="0F0F0F"/>
                </a:solidFill>
                <a:effectLst/>
                <a:latin typeface="+mj-lt"/>
              </a:rPr>
              <a:t>/passwd).</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90995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82352"/>
            <a:ext cx="10622484" cy="584775"/>
          </a:xfrm>
          <a:prstGeom prst="rect">
            <a:avLst/>
          </a:prstGeom>
          <a:noFill/>
        </p:spPr>
        <p:txBody>
          <a:bodyPr wrap="square" rtlCol="0">
            <a:spAutoFit/>
          </a:bodyPr>
          <a:lstStyle/>
          <a:p>
            <a:r>
              <a:rPr lang="en-US" sz="3200" b="1" dirty="0"/>
              <a:t>2. Common Vulnerabilities Related to Path Traversal</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4832092"/>
          </a:xfrm>
          <a:prstGeom prst="rect">
            <a:avLst/>
          </a:prstGeom>
          <a:noFill/>
        </p:spPr>
        <p:txBody>
          <a:bodyPr wrap="square" rtlCol="0">
            <a:spAutoFit/>
          </a:bodyPr>
          <a:lstStyle/>
          <a:p>
            <a:pPr marL="342900" indent="-342900">
              <a:buFont typeface="Arial" panose="020B0604020202020204" pitchFamily="34" charset="0"/>
              <a:buChar char="•"/>
            </a:pPr>
            <a:r>
              <a:rPr lang="en-US" sz="2800" b="1" i="0" dirty="0">
                <a:solidFill>
                  <a:srgbClr val="0F0F0F"/>
                </a:solidFill>
                <a:effectLst/>
                <a:latin typeface="+mj-lt"/>
              </a:rPr>
              <a:t>Insecure File Uploads: </a:t>
            </a:r>
            <a:r>
              <a:rPr lang="en-US" sz="2800" i="0" dirty="0">
                <a:solidFill>
                  <a:srgbClr val="0F0F0F"/>
                </a:solidFill>
                <a:effectLst/>
                <a:latin typeface="+mj-lt"/>
              </a:rPr>
              <a:t>Allowing users to upload files without proper validation can lead to traversal sequences being embedded in file names.</a:t>
            </a:r>
          </a:p>
          <a:p>
            <a:pPr marL="342900" indent="-342900">
              <a:buFont typeface="Arial" panose="020B0604020202020204" pitchFamily="34" charset="0"/>
              <a:buChar char="•"/>
            </a:pPr>
            <a:endParaRPr lang="en-US" sz="2800" i="0" dirty="0">
              <a:solidFill>
                <a:srgbClr val="0F0F0F"/>
              </a:solidFill>
              <a:effectLst/>
              <a:latin typeface="+mj-lt"/>
            </a:endParaRPr>
          </a:p>
          <a:p>
            <a:pPr marL="342900" indent="-342900">
              <a:buFont typeface="Arial" panose="020B0604020202020204" pitchFamily="34" charset="0"/>
              <a:buChar char="•"/>
            </a:pPr>
            <a:r>
              <a:rPr lang="en-US" sz="2800" b="1" i="0" dirty="0">
                <a:solidFill>
                  <a:srgbClr val="0F0F0F"/>
                </a:solidFill>
                <a:effectLst/>
                <a:latin typeface="+mj-lt"/>
              </a:rPr>
              <a:t>Improper Sanitization of User Input: </a:t>
            </a:r>
            <a:r>
              <a:rPr lang="en-US" sz="2800" i="0" dirty="0">
                <a:solidFill>
                  <a:srgbClr val="0F0F0F"/>
                </a:solidFill>
                <a:effectLst/>
                <a:latin typeface="+mj-lt"/>
              </a:rPr>
              <a:t>Failing to properly sanitize user inputs like file paths, allowing special characters (../ or ..\) to traverse directories.</a:t>
            </a:r>
          </a:p>
          <a:p>
            <a:pPr marL="342900" indent="-342900">
              <a:buFont typeface="Arial" panose="020B0604020202020204" pitchFamily="34" charset="0"/>
              <a:buChar char="•"/>
            </a:pPr>
            <a:endParaRPr lang="en-US" sz="2800" i="0" dirty="0">
              <a:solidFill>
                <a:srgbClr val="0F0F0F"/>
              </a:solidFill>
              <a:effectLst/>
              <a:latin typeface="+mj-lt"/>
            </a:endParaRPr>
          </a:p>
          <a:p>
            <a:pPr marL="342900" indent="-342900">
              <a:buFont typeface="Arial" panose="020B0604020202020204" pitchFamily="34" charset="0"/>
              <a:buChar char="•"/>
            </a:pPr>
            <a:r>
              <a:rPr lang="en-US" sz="2800" b="1" i="0" dirty="0">
                <a:solidFill>
                  <a:srgbClr val="0F0F0F"/>
                </a:solidFill>
                <a:effectLst/>
                <a:latin typeface="+mj-lt"/>
              </a:rPr>
              <a:t>Insufficient Access Controls: </a:t>
            </a:r>
            <a:r>
              <a:rPr lang="en-US" sz="2800" i="0" dirty="0">
                <a:solidFill>
                  <a:srgbClr val="0F0F0F"/>
                </a:solidFill>
                <a:effectLst/>
                <a:latin typeface="+mj-lt"/>
              </a:rPr>
              <a:t>Not adequately restricting the files and directories that can be accessed based on user inputs, thus allowing traversal to critical or sensitive areas of the file system.</a:t>
            </a: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079585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3. Impact of Path Traversal</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659985"/>
            <a:ext cx="11341100" cy="6124754"/>
          </a:xfrm>
          <a:prstGeom prst="rect">
            <a:avLst/>
          </a:prstGeom>
          <a:noFill/>
        </p:spPr>
        <p:txBody>
          <a:bodyPr wrap="square" rtlCol="0">
            <a:spAutoFit/>
          </a:bodyPr>
          <a:lstStyle/>
          <a:p>
            <a:r>
              <a:rPr lang="en-US" sz="2800" b="1" i="0" dirty="0">
                <a:solidFill>
                  <a:srgbClr val="0F0F0F"/>
                </a:solidFill>
                <a:effectLst/>
                <a:latin typeface="+mj-lt"/>
              </a:rPr>
              <a:t>Unauthorized File Access: </a:t>
            </a:r>
            <a:r>
              <a:rPr lang="en-US" sz="2800" i="0" dirty="0">
                <a:solidFill>
                  <a:srgbClr val="0F0F0F"/>
                </a:solidFill>
                <a:effectLst/>
                <a:latin typeface="+mj-lt"/>
              </a:rPr>
              <a:t>Attackers can read sensitive files, including configuration files, source code, or data files, leading to information disclosure.</a:t>
            </a:r>
          </a:p>
          <a:p>
            <a:endParaRPr lang="en-US" sz="2800" i="0" dirty="0">
              <a:solidFill>
                <a:srgbClr val="0F0F0F"/>
              </a:solidFill>
              <a:effectLst/>
              <a:latin typeface="+mj-lt"/>
            </a:endParaRPr>
          </a:p>
          <a:p>
            <a:r>
              <a:rPr lang="en-US" sz="2800" b="1" i="0" dirty="0">
                <a:solidFill>
                  <a:srgbClr val="0F0F0F"/>
                </a:solidFill>
                <a:effectLst/>
                <a:latin typeface="+mj-lt"/>
              </a:rPr>
              <a:t>File Manipulation or Deletion: </a:t>
            </a:r>
            <a:r>
              <a:rPr lang="en-US" sz="2800" i="0" dirty="0">
                <a:solidFill>
                  <a:srgbClr val="0F0F0F"/>
                </a:solidFill>
                <a:effectLst/>
                <a:latin typeface="+mj-lt"/>
              </a:rPr>
              <a:t>In severe cases, attackers may modify or delete critical files, potentially leading to application malfunction or data loss.</a:t>
            </a:r>
          </a:p>
          <a:p>
            <a:endParaRPr lang="en-US" sz="2800" i="0" dirty="0">
              <a:solidFill>
                <a:srgbClr val="0F0F0F"/>
              </a:solidFill>
              <a:effectLst/>
              <a:latin typeface="+mj-lt"/>
            </a:endParaRPr>
          </a:p>
          <a:p>
            <a:r>
              <a:rPr lang="en-US" sz="2800" b="1" i="0" dirty="0">
                <a:solidFill>
                  <a:srgbClr val="0F0F0F"/>
                </a:solidFill>
                <a:effectLst/>
                <a:latin typeface="+mj-lt"/>
              </a:rPr>
              <a:t>System Compromise: </a:t>
            </a:r>
            <a:r>
              <a:rPr lang="en-US" sz="2800" i="0" dirty="0">
                <a:solidFill>
                  <a:srgbClr val="0F0F0F"/>
                </a:solidFill>
                <a:effectLst/>
                <a:latin typeface="+mj-lt"/>
              </a:rPr>
              <a:t>Access to certain system files can lead to a broader compromise of the server, especially if combined with other vulnerabilities.</a:t>
            </a:r>
          </a:p>
          <a:p>
            <a:endParaRPr lang="en-US" sz="2800" i="0" dirty="0">
              <a:solidFill>
                <a:srgbClr val="0F0F0F"/>
              </a:solidFill>
              <a:effectLst/>
              <a:latin typeface="+mj-lt"/>
            </a:endParaRPr>
          </a:p>
          <a:p>
            <a:r>
              <a:rPr lang="en-US" sz="2800" b="1" i="0" dirty="0">
                <a:solidFill>
                  <a:srgbClr val="0F0F0F"/>
                </a:solidFill>
                <a:effectLst/>
                <a:latin typeface="+mj-lt"/>
              </a:rPr>
              <a:t>Data Breach: </a:t>
            </a:r>
            <a:r>
              <a:rPr lang="en-US" sz="2800" i="0" dirty="0">
                <a:solidFill>
                  <a:srgbClr val="0F0F0F"/>
                </a:solidFill>
                <a:effectLst/>
                <a:latin typeface="+mj-lt"/>
              </a:rPr>
              <a:t>Gaining access to files containing sensitive user data can result in data breaches and privacy violations.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79856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4. Prevention Strategies: Input Validation and Sanitization</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Strictly validating and sanitizing all user inputs that are used to access files. This includes removing or encoding potentially dangerous characters and patterns like ../.</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Implementing allowlists for file access, where only specific, predefined file paths or names are accepted.</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66055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Prevention Strategies: Using Safe File Access APIs</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246769"/>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Utilizing APIs and libraries that inherently manage safe file access and avoid exposing the underlying file system structure.</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Avoiding direct concatenation of user input with file paths. Instead, use APIs that correctly handle path traversal and normalization.</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542159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730684" cy="584775"/>
          </a:xfrm>
          <a:prstGeom prst="rect">
            <a:avLst/>
          </a:prstGeom>
          <a:noFill/>
        </p:spPr>
        <p:txBody>
          <a:bodyPr wrap="square" rtlCol="0">
            <a:spAutoFit/>
          </a:bodyPr>
          <a:lstStyle/>
          <a:p>
            <a:r>
              <a:rPr lang="en-US" sz="3200" b="1" dirty="0"/>
              <a:t>4. Prevention Strategies: Implementing Access Controls</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Enforcing strict access control policies to limit which files and directories can be accessed by the web application, based on user roles and permissions.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Using chroot jails or similar mechanisms to restrict the application's view of the file system to a specific directory.</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780176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4. Prevention Strategies: Server Configuration and Hardening</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108543"/>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Configuring the web server and the application environment securely to minimize the potential impact of a path traversal attack. This includes disabling unnecessary features and services that could expose sensitive files.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Regularly updating and patching the server and application software to protect against known vulnerabilities.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4227814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4. Prevention Strategies: Error Handling and Monitoring</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Implementing robust error handling to prevent revealing sensitive file system information through error messages, which could aid an attacker in crafting path traversal attacks.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Monitoring and logging file access patterns to detect unusual or suspicious behavior indicative of path traversal attempts.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85377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Summary</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068015"/>
            <a:ext cx="11341100" cy="6863417"/>
          </a:xfrm>
          <a:prstGeom prst="rect">
            <a:avLst/>
          </a:prstGeom>
          <a:noFill/>
        </p:spPr>
        <p:txBody>
          <a:bodyPr wrap="square" rtlCol="0">
            <a:spAutoFit/>
          </a:bodyPr>
          <a:lstStyle/>
          <a:p>
            <a:r>
              <a:rPr lang="en-US" sz="2800" b="1" i="0" dirty="0">
                <a:solidFill>
                  <a:srgbClr val="0F0F0F"/>
                </a:solidFill>
                <a:effectLst/>
                <a:latin typeface="+mj-lt"/>
              </a:rPr>
              <a:t>Definition of Path Traversal:</a:t>
            </a:r>
          </a:p>
          <a:p>
            <a:pPr marL="457200" indent="-457200">
              <a:buFont typeface="Arial" panose="020B0604020202020204" pitchFamily="34" charset="0"/>
              <a:buChar char="•"/>
            </a:pPr>
            <a:r>
              <a:rPr lang="en-US" sz="2800" i="0" dirty="0">
                <a:solidFill>
                  <a:srgbClr val="0F0F0F"/>
                </a:solidFill>
                <a:effectLst/>
                <a:latin typeface="+mj-lt"/>
              </a:rPr>
              <a:t>A web security vulnerability allowing attackers to read or manipulate files outside of the intended directory, often due to improper input sanitization​​.</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Common Vulnerabilities Related to Path Traversal:</a:t>
            </a:r>
          </a:p>
          <a:p>
            <a:pPr marL="457200" indent="-457200">
              <a:buFont typeface="Arial" panose="020B0604020202020204" pitchFamily="34" charset="0"/>
              <a:buChar char="•"/>
            </a:pPr>
            <a:r>
              <a:rPr lang="en-US" sz="2800" i="0" dirty="0">
                <a:solidFill>
                  <a:srgbClr val="0F0F0F"/>
                </a:solidFill>
                <a:effectLst/>
                <a:latin typeface="+mj-lt"/>
              </a:rPr>
              <a:t>Includes insecure file uploads, improper sanitization of user inputs, and insufficient access controls.</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Impact of Path Traversal:</a:t>
            </a:r>
          </a:p>
          <a:p>
            <a:pPr marL="457200" indent="-457200">
              <a:buFont typeface="Arial" panose="020B0604020202020204" pitchFamily="34" charset="0"/>
              <a:buChar char="•"/>
            </a:pPr>
            <a:r>
              <a:rPr lang="en-US" sz="2800" i="0" dirty="0">
                <a:solidFill>
                  <a:srgbClr val="0F0F0F"/>
                </a:solidFill>
                <a:effectLst/>
                <a:latin typeface="+mj-lt"/>
              </a:rPr>
              <a:t>Can lead to unauthorized file access, file manipulation or deletion, system compromise, and data breaches.</a:t>
            </a:r>
          </a:p>
          <a:p>
            <a:pPr marL="457200" indent="-457200">
              <a:buFont typeface="Arial" panose="020B0604020202020204" pitchFamily="34" charset="0"/>
              <a:buChar char="•"/>
            </a:pPr>
            <a:endParaRPr lang="en-US" sz="2000" i="0" dirty="0">
              <a:solidFill>
                <a:srgbClr val="0F0F0F"/>
              </a:solidFill>
              <a:effectLst/>
              <a:latin typeface="+mj-lt"/>
            </a:endParaRPr>
          </a:p>
          <a:p>
            <a:r>
              <a:rPr lang="en-US" sz="2800" b="1" i="0" dirty="0">
                <a:solidFill>
                  <a:srgbClr val="0F0F0F"/>
                </a:solidFill>
                <a:effectLst/>
                <a:latin typeface="+mj-lt"/>
              </a:rPr>
              <a:t>Prevention Strategies: </a:t>
            </a:r>
            <a:r>
              <a:rPr lang="en-US" sz="2800" i="0" dirty="0">
                <a:solidFill>
                  <a:srgbClr val="0F0F0F"/>
                </a:solidFill>
                <a:effectLst/>
                <a:latin typeface="+mj-lt"/>
              </a:rPr>
              <a:t>Input Validation and Sanitization, Implementing Access Controls, Server Configuration and Hardening</a:t>
            </a:r>
          </a:p>
          <a:p>
            <a:endParaRPr lang="en-US" sz="2800" i="0" dirty="0">
              <a:solidFill>
                <a:srgbClr val="0F0F0F"/>
              </a:solidFill>
              <a:effectLst/>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609064049"/>
      </p:ext>
    </p:extLst>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674</Words>
  <Application>Microsoft Office PowerPoint</Application>
  <PresentationFormat>Custom</PresentationFormat>
  <Paragraphs>55</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Helvetica Neue</vt:lpstr>
      <vt:lpstr>Helvetica Neue Light</vt:lpstr>
      <vt:lpstr>White</vt:lpstr>
      <vt:lpstr>Chapter 10: Path traversal vulnerabilities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Web Security Introduction </dc:title>
  <cp:lastModifiedBy>Ero Sennin</cp:lastModifiedBy>
  <cp:revision>1</cp:revision>
  <dcterms:modified xsi:type="dcterms:W3CDTF">2023-11-30T03:17:03Z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4419168</vt:lpwstr>
  </property>
  <property fmtid="{D5CDD505-2E9C-101B-9397-08002B2CF9AE}" pid="3" name="NXPowerLiteSettings">
    <vt:lpwstr>C700052003A000</vt:lpwstr>
  </property>
  <property fmtid="{D5CDD505-2E9C-101B-9397-08002B2CF9AE}" pid="4" name="NXPowerLiteVersion">
    <vt:lpwstr>D8.0.4</vt:lpwstr>
  </property>
</Properties>
</file>