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331" r:id="rId4"/>
    <p:sldId id="365" r:id="rId5"/>
    <p:sldId id="373" r:id="rId6"/>
    <p:sldId id="366" r:id="rId7"/>
    <p:sldId id="367" r:id="rId8"/>
    <p:sldId id="368" r:id="rId9"/>
    <p:sldId id="369" r:id="rId10"/>
    <p:sldId id="370" r:id="rId11"/>
    <p:sldId id="371" r:id="rId12"/>
    <p:sldId id="372" r:id="rId13"/>
    <p:sldId id="374" r:id="rId14"/>
  </p:sldIdLst>
  <p:sldSz cx="13004800" cy="9753600"/>
  <p:notesSz cx="6858000" cy="9144000"/>
  <p:embeddedFontLst>
    <p:embeddedFont>
      <p:font typeface="Helvetica Neue" panose="020B0604020202020204" charset="0"/>
      <p:regular r:id="rId16"/>
      <p:bold r:id="rId17"/>
      <p:italic r:id="rId18"/>
      <p:boldItalic r:id="rId19"/>
    </p:embeddedFont>
    <p:embeddedFont>
      <p:font typeface="Helvetica Neue Light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3" roundtripDataSignature="AMtx7mhnKKISbOK9ISA8HSU8hUwhbZbY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7B81AF-44C5-431D-BA1D-6803A7B182EA}" v="3" dt="2023-11-30T02:58:48.8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094" y="254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93" Type="http://customschemas.google.com/relationships/presentationmetadata" Target="metadata"/><Relationship Id="rId9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9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94" Type="http://schemas.openxmlformats.org/officeDocument/2006/relationships/presProps" Target="presProps.xml"/><Relationship Id="rId9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o Sennin" userId="03426be40f75dd1c" providerId="LiveId" clId="{D0E502A0-A6DA-4CC1-86CC-25483B08AD6F}"/>
    <pc:docChg chg="undo custSel addSld delSld modSld">
      <pc:chgData name="Ero Sennin" userId="03426be40f75dd1c" providerId="LiveId" clId="{D0E502A0-A6DA-4CC1-86CC-25483B08AD6F}" dt="2023-11-18T18:20:51.137" v="84" actId="47"/>
      <pc:docMkLst>
        <pc:docMk/>
      </pc:docMkLst>
      <pc:sldChg chg="modSp mod">
        <pc:chgData name="Ero Sennin" userId="03426be40f75dd1c" providerId="LiveId" clId="{D0E502A0-A6DA-4CC1-86CC-25483B08AD6F}" dt="2023-11-18T18:07:03.251" v="20" actId="1076"/>
        <pc:sldMkLst>
          <pc:docMk/>
          <pc:sldMk cId="0" sldId="256"/>
        </pc:sldMkLst>
        <pc:spChg chg="mod">
          <ac:chgData name="Ero Sennin" userId="03426be40f75dd1c" providerId="LiveId" clId="{D0E502A0-A6DA-4CC1-86CC-25483B08AD6F}" dt="2023-11-18T18:07:03.251" v="20" actId="1076"/>
          <ac:spMkLst>
            <pc:docMk/>
            <pc:sldMk cId="0" sldId="256"/>
            <ac:spMk id="58" creationId="{00000000-0000-0000-0000-000000000000}"/>
          </ac:spMkLst>
        </pc:spChg>
        <pc:picChg chg="mod">
          <ac:chgData name="Ero Sennin" userId="03426be40f75dd1c" providerId="LiveId" clId="{D0E502A0-A6DA-4CC1-86CC-25483B08AD6F}" dt="2023-11-18T18:06:55.577" v="17" actId="1076"/>
          <ac:picMkLst>
            <pc:docMk/>
            <pc:sldMk cId="0" sldId="256"/>
            <ac:picMk id="57" creationId="{00000000-0000-0000-0000-000000000000}"/>
          </ac:picMkLst>
        </pc:picChg>
      </pc:sldChg>
      <pc:sldChg chg="addSp delSp modSp mod">
        <pc:chgData name="Ero Sennin" userId="03426be40f75dd1c" providerId="LiveId" clId="{D0E502A0-A6DA-4CC1-86CC-25483B08AD6F}" dt="2023-11-18T18:06:35.050" v="11" actId="1076"/>
        <pc:sldMkLst>
          <pc:docMk/>
          <pc:sldMk cId="0" sldId="258"/>
        </pc:sldMkLst>
        <pc:spChg chg="mod">
          <ac:chgData name="Ero Sennin" userId="03426be40f75dd1c" providerId="LiveId" clId="{D0E502A0-A6DA-4CC1-86CC-25483B08AD6F}" dt="2023-11-18T18:06:35.050" v="11" actId="1076"/>
          <ac:spMkLst>
            <pc:docMk/>
            <pc:sldMk cId="0" sldId="258"/>
            <ac:spMk id="72" creationId="{00000000-0000-0000-0000-000000000000}"/>
          </ac:spMkLst>
        </pc:spChg>
        <pc:graphicFrameChg chg="add del mod">
          <ac:chgData name="Ero Sennin" userId="03426be40f75dd1c" providerId="LiveId" clId="{D0E502A0-A6DA-4CC1-86CC-25483B08AD6F}" dt="2023-11-18T18:05:51.841" v="1"/>
          <ac:graphicFrameMkLst>
            <pc:docMk/>
            <pc:sldMk cId="0" sldId="258"/>
            <ac:graphicFrameMk id="3" creationId="{F466027A-CC25-3537-B686-7A6E9D1986A2}"/>
          </ac:graphicFrameMkLst>
        </pc:graphicFrameChg>
      </pc:sldChg>
      <pc:sldChg chg="modSp add del mod">
        <pc:chgData name="Ero Sennin" userId="03426be40f75dd1c" providerId="LiveId" clId="{D0E502A0-A6DA-4CC1-86CC-25483B08AD6F}" dt="2023-11-18T18:15:02.068" v="31" actId="20577"/>
        <pc:sldMkLst>
          <pc:docMk/>
          <pc:sldMk cId="1909956528" sldId="331"/>
        </pc:sldMkLst>
        <pc:spChg chg="mod">
          <ac:chgData name="Ero Sennin" userId="03426be40f75dd1c" providerId="LiveId" clId="{D0E502A0-A6DA-4CC1-86CC-25483B08AD6F}" dt="2023-11-18T18:10:49.445" v="26" actId="14100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5:02.068" v="31" actId="20577"/>
          <ac:spMkLst>
            <pc:docMk/>
            <pc:sldMk cId="1909956528" sldId="331"/>
            <ac:spMk id="8" creationId="{6CF85C25-FECF-02E7-8B5D-63C724E2B28B}"/>
          </ac:spMkLst>
        </pc:spChg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65992425" sldId="33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161217611" sldId="33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794045480" sldId="33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204554352" sldId="33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789055924" sldId="33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941605581" sldId="33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117361790" sldId="33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79817075" sldId="34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24304537" sldId="341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187594355" sldId="34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977605819" sldId="34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71056339" sldId="34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362010045" sldId="34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08157032" sldId="34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396905398" sldId="34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775201600" sldId="348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71087555" sldId="34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540738932" sldId="35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29030163" sldId="351"/>
        </pc:sldMkLst>
      </pc:sldChg>
      <pc:sldChg chg="del">
        <pc:chgData name="Ero Sennin" userId="03426be40f75dd1c" providerId="LiveId" clId="{D0E502A0-A6DA-4CC1-86CC-25483B08AD6F}" dt="2023-11-18T18:06:37.066" v="12" actId="47"/>
        <pc:sldMkLst>
          <pc:docMk/>
          <pc:sldMk cId="1241933059" sldId="35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583452087" sldId="353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4106494306" sldId="354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657417804" sldId="355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436753255" sldId="356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614219353" sldId="357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1484790467" sldId="358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470068793" sldId="359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021743333" sldId="360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2006295453" sldId="361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399441557" sldId="362"/>
        </pc:sldMkLst>
      </pc:sldChg>
      <pc:sldChg chg="add del">
        <pc:chgData name="Ero Sennin" userId="03426be40f75dd1c" providerId="LiveId" clId="{D0E502A0-A6DA-4CC1-86CC-25483B08AD6F}" dt="2023-11-18T18:10:33.488" v="23" actId="47"/>
        <pc:sldMkLst>
          <pc:docMk/>
          <pc:sldMk cId="3729408570" sldId="363"/>
        </pc:sldMkLst>
      </pc:sldChg>
      <pc:sldChg chg="del">
        <pc:chgData name="Ero Sennin" userId="03426be40f75dd1c" providerId="LiveId" clId="{D0E502A0-A6DA-4CC1-86CC-25483B08AD6F}" dt="2023-11-18T18:20:51.137" v="84" actId="47"/>
        <pc:sldMkLst>
          <pc:docMk/>
          <pc:sldMk cId="3669757811" sldId="364"/>
        </pc:sldMkLst>
      </pc:sldChg>
      <pc:sldChg chg="modSp add mod">
        <pc:chgData name="Ero Sennin" userId="03426be40f75dd1c" providerId="LiveId" clId="{D0E502A0-A6DA-4CC1-86CC-25483B08AD6F}" dt="2023-11-18T18:15:53.973" v="34" actId="20577"/>
        <pc:sldMkLst>
          <pc:docMk/>
          <pc:sldMk cId="3079585306" sldId="365"/>
        </pc:sldMkLst>
        <pc:spChg chg="mod">
          <ac:chgData name="Ero Sennin" userId="03426be40f75dd1c" providerId="LiveId" clId="{D0E502A0-A6DA-4CC1-86CC-25483B08AD6F}" dt="2023-11-18T18:15:53.973" v="34" actId="20577"/>
          <ac:spMkLst>
            <pc:docMk/>
            <pc:sldMk cId="3079585306" sldId="365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6:46.487" v="45" actId="20577"/>
        <pc:sldMkLst>
          <pc:docMk/>
          <pc:sldMk cId="1179856051" sldId="366"/>
        </pc:sldMkLst>
        <pc:spChg chg="mod">
          <ac:chgData name="Ero Sennin" userId="03426be40f75dd1c" providerId="LiveId" clId="{D0E502A0-A6DA-4CC1-86CC-25483B08AD6F}" dt="2023-11-18T18:16:24.145" v="38" actId="14100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6:46.487" v="45" actId="20577"/>
          <ac:spMkLst>
            <pc:docMk/>
            <pc:sldMk cId="1179856051" sldId="366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7:15.464" v="49" actId="20577"/>
        <pc:sldMkLst>
          <pc:docMk/>
          <pc:sldMk cId="1166055557" sldId="367"/>
        </pc:sldMkLst>
        <pc:spChg chg="mod">
          <ac:chgData name="Ero Sennin" userId="03426be40f75dd1c" providerId="LiveId" clId="{D0E502A0-A6DA-4CC1-86CC-25483B08AD6F}" dt="2023-11-18T18:17:15.464" v="49" actId="20577"/>
          <ac:spMkLst>
            <pc:docMk/>
            <pc:sldMk cId="1166055557" sldId="367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7:47.664" v="53" actId="20577"/>
        <pc:sldMkLst>
          <pc:docMk/>
          <pc:sldMk cId="1542159574" sldId="368"/>
        </pc:sldMkLst>
        <pc:spChg chg="mod">
          <ac:chgData name="Ero Sennin" userId="03426be40f75dd1c" providerId="LiveId" clId="{D0E502A0-A6DA-4CC1-86CC-25483B08AD6F}" dt="2023-11-18T18:17:47.664" v="53" actId="20577"/>
          <ac:spMkLst>
            <pc:docMk/>
            <pc:sldMk cId="1542159574" sldId="368"/>
            <ac:spMk id="8" creationId="{6CF85C25-FECF-02E7-8B5D-63C724E2B28B}"/>
          </ac:spMkLst>
        </pc:spChg>
      </pc:sldChg>
      <pc:sldChg chg="addSp delSp modSp add mod">
        <pc:chgData name="Ero Sennin" userId="03426be40f75dd1c" providerId="LiveId" clId="{D0E502A0-A6DA-4CC1-86CC-25483B08AD6F}" dt="2023-11-18T18:19:03.660" v="68" actId="22"/>
        <pc:sldMkLst>
          <pc:docMk/>
          <pc:sldMk cId="780176159" sldId="369"/>
        </pc:sldMkLst>
        <pc:spChg chg="add del">
          <ac:chgData name="Ero Sennin" userId="03426be40f75dd1c" providerId="LiveId" clId="{D0E502A0-A6DA-4CC1-86CC-25483B08AD6F}" dt="2023-11-18T18:19:03.660" v="68" actId="22"/>
          <ac:spMkLst>
            <pc:docMk/>
            <pc:sldMk cId="780176159" sldId="369"/>
            <ac:spMk id="3" creationId="{2310BC17-30A7-2068-C1C3-35F6BE4FE6E8}"/>
          </ac:spMkLst>
        </pc:spChg>
        <pc:spChg chg="mod">
          <ac:chgData name="Ero Sennin" userId="03426be40f75dd1c" providerId="LiveId" clId="{D0E502A0-A6DA-4CC1-86CC-25483B08AD6F}" dt="2023-11-18T18:18:23.849" v="62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8:39.867" v="66" actId="12"/>
          <ac:spMkLst>
            <pc:docMk/>
            <pc:sldMk cId="780176159" sldId="369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9:09.997" v="71" actId="20577"/>
        <pc:sldMkLst>
          <pc:docMk/>
          <pc:sldMk cId="4227814038" sldId="370"/>
        </pc:sldMkLst>
        <pc:spChg chg="mod">
          <ac:chgData name="Ero Sennin" userId="03426be40f75dd1c" providerId="LiveId" clId="{D0E502A0-A6DA-4CC1-86CC-25483B08AD6F}" dt="2023-11-18T18:19:09.997" v="71" actId="20577"/>
          <ac:spMkLst>
            <pc:docMk/>
            <pc:sldMk cId="4227814038" sldId="370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19:41.903" v="76" actId="20577"/>
        <pc:sldMkLst>
          <pc:docMk/>
          <pc:sldMk cId="3853773006" sldId="371"/>
        </pc:sldMkLst>
        <pc:spChg chg="mod">
          <ac:chgData name="Ero Sennin" userId="03426be40f75dd1c" providerId="LiveId" clId="{D0E502A0-A6DA-4CC1-86CC-25483B08AD6F}" dt="2023-11-18T18:19:33.123" v="74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19:41.903" v="76" actId="20577"/>
          <ac:spMkLst>
            <pc:docMk/>
            <pc:sldMk cId="3853773006" sldId="371"/>
            <ac:spMk id="8" creationId="{6CF85C25-FECF-02E7-8B5D-63C724E2B28B}"/>
          </ac:spMkLst>
        </pc:spChg>
      </pc:sldChg>
      <pc:sldChg chg="modSp add mod">
        <pc:chgData name="Ero Sennin" userId="03426be40f75dd1c" providerId="LiveId" clId="{D0E502A0-A6DA-4CC1-86CC-25483B08AD6F}" dt="2023-11-18T18:20:44.409" v="83" actId="20577"/>
        <pc:sldMkLst>
          <pc:docMk/>
          <pc:sldMk cId="784932187" sldId="372"/>
        </pc:sldMkLst>
        <pc:spChg chg="mod">
          <ac:chgData name="Ero Sennin" userId="03426be40f75dd1c" providerId="LiveId" clId="{D0E502A0-A6DA-4CC1-86CC-25483B08AD6F}" dt="2023-11-18T18:19:58.188" v="79"/>
          <ac:spMkLst>
            <pc:docMk/>
            <pc:sldMk cId="784932187" sldId="372"/>
            <ac:spMk id="6" creationId="{52BDBAC3-67AD-4A97-7850-28F18722F0B1}"/>
          </ac:spMkLst>
        </pc:spChg>
        <pc:spChg chg="mod">
          <ac:chgData name="Ero Sennin" userId="03426be40f75dd1c" providerId="LiveId" clId="{D0E502A0-A6DA-4CC1-86CC-25483B08AD6F}" dt="2023-11-18T18:20:44.409" v="83" actId="20577"/>
          <ac:spMkLst>
            <pc:docMk/>
            <pc:sldMk cId="784932187" sldId="372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AF7B81AF-44C5-431D-BA1D-6803A7B182EA}"/>
    <pc:docChg chg="undo custSel addSld modSld">
      <pc:chgData name="Ero Sennin" userId="03426be40f75dd1c" providerId="LiveId" clId="{AF7B81AF-44C5-431D-BA1D-6803A7B182EA}" dt="2023-11-30T03:01:33.338" v="92" actId="12"/>
      <pc:docMkLst>
        <pc:docMk/>
      </pc:docMkLst>
      <pc:sldChg chg="addSp delSp modSp add mod">
        <pc:chgData name="Ero Sennin" userId="03426be40f75dd1c" providerId="LiveId" clId="{AF7B81AF-44C5-431D-BA1D-6803A7B182EA}" dt="2023-11-30T03:01:33.338" v="92" actId="12"/>
        <pc:sldMkLst>
          <pc:docMk/>
          <pc:sldMk cId="493282539" sldId="374"/>
        </pc:sldMkLst>
        <pc:spChg chg="add del">
          <ac:chgData name="Ero Sennin" userId="03426be40f75dd1c" providerId="LiveId" clId="{AF7B81AF-44C5-431D-BA1D-6803A7B182EA}" dt="2023-11-30T02:58:46.063" v="11"/>
          <ac:spMkLst>
            <pc:docMk/>
            <pc:sldMk cId="493282539" sldId="374"/>
            <ac:spMk id="2" creationId="{75962297-E2B1-E74D-5C10-D5917042646B}"/>
          </ac:spMkLst>
        </pc:spChg>
        <pc:spChg chg="mod">
          <ac:chgData name="Ero Sennin" userId="03426be40f75dd1c" providerId="LiveId" clId="{AF7B81AF-44C5-431D-BA1D-6803A7B182EA}" dt="2023-11-30T02:58:39.094" v="7" actId="20577"/>
          <ac:spMkLst>
            <pc:docMk/>
            <pc:sldMk cId="493282539" sldId="374"/>
            <ac:spMk id="6" creationId="{52BDBAC3-67AD-4A97-7850-28F18722F0B1}"/>
          </ac:spMkLst>
        </pc:spChg>
        <pc:spChg chg="mod">
          <ac:chgData name="Ero Sennin" userId="03426be40f75dd1c" providerId="LiveId" clId="{AF7B81AF-44C5-431D-BA1D-6803A7B182EA}" dt="2023-11-30T03:01:33.338" v="92" actId="12"/>
          <ac:spMkLst>
            <pc:docMk/>
            <pc:sldMk cId="493282539" sldId="374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7D36CE96-64D4-4C8F-B2CF-BB8C3881404E}"/>
    <pc:docChg chg="undo custSel modSld">
      <pc:chgData name="Ero Sennin" userId="03426be40f75dd1c" providerId="LiveId" clId="{7D36CE96-64D4-4C8F-B2CF-BB8C3881404E}" dt="2023-11-19T04:02:05.457" v="64" actId="20577"/>
      <pc:docMkLst>
        <pc:docMk/>
      </pc:docMkLst>
      <pc:sldChg chg="modSp mod">
        <pc:chgData name="Ero Sennin" userId="03426be40f75dd1c" providerId="LiveId" clId="{7D36CE96-64D4-4C8F-B2CF-BB8C3881404E}" dt="2023-11-19T04:02:05.457" v="64" actId="20577"/>
        <pc:sldMkLst>
          <pc:docMk/>
          <pc:sldMk cId="0" sldId="256"/>
        </pc:sldMkLst>
        <pc:spChg chg="mod">
          <ac:chgData name="Ero Sennin" userId="03426be40f75dd1c" providerId="LiveId" clId="{7D36CE96-64D4-4C8F-B2CF-BB8C3881404E}" dt="2023-11-19T04:02:05.457" v="64" actId="20577"/>
          <ac:spMkLst>
            <pc:docMk/>
            <pc:sldMk cId="0" sldId="256"/>
            <ac:spMk id="58" creationId="{00000000-0000-0000-0000-000000000000}"/>
          </ac:spMkLst>
        </pc:spChg>
      </pc:sldChg>
      <pc:sldChg chg="modSp mod">
        <pc:chgData name="Ero Sennin" userId="03426be40f75dd1c" providerId="LiveId" clId="{7D36CE96-64D4-4C8F-B2CF-BB8C3881404E}" dt="2023-11-19T03:55:13.884" v="10" actId="20577"/>
        <pc:sldMkLst>
          <pc:docMk/>
          <pc:sldMk cId="0" sldId="258"/>
        </pc:sldMkLst>
        <pc:spChg chg="mod">
          <ac:chgData name="Ero Sennin" userId="03426be40f75dd1c" providerId="LiveId" clId="{7D36CE96-64D4-4C8F-B2CF-BB8C3881404E}" dt="2023-11-19T03:55:13.884" v="10" actId="20577"/>
          <ac:spMkLst>
            <pc:docMk/>
            <pc:sldMk cId="0" sldId="258"/>
            <ac:spMk id="72" creationId="{00000000-0000-0000-0000-000000000000}"/>
          </ac:spMkLst>
        </pc:spChg>
      </pc:sldChg>
      <pc:sldChg chg="modSp mod">
        <pc:chgData name="Ero Sennin" userId="03426be40f75dd1c" providerId="LiveId" clId="{7D36CE96-64D4-4C8F-B2CF-BB8C3881404E}" dt="2023-11-19T03:56:53.480" v="14" actId="20577"/>
        <pc:sldMkLst>
          <pc:docMk/>
          <pc:sldMk cId="1909956528" sldId="331"/>
        </pc:sldMkLst>
        <pc:spChg chg="mod">
          <ac:chgData name="Ero Sennin" userId="03426be40f75dd1c" providerId="LiveId" clId="{7D36CE96-64D4-4C8F-B2CF-BB8C3881404E}" dt="2023-11-19T03:56:45.393" v="11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3:56:53.480" v="14" actId="20577"/>
          <ac:spMkLst>
            <pc:docMk/>
            <pc:sldMk cId="1909956528" sldId="331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3:58:03.366" v="24" actId="113"/>
        <pc:sldMkLst>
          <pc:docMk/>
          <pc:sldMk cId="3079585306" sldId="365"/>
        </pc:sldMkLst>
        <pc:spChg chg="mod">
          <ac:chgData name="Ero Sennin" userId="03426be40f75dd1c" providerId="LiveId" clId="{7D36CE96-64D4-4C8F-B2CF-BB8C3881404E}" dt="2023-11-19T03:57:45.422" v="18" actId="14100"/>
          <ac:spMkLst>
            <pc:docMk/>
            <pc:sldMk cId="3079585306" sldId="365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3:58:03.366" v="24" actId="113"/>
          <ac:spMkLst>
            <pc:docMk/>
            <pc:sldMk cId="3079585306" sldId="365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3:58:38.080" v="30" actId="20577"/>
        <pc:sldMkLst>
          <pc:docMk/>
          <pc:sldMk cId="1179856051" sldId="366"/>
        </pc:sldMkLst>
        <pc:spChg chg="mod">
          <ac:chgData name="Ero Sennin" userId="03426be40f75dd1c" providerId="LiveId" clId="{7D36CE96-64D4-4C8F-B2CF-BB8C3881404E}" dt="2023-11-19T03:58:29.369" v="25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3:58:38.080" v="30" actId="20577"/>
          <ac:spMkLst>
            <pc:docMk/>
            <pc:sldMk cId="1179856051" sldId="366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3:59:40.321" v="40" actId="113"/>
        <pc:sldMkLst>
          <pc:docMk/>
          <pc:sldMk cId="1166055557" sldId="367"/>
        </pc:sldMkLst>
        <pc:spChg chg="mod">
          <ac:chgData name="Ero Sennin" userId="03426be40f75dd1c" providerId="LiveId" clId="{7D36CE96-64D4-4C8F-B2CF-BB8C3881404E}" dt="2023-11-19T03:59:17.663" v="32"/>
          <ac:spMkLst>
            <pc:docMk/>
            <pc:sldMk cId="1166055557" sldId="367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3:59:40.321" v="40" actId="113"/>
          <ac:spMkLst>
            <pc:docMk/>
            <pc:sldMk cId="1166055557" sldId="367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0:00.692" v="45" actId="20577"/>
        <pc:sldMkLst>
          <pc:docMk/>
          <pc:sldMk cId="1542159574" sldId="368"/>
        </pc:sldMkLst>
        <pc:spChg chg="mod">
          <ac:chgData name="Ero Sennin" userId="03426be40f75dd1c" providerId="LiveId" clId="{7D36CE96-64D4-4C8F-B2CF-BB8C3881404E}" dt="2023-11-19T03:59:54.565" v="42"/>
          <ac:spMkLst>
            <pc:docMk/>
            <pc:sldMk cId="1542159574" sldId="368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0:00.692" v="45" actId="20577"/>
          <ac:spMkLst>
            <pc:docMk/>
            <pc:sldMk cId="1542159574" sldId="368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0:22.135" v="52" actId="20577"/>
        <pc:sldMkLst>
          <pc:docMk/>
          <pc:sldMk cId="780176159" sldId="369"/>
        </pc:sldMkLst>
        <pc:spChg chg="mod">
          <ac:chgData name="Ero Sennin" userId="03426be40f75dd1c" providerId="LiveId" clId="{7D36CE96-64D4-4C8F-B2CF-BB8C3881404E}" dt="2023-11-19T04:00:13.926" v="47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0:22.135" v="52" actId="20577"/>
          <ac:spMkLst>
            <pc:docMk/>
            <pc:sldMk cId="780176159" sldId="369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0:50.040" v="56" actId="20577"/>
        <pc:sldMkLst>
          <pc:docMk/>
          <pc:sldMk cId="4227814038" sldId="370"/>
        </pc:sldMkLst>
        <pc:spChg chg="mod">
          <ac:chgData name="Ero Sennin" userId="03426be40f75dd1c" providerId="LiveId" clId="{7D36CE96-64D4-4C8F-B2CF-BB8C3881404E}" dt="2023-11-19T04:00:44.045" v="54"/>
          <ac:spMkLst>
            <pc:docMk/>
            <pc:sldMk cId="4227814038" sldId="370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0:50.040" v="56" actId="20577"/>
          <ac:spMkLst>
            <pc:docMk/>
            <pc:sldMk cId="4227814038" sldId="370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1:11.037" v="59" actId="20577"/>
        <pc:sldMkLst>
          <pc:docMk/>
          <pc:sldMk cId="3853773006" sldId="371"/>
        </pc:sldMkLst>
        <pc:spChg chg="mod">
          <ac:chgData name="Ero Sennin" userId="03426be40f75dd1c" providerId="LiveId" clId="{7D36CE96-64D4-4C8F-B2CF-BB8C3881404E}" dt="2023-11-19T04:01:01.908" v="57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1:11.037" v="59" actId="20577"/>
          <ac:spMkLst>
            <pc:docMk/>
            <pc:sldMk cId="3853773006" sldId="371"/>
            <ac:spMk id="8" creationId="{6CF85C25-FECF-02E7-8B5D-63C724E2B28B}"/>
          </ac:spMkLst>
        </pc:spChg>
      </pc:sldChg>
      <pc:sldChg chg="modSp mod">
        <pc:chgData name="Ero Sennin" userId="03426be40f75dd1c" providerId="LiveId" clId="{7D36CE96-64D4-4C8F-B2CF-BB8C3881404E}" dt="2023-11-19T04:01:37.356" v="63" actId="20577"/>
        <pc:sldMkLst>
          <pc:docMk/>
          <pc:sldMk cId="784932187" sldId="372"/>
        </pc:sldMkLst>
        <pc:spChg chg="mod">
          <ac:chgData name="Ero Sennin" userId="03426be40f75dd1c" providerId="LiveId" clId="{7D36CE96-64D4-4C8F-B2CF-BB8C3881404E}" dt="2023-11-19T04:01:28.410" v="61"/>
          <ac:spMkLst>
            <pc:docMk/>
            <pc:sldMk cId="784932187" sldId="372"/>
            <ac:spMk id="6" creationId="{52BDBAC3-67AD-4A97-7850-28F18722F0B1}"/>
          </ac:spMkLst>
        </pc:spChg>
        <pc:spChg chg="mod">
          <ac:chgData name="Ero Sennin" userId="03426be40f75dd1c" providerId="LiveId" clId="{7D36CE96-64D4-4C8F-B2CF-BB8C3881404E}" dt="2023-11-19T04:01:37.356" v="63" actId="20577"/>
          <ac:spMkLst>
            <pc:docMk/>
            <pc:sldMk cId="784932187" sldId="372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3093827A-D0DB-452E-9EC6-1275EEBE20E6}"/>
    <pc:docChg chg="undo custSel addSld modSld">
      <pc:chgData name="Ero Sennin" userId="03426be40f75dd1c" providerId="LiveId" clId="{3093827A-D0DB-452E-9EC6-1275EEBE20E6}" dt="2023-11-19T04:11:54.073" v="81" actId="20577"/>
      <pc:docMkLst>
        <pc:docMk/>
      </pc:docMkLst>
      <pc:sldChg chg="modSp mod">
        <pc:chgData name="Ero Sennin" userId="03426be40f75dd1c" providerId="LiveId" clId="{3093827A-D0DB-452E-9EC6-1275EEBE20E6}" dt="2023-11-19T04:02:38.094" v="1"/>
        <pc:sldMkLst>
          <pc:docMk/>
          <pc:sldMk cId="0" sldId="256"/>
        </pc:sldMkLst>
        <pc:spChg chg="mod">
          <ac:chgData name="Ero Sennin" userId="03426be40f75dd1c" providerId="LiveId" clId="{3093827A-D0DB-452E-9EC6-1275EEBE20E6}" dt="2023-11-19T04:02:38.094" v="1"/>
          <ac:spMkLst>
            <pc:docMk/>
            <pc:sldMk cId="0" sldId="256"/>
            <ac:spMk id="58" creationId="{00000000-0000-0000-0000-000000000000}"/>
          </ac:spMkLst>
        </pc:spChg>
      </pc:sldChg>
      <pc:sldChg chg="modSp mod">
        <pc:chgData name="Ero Sennin" userId="03426be40f75dd1c" providerId="LiveId" clId="{3093827A-D0DB-452E-9EC6-1275EEBE20E6}" dt="2023-11-19T04:03:07.619" v="5"/>
        <pc:sldMkLst>
          <pc:docMk/>
          <pc:sldMk cId="0" sldId="258"/>
        </pc:sldMkLst>
        <pc:spChg chg="mod">
          <ac:chgData name="Ero Sennin" userId="03426be40f75dd1c" providerId="LiveId" clId="{3093827A-D0DB-452E-9EC6-1275EEBE20E6}" dt="2023-11-19T04:03:07.619" v="5"/>
          <ac:spMkLst>
            <pc:docMk/>
            <pc:sldMk cId="0" sldId="258"/>
            <ac:spMk id="72" creationId="{00000000-0000-0000-0000-000000000000}"/>
          </ac:spMkLst>
        </pc:spChg>
      </pc:sldChg>
      <pc:sldChg chg="modSp mod">
        <pc:chgData name="Ero Sennin" userId="03426be40f75dd1c" providerId="LiveId" clId="{3093827A-D0DB-452E-9EC6-1275EEBE20E6}" dt="2023-11-19T04:06:23.005" v="8" actId="20577"/>
        <pc:sldMkLst>
          <pc:docMk/>
          <pc:sldMk cId="1909956528" sldId="331"/>
        </pc:sldMkLst>
        <pc:spChg chg="mod">
          <ac:chgData name="Ero Sennin" userId="03426be40f75dd1c" providerId="LiveId" clId="{3093827A-D0DB-452E-9EC6-1275EEBE20E6}" dt="2023-11-19T04:06:13.997" v="6"/>
          <ac:spMkLst>
            <pc:docMk/>
            <pc:sldMk cId="1909956528" sldId="331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06:23.005" v="8" actId="20577"/>
          <ac:spMkLst>
            <pc:docMk/>
            <pc:sldMk cId="1909956528" sldId="331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07:28.749" v="15" actId="113"/>
        <pc:sldMkLst>
          <pc:docMk/>
          <pc:sldMk cId="3079585306" sldId="365"/>
        </pc:sldMkLst>
        <pc:spChg chg="mod">
          <ac:chgData name="Ero Sennin" userId="03426be40f75dd1c" providerId="LiveId" clId="{3093827A-D0DB-452E-9EC6-1275EEBE20E6}" dt="2023-11-19T04:06:55.548" v="9"/>
          <ac:spMkLst>
            <pc:docMk/>
            <pc:sldMk cId="3079585306" sldId="365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07:28.749" v="15" actId="113"/>
          <ac:spMkLst>
            <pc:docMk/>
            <pc:sldMk cId="3079585306" sldId="365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08:43.540" v="32" actId="1076"/>
        <pc:sldMkLst>
          <pc:docMk/>
          <pc:sldMk cId="1179856051" sldId="366"/>
        </pc:sldMkLst>
        <pc:spChg chg="mod">
          <ac:chgData name="Ero Sennin" userId="03426be40f75dd1c" providerId="LiveId" clId="{3093827A-D0DB-452E-9EC6-1275EEBE20E6}" dt="2023-11-19T04:08:19.549" v="21"/>
          <ac:spMkLst>
            <pc:docMk/>
            <pc:sldMk cId="1179856051" sldId="366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08:43.540" v="32" actId="1076"/>
          <ac:spMkLst>
            <pc:docMk/>
            <pc:sldMk cId="1179856051" sldId="366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09:00.316" v="37" actId="20577"/>
        <pc:sldMkLst>
          <pc:docMk/>
          <pc:sldMk cId="1166055557" sldId="367"/>
        </pc:sldMkLst>
        <pc:spChg chg="mod">
          <ac:chgData name="Ero Sennin" userId="03426be40f75dd1c" providerId="LiveId" clId="{3093827A-D0DB-452E-9EC6-1275EEBE20E6}" dt="2023-11-19T04:08:53.976" v="34"/>
          <ac:spMkLst>
            <pc:docMk/>
            <pc:sldMk cId="1166055557" sldId="367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09:00.316" v="37" actId="20577"/>
          <ac:spMkLst>
            <pc:docMk/>
            <pc:sldMk cId="1166055557" sldId="367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10:34.855" v="68" actId="12"/>
        <pc:sldMkLst>
          <pc:docMk/>
          <pc:sldMk cId="1542159574" sldId="368"/>
        </pc:sldMkLst>
        <pc:spChg chg="mod">
          <ac:chgData name="Ero Sennin" userId="03426be40f75dd1c" providerId="LiveId" clId="{3093827A-D0DB-452E-9EC6-1275EEBE20E6}" dt="2023-11-19T04:09:40.508" v="38"/>
          <ac:spMkLst>
            <pc:docMk/>
            <pc:sldMk cId="1542159574" sldId="368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10:34.855" v="68" actId="12"/>
          <ac:spMkLst>
            <pc:docMk/>
            <pc:sldMk cId="1542159574" sldId="368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10:56.833" v="72" actId="20577"/>
        <pc:sldMkLst>
          <pc:docMk/>
          <pc:sldMk cId="780176159" sldId="369"/>
        </pc:sldMkLst>
        <pc:spChg chg="mod">
          <ac:chgData name="Ero Sennin" userId="03426be40f75dd1c" providerId="LiveId" clId="{3093827A-D0DB-452E-9EC6-1275EEBE20E6}" dt="2023-11-19T04:10:49.455" v="70" actId="14100"/>
          <ac:spMkLst>
            <pc:docMk/>
            <pc:sldMk cId="780176159" sldId="369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10:56.833" v="72" actId="20577"/>
          <ac:spMkLst>
            <pc:docMk/>
            <pc:sldMk cId="780176159" sldId="369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11:21.014" v="75" actId="20577"/>
        <pc:sldMkLst>
          <pc:docMk/>
          <pc:sldMk cId="4227814038" sldId="370"/>
        </pc:sldMkLst>
        <pc:spChg chg="mod">
          <ac:chgData name="Ero Sennin" userId="03426be40f75dd1c" providerId="LiveId" clId="{3093827A-D0DB-452E-9EC6-1275EEBE20E6}" dt="2023-11-19T04:11:15.526" v="73"/>
          <ac:spMkLst>
            <pc:docMk/>
            <pc:sldMk cId="4227814038" sldId="370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11:21.014" v="75" actId="20577"/>
          <ac:spMkLst>
            <pc:docMk/>
            <pc:sldMk cId="4227814038" sldId="370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11:37.548" v="78" actId="20577"/>
        <pc:sldMkLst>
          <pc:docMk/>
          <pc:sldMk cId="3853773006" sldId="371"/>
        </pc:sldMkLst>
        <pc:spChg chg="mod">
          <ac:chgData name="Ero Sennin" userId="03426be40f75dd1c" providerId="LiveId" clId="{3093827A-D0DB-452E-9EC6-1275EEBE20E6}" dt="2023-11-19T04:11:31.807" v="76"/>
          <ac:spMkLst>
            <pc:docMk/>
            <pc:sldMk cId="3853773006" sldId="371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11:37.548" v="78" actId="20577"/>
          <ac:spMkLst>
            <pc:docMk/>
            <pc:sldMk cId="3853773006" sldId="371"/>
            <ac:spMk id="8" creationId="{6CF85C25-FECF-02E7-8B5D-63C724E2B28B}"/>
          </ac:spMkLst>
        </pc:spChg>
      </pc:sldChg>
      <pc:sldChg chg="modSp mod">
        <pc:chgData name="Ero Sennin" userId="03426be40f75dd1c" providerId="LiveId" clId="{3093827A-D0DB-452E-9EC6-1275EEBE20E6}" dt="2023-11-19T04:11:54.073" v="81" actId="20577"/>
        <pc:sldMkLst>
          <pc:docMk/>
          <pc:sldMk cId="784932187" sldId="372"/>
        </pc:sldMkLst>
        <pc:spChg chg="mod">
          <ac:chgData name="Ero Sennin" userId="03426be40f75dd1c" providerId="LiveId" clId="{3093827A-D0DB-452E-9EC6-1275EEBE20E6}" dt="2023-11-19T04:11:48.138" v="79"/>
          <ac:spMkLst>
            <pc:docMk/>
            <pc:sldMk cId="784932187" sldId="372"/>
            <ac:spMk id="6" creationId="{52BDBAC3-67AD-4A97-7850-28F18722F0B1}"/>
          </ac:spMkLst>
        </pc:spChg>
        <pc:spChg chg="mod">
          <ac:chgData name="Ero Sennin" userId="03426be40f75dd1c" providerId="LiveId" clId="{3093827A-D0DB-452E-9EC6-1275EEBE20E6}" dt="2023-11-19T04:11:54.073" v="81" actId="20577"/>
          <ac:spMkLst>
            <pc:docMk/>
            <pc:sldMk cId="784932187" sldId="372"/>
            <ac:spMk id="8" creationId="{6CF85C25-FECF-02E7-8B5D-63C724E2B28B}"/>
          </ac:spMkLst>
        </pc:spChg>
      </pc:sldChg>
      <pc:sldChg chg="modSp add mod">
        <pc:chgData name="Ero Sennin" userId="03426be40f75dd1c" providerId="LiveId" clId="{3093827A-D0DB-452E-9EC6-1275EEBE20E6}" dt="2023-11-19T04:08:06.048" v="19" actId="113"/>
        <pc:sldMkLst>
          <pc:docMk/>
          <pc:sldMk cId="1960463523" sldId="373"/>
        </pc:sldMkLst>
        <pc:spChg chg="mod">
          <ac:chgData name="Ero Sennin" userId="03426be40f75dd1c" providerId="LiveId" clId="{3093827A-D0DB-452E-9EC6-1275EEBE20E6}" dt="2023-11-19T04:08:06.048" v="19" actId="113"/>
          <ac:spMkLst>
            <pc:docMk/>
            <pc:sldMk cId="1960463523" sldId="373"/>
            <ac:spMk id="8" creationId="{6CF85C25-FECF-02E7-8B5D-63C724E2B28B}"/>
          </ac:spMkLst>
        </pc:spChg>
      </pc:sldChg>
    </pc:docChg>
  </pc:docChgLst>
  <pc:docChgLst>
    <pc:chgData name="Ero Sennin" userId="03426be40f75dd1c" providerId="LiveId" clId="{59AC1DFC-6538-4039-B625-EF0FC9C0D4A9}"/>
    <pc:docChg chg="undo redo custSel addSld delSld modSld sldOrd">
      <pc:chgData name="Ero Sennin" userId="03426be40f75dd1c" providerId="LiveId" clId="{59AC1DFC-6538-4039-B625-EF0FC9C0D4A9}" dt="2023-11-18T17:59:14.621" v="1116" actId="20577"/>
      <pc:docMkLst>
        <pc:docMk/>
      </pc:docMkLst>
      <pc:sldChg chg="modSp mod">
        <pc:chgData name="Ero Sennin" userId="03426be40f75dd1c" providerId="LiveId" clId="{59AC1DFC-6538-4039-B625-EF0FC9C0D4A9}" dt="2023-11-18T14:54:26.230" v="165" actId="1076"/>
        <pc:sldMkLst>
          <pc:docMk/>
          <pc:sldMk cId="0" sldId="256"/>
        </pc:sldMkLst>
        <pc:spChg chg="mod">
          <ac:chgData name="Ero Sennin" userId="03426be40f75dd1c" providerId="LiveId" clId="{59AC1DFC-6538-4039-B625-EF0FC9C0D4A9}" dt="2023-11-18T14:54:26.230" v="165" actId="1076"/>
          <ac:spMkLst>
            <pc:docMk/>
            <pc:sldMk cId="0" sldId="256"/>
            <ac:spMk id="58" creationId="{00000000-0000-0000-0000-000000000000}"/>
          </ac:spMkLst>
        </pc:spChg>
      </pc:sldChg>
      <pc:sldChg chg="del">
        <pc:chgData name="Ero Sennin" userId="03426be40f75dd1c" providerId="LiveId" clId="{59AC1DFC-6538-4039-B625-EF0FC9C0D4A9}" dt="2023-11-18T14:50:22.157" v="0" actId="47"/>
        <pc:sldMkLst>
          <pc:docMk/>
          <pc:sldMk cId="0" sldId="257"/>
        </pc:sldMkLst>
      </pc:sldChg>
      <pc:sldChg chg="addSp delSp modSp mod">
        <pc:chgData name="Ero Sennin" userId="03426be40f75dd1c" providerId="LiveId" clId="{59AC1DFC-6538-4039-B625-EF0FC9C0D4A9}" dt="2023-11-18T17:21:37.591" v="800" actId="1076"/>
        <pc:sldMkLst>
          <pc:docMk/>
          <pc:sldMk cId="0" sldId="258"/>
        </pc:sldMkLst>
        <pc:spChg chg="mod">
          <ac:chgData name="Ero Sennin" userId="03426be40f75dd1c" providerId="LiveId" clId="{59AC1DFC-6538-4039-B625-EF0FC9C0D4A9}" dt="2023-11-18T14:53:27.289" v="139" actId="20577"/>
          <ac:spMkLst>
            <pc:docMk/>
            <pc:sldMk cId="0" sldId="258"/>
            <ac:spMk id="71" creationId="{00000000-0000-0000-0000-000000000000}"/>
          </ac:spMkLst>
        </pc:spChg>
        <pc:spChg chg="mod">
          <ac:chgData name="Ero Sennin" userId="03426be40f75dd1c" providerId="LiveId" clId="{59AC1DFC-6538-4039-B625-EF0FC9C0D4A9}" dt="2023-11-18T17:21:37.591" v="800" actId="1076"/>
          <ac:spMkLst>
            <pc:docMk/>
            <pc:sldMk cId="0" sldId="258"/>
            <ac:spMk id="72" creationId="{00000000-0000-0000-0000-000000000000}"/>
          </ac:spMkLst>
        </pc:spChg>
        <pc:picChg chg="add mod">
          <ac:chgData name="Ero Sennin" userId="03426be40f75dd1c" providerId="LiveId" clId="{59AC1DFC-6538-4039-B625-EF0FC9C0D4A9}" dt="2023-11-18T15:58:49.678" v="487" actId="1076"/>
          <ac:picMkLst>
            <pc:docMk/>
            <pc:sldMk cId="0" sldId="258"/>
            <ac:picMk id="2" creationId="{27AEA11D-58DC-E73A-C89B-4CF0EC2B9DE0}"/>
          </ac:picMkLst>
        </pc:picChg>
        <pc:picChg chg="del">
          <ac:chgData name="Ero Sennin" userId="03426be40f75dd1c" providerId="LiveId" clId="{59AC1DFC-6538-4039-B625-EF0FC9C0D4A9}" dt="2023-11-18T14:50:29.025" v="1" actId="478"/>
          <ac:picMkLst>
            <pc:docMk/>
            <pc:sldMk cId="0" sldId="258"/>
            <ac:picMk id="69" creationId="{00000000-0000-0000-0000-000000000000}"/>
          </ac:picMkLst>
        </pc:picChg>
      </pc:sldChg>
      <pc:sldChg chg="del">
        <pc:chgData name="Ero Sennin" userId="03426be40f75dd1c" providerId="LiveId" clId="{59AC1DFC-6538-4039-B625-EF0FC9C0D4A9}" dt="2023-11-18T14:50:36.162" v="2" actId="47"/>
        <pc:sldMkLst>
          <pc:docMk/>
          <pc:sldMk cId="0" sldId="259"/>
        </pc:sldMkLst>
      </pc:sldChg>
      <pc:sldChg chg="delSp modSp del mod">
        <pc:chgData name="Ero Sennin" userId="03426be40f75dd1c" providerId="LiveId" clId="{59AC1DFC-6538-4039-B625-EF0FC9C0D4A9}" dt="2023-11-18T17:13:22.272" v="765" actId="47"/>
        <pc:sldMkLst>
          <pc:docMk/>
          <pc:sldMk cId="0" sldId="260"/>
        </pc:sldMkLst>
        <pc:picChg chg="del mod">
          <ac:chgData name="Ero Sennin" userId="03426be40f75dd1c" providerId="LiveId" clId="{59AC1DFC-6538-4039-B625-EF0FC9C0D4A9}" dt="2023-11-18T14:54:41.683" v="167" actId="478"/>
          <ac:picMkLst>
            <pc:docMk/>
            <pc:sldMk cId="0" sldId="260"/>
            <ac:picMk id="91" creationId="{00000000-0000-0000-0000-000000000000}"/>
          </ac:picMkLst>
        </pc:picChg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3"/>
        </pc:sldMkLst>
      </pc:sldChg>
      <pc:sldChg chg="add del">
        <pc:chgData name="Ero Sennin" userId="03426be40f75dd1c" providerId="LiveId" clId="{59AC1DFC-6538-4039-B625-EF0FC9C0D4A9}" dt="2023-11-18T17:13:22.272" v="765" actId="47"/>
        <pc:sldMkLst>
          <pc:docMk/>
          <pc:sldMk cId="0" sldId="26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6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7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8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29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0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19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0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1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2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3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4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5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6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7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8"/>
        </pc:sldMkLst>
      </pc:sldChg>
      <pc:sldChg chg="del">
        <pc:chgData name="Ero Sennin" userId="03426be40f75dd1c" providerId="LiveId" clId="{59AC1DFC-6538-4039-B625-EF0FC9C0D4A9}" dt="2023-11-18T17:13:22.272" v="765" actId="47"/>
        <pc:sldMkLst>
          <pc:docMk/>
          <pc:sldMk cId="0" sldId="329"/>
        </pc:sldMkLst>
      </pc:sldChg>
      <pc:sldChg chg="del">
        <pc:chgData name="Ero Sennin" userId="03426be40f75dd1c" providerId="LiveId" clId="{59AC1DFC-6538-4039-B625-EF0FC9C0D4A9}" dt="2023-11-18T17:14:28.804" v="767" actId="47"/>
        <pc:sldMkLst>
          <pc:docMk/>
          <pc:sldMk cId="0" sldId="330"/>
        </pc:sldMkLst>
      </pc:sldChg>
      <pc:sldChg chg="new del">
        <pc:chgData name="Ero Sennin" userId="03426be40f75dd1c" providerId="LiveId" clId="{59AC1DFC-6538-4039-B625-EF0FC9C0D4A9}" dt="2023-11-18T15:27:26.347" v="230" actId="47"/>
        <pc:sldMkLst>
          <pc:docMk/>
          <pc:sldMk cId="222447800" sldId="331"/>
        </pc:sldMkLst>
      </pc:sldChg>
      <pc:sldChg chg="addSp delSp modSp new mod ord setBg modShow">
        <pc:chgData name="Ero Sennin" userId="03426be40f75dd1c" providerId="LiveId" clId="{59AC1DFC-6538-4039-B625-EF0FC9C0D4A9}" dt="2023-11-18T16:29:23.497" v="645" actId="729"/>
        <pc:sldMkLst>
          <pc:docMk/>
          <pc:sldMk cId="1909956528" sldId="331"/>
        </pc:sldMkLst>
        <pc:spChg chg="del">
          <ac:chgData name="Ero Sennin" userId="03426be40f75dd1c" providerId="LiveId" clId="{59AC1DFC-6538-4039-B625-EF0FC9C0D4A9}" dt="2023-11-18T15:38:53.571" v="234" actId="478"/>
          <ac:spMkLst>
            <pc:docMk/>
            <pc:sldMk cId="1909956528" sldId="331"/>
            <ac:spMk id="2" creationId="{D38A0210-C9DA-1AB6-2CDE-33860E092688}"/>
          </ac:spMkLst>
        </pc:spChg>
        <pc:spChg chg="add del mod">
          <ac:chgData name="Ero Sennin" userId="03426be40f75dd1c" providerId="LiveId" clId="{59AC1DFC-6538-4039-B625-EF0FC9C0D4A9}" dt="2023-11-18T15:42:32.216" v="303" actId="478"/>
          <ac:spMkLst>
            <pc:docMk/>
            <pc:sldMk cId="1909956528" sldId="331"/>
            <ac:spMk id="4" creationId="{EB36F7DD-CDB7-2C65-BCE0-D40070DA3FCD}"/>
          </ac:spMkLst>
        </pc:spChg>
        <pc:spChg chg="add mod">
          <ac:chgData name="Ero Sennin" userId="03426be40f75dd1c" providerId="LiveId" clId="{59AC1DFC-6538-4039-B625-EF0FC9C0D4A9}" dt="2023-11-18T15:42:14.885" v="299" actId="1076"/>
          <ac:spMkLst>
            <pc:docMk/>
            <pc:sldMk cId="1909956528" sldId="331"/>
            <ac:spMk id="6" creationId="{52BDBAC3-67AD-4A97-7850-28F18722F0B1}"/>
          </ac:spMkLst>
        </pc:spChg>
        <pc:spChg chg="add del mod">
          <ac:chgData name="Ero Sennin" userId="03426be40f75dd1c" providerId="LiveId" clId="{59AC1DFC-6538-4039-B625-EF0FC9C0D4A9}" dt="2023-11-18T15:42:30.665" v="302"/>
          <ac:spMkLst>
            <pc:docMk/>
            <pc:sldMk cId="1909956528" sldId="331"/>
            <ac:spMk id="7" creationId="{1FEBF161-9BE4-8605-2202-A0496952536B}"/>
          </ac:spMkLst>
        </pc:spChg>
        <pc:spChg chg="add mod">
          <ac:chgData name="Ero Sennin" userId="03426be40f75dd1c" providerId="LiveId" clId="{59AC1DFC-6538-4039-B625-EF0FC9C0D4A9}" dt="2023-11-18T16:07:18.834" v="533" actId="404"/>
          <ac:spMkLst>
            <pc:docMk/>
            <pc:sldMk cId="1909956528" sldId="331"/>
            <ac:spMk id="8" creationId="{6CF85C25-FECF-02E7-8B5D-63C724E2B28B}"/>
          </ac:spMkLst>
        </pc:spChg>
        <pc:spChg chg="add">
          <ac:chgData name="Ero Sennin" userId="03426be40f75dd1c" providerId="LiveId" clId="{59AC1DFC-6538-4039-B625-EF0FC9C0D4A9}" dt="2023-11-18T15:40:44.222" v="269" actId="26606"/>
          <ac:spMkLst>
            <pc:docMk/>
            <pc:sldMk cId="1909956528" sldId="331"/>
            <ac:spMk id="10" creationId="{870A1295-61BC-4214-AA3E-D396673024D0}"/>
          </ac:spMkLst>
        </pc:spChg>
        <pc:grpChg chg="add">
          <ac:chgData name="Ero Sennin" userId="03426be40f75dd1c" providerId="LiveId" clId="{59AC1DFC-6538-4039-B625-EF0FC9C0D4A9}" dt="2023-11-18T15:40:44.222" v="269" actId="26606"/>
          <ac:grpSpMkLst>
            <pc:docMk/>
            <pc:sldMk cId="1909956528" sldId="331"/>
            <ac:grpSpMk id="12" creationId="{0B139475-2B26-4CA9-9413-DE741E49F7BB}"/>
          </ac:grpSpMkLst>
        </pc:grpChg>
        <pc:picChg chg="add mod">
          <ac:chgData name="Ero Sennin" userId="03426be40f75dd1c" providerId="LiveId" clId="{59AC1DFC-6538-4039-B625-EF0FC9C0D4A9}" dt="2023-11-18T15:42:49.033" v="311" actId="14100"/>
          <ac:picMkLst>
            <pc:docMk/>
            <pc:sldMk cId="1909956528" sldId="331"/>
            <ac:picMk id="5" creationId="{A9B5D548-0AEB-B038-A729-DB2AC0FFECF5}"/>
          </ac:picMkLst>
        </pc:picChg>
        <pc:picChg chg="add mod">
          <ac:chgData name="Ero Sennin" userId="03426be40f75dd1c" providerId="LiveId" clId="{59AC1DFC-6538-4039-B625-EF0FC9C0D4A9}" dt="2023-11-18T15:58:51.960" v="488"/>
          <ac:picMkLst>
            <pc:docMk/>
            <pc:sldMk cId="1909956528" sldId="331"/>
            <ac:picMk id="9" creationId="{052C2FDB-C94D-AB7D-702F-49B6289B816C}"/>
          </ac:picMkLst>
        </pc:picChg>
      </pc:sldChg>
      <pc:sldChg chg="addSp delSp modSp add mod">
        <pc:chgData name="Ero Sennin" userId="03426be40f75dd1c" providerId="LiveId" clId="{59AC1DFC-6538-4039-B625-EF0FC9C0D4A9}" dt="2023-11-18T16:07:14.689" v="532" actId="404"/>
        <pc:sldMkLst>
          <pc:docMk/>
          <pc:sldMk cId="265992425" sldId="332"/>
        </pc:sldMkLst>
        <pc:spChg chg="add del mod">
          <ac:chgData name="Ero Sennin" userId="03426be40f75dd1c" providerId="LiveId" clId="{59AC1DFC-6538-4039-B625-EF0FC9C0D4A9}" dt="2023-11-18T15:46:41.331" v="361" actId="767"/>
          <ac:spMkLst>
            <pc:docMk/>
            <pc:sldMk cId="265992425" sldId="332"/>
            <ac:spMk id="2" creationId="{0D98DAC1-81D1-2E91-97CC-A747778DCE30}"/>
          </ac:spMkLst>
        </pc:spChg>
        <pc:spChg chg="add del mod">
          <ac:chgData name="Ero Sennin" userId="03426be40f75dd1c" providerId="LiveId" clId="{59AC1DFC-6538-4039-B625-EF0FC9C0D4A9}" dt="2023-11-18T15:48:36.250" v="415" actId="21"/>
          <ac:spMkLst>
            <pc:docMk/>
            <pc:sldMk cId="265992425" sldId="332"/>
            <ac:spMk id="3" creationId="{08CD2B2F-5EC3-1116-D8B2-1E5450F0B862}"/>
          </ac:spMkLst>
        </pc:spChg>
        <pc:spChg chg="mod">
          <ac:chgData name="Ero Sennin" userId="03426be40f75dd1c" providerId="LiveId" clId="{59AC1DFC-6538-4039-B625-EF0FC9C0D4A9}" dt="2023-11-18T16:07:14.689" v="532" actId="404"/>
          <ac:spMkLst>
            <pc:docMk/>
            <pc:sldMk cId="265992425" sldId="332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3.051" v="489"/>
          <ac:picMkLst>
            <pc:docMk/>
            <pc:sldMk cId="265992425" sldId="332"/>
            <ac:picMk id="4" creationId="{21358416-46E9-821B-EE05-32D56334ADFF}"/>
          </ac:picMkLst>
        </pc:picChg>
      </pc:sldChg>
      <pc:sldChg chg="addSp delSp modSp add mod">
        <pc:chgData name="Ero Sennin" userId="03426be40f75dd1c" providerId="LiveId" clId="{59AC1DFC-6538-4039-B625-EF0FC9C0D4A9}" dt="2023-11-18T16:07:11.504" v="531" actId="404"/>
        <pc:sldMkLst>
          <pc:docMk/>
          <pc:sldMk cId="3161217611" sldId="333"/>
        </pc:sldMkLst>
        <pc:spChg chg="add del mod">
          <ac:chgData name="Ero Sennin" userId="03426be40f75dd1c" providerId="LiveId" clId="{59AC1DFC-6538-4039-B625-EF0FC9C0D4A9}" dt="2023-11-18T15:48:47.868" v="418"/>
          <ac:spMkLst>
            <pc:docMk/>
            <pc:sldMk cId="3161217611" sldId="333"/>
            <ac:spMk id="2" creationId="{65A2E775-C12C-9A36-02E3-5157A5CC7249}"/>
          </ac:spMkLst>
        </pc:spChg>
        <pc:spChg chg="mod">
          <ac:chgData name="Ero Sennin" userId="03426be40f75dd1c" providerId="LiveId" clId="{59AC1DFC-6538-4039-B625-EF0FC9C0D4A9}" dt="2023-11-18T16:07:11.504" v="531" actId="404"/>
          <ac:spMkLst>
            <pc:docMk/>
            <pc:sldMk cId="3161217611" sldId="333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5.488" v="490"/>
          <ac:picMkLst>
            <pc:docMk/>
            <pc:sldMk cId="3161217611" sldId="333"/>
            <ac:picMk id="3" creationId="{F6EFE7AE-07BC-655F-FFF0-573D3DD52271}"/>
          </ac:picMkLst>
        </pc:picChg>
      </pc:sldChg>
      <pc:sldChg chg="addSp modSp add mod">
        <pc:chgData name="Ero Sennin" userId="03426be40f75dd1c" providerId="LiveId" clId="{59AC1DFC-6538-4039-B625-EF0FC9C0D4A9}" dt="2023-11-18T16:07:05.285" v="530" actId="404"/>
        <pc:sldMkLst>
          <pc:docMk/>
          <pc:sldMk cId="2794045480" sldId="334"/>
        </pc:sldMkLst>
        <pc:spChg chg="mod">
          <ac:chgData name="Ero Sennin" userId="03426be40f75dd1c" providerId="LiveId" clId="{59AC1DFC-6538-4039-B625-EF0FC9C0D4A9}" dt="2023-11-18T15:52:08.216" v="438" actId="14100"/>
          <ac:spMkLst>
            <pc:docMk/>
            <pc:sldMk cId="2794045480" sldId="334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07:05.285" v="530" actId="404"/>
          <ac:spMkLst>
            <pc:docMk/>
            <pc:sldMk cId="2794045480" sldId="334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7.260" v="491"/>
          <ac:picMkLst>
            <pc:docMk/>
            <pc:sldMk cId="2794045480" sldId="334"/>
            <ac:picMk id="2" creationId="{5027EC5C-F179-6158-F76D-23039B81DE14}"/>
          </ac:picMkLst>
        </pc:picChg>
      </pc:sldChg>
      <pc:sldChg chg="addSp modSp add mod">
        <pc:chgData name="Ero Sennin" userId="03426be40f75dd1c" providerId="LiveId" clId="{59AC1DFC-6538-4039-B625-EF0FC9C0D4A9}" dt="2023-11-18T16:06:57.957" v="527" actId="404"/>
        <pc:sldMkLst>
          <pc:docMk/>
          <pc:sldMk cId="4204554352" sldId="335"/>
        </pc:sldMkLst>
        <pc:spChg chg="mod">
          <ac:chgData name="Ero Sennin" userId="03426be40f75dd1c" providerId="LiveId" clId="{59AC1DFC-6538-4039-B625-EF0FC9C0D4A9}" dt="2023-11-18T15:57:24.748" v="477" actId="14100"/>
          <ac:spMkLst>
            <pc:docMk/>
            <pc:sldMk cId="4204554352" sldId="335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06:57.957" v="527" actId="404"/>
          <ac:spMkLst>
            <pc:docMk/>
            <pc:sldMk cId="4204554352" sldId="335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5:58:57.982" v="492"/>
          <ac:picMkLst>
            <pc:docMk/>
            <pc:sldMk cId="4204554352" sldId="335"/>
            <ac:picMk id="2" creationId="{F3FC9FF9-5BA8-97F9-C403-E0D002BF5C8C}"/>
          </ac:picMkLst>
        </pc:picChg>
      </pc:sldChg>
      <pc:sldChg chg="modSp add mod">
        <pc:chgData name="Ero Sennin" userId="03426be40f75dd1c" providerId="LiveId" clId="{59AC1DFC-6538-4039-B625-EF0FC9C0D4A9}" dt="2023-11-18T16:06:50.035" v="524" actId="113"/>
        <pc:sldMkLst>
          <pc:docMk/>
          <pc:sldMk cId="1789055924" sldId="336"/>
        </pc:sldMkLst>
        <pc:spChg chg="mod">
          <ac:chgData name="Ero Sennin" userId="03426be40f75dd1c" providerId="LiveId" clId="{59AC1DFC-6538-4039-B625-EF0FC9C0D4A9}" dt="2023-11-18T16:06:50.035" v="524" actId="113"/>
          <ac:spMkLst>
            <pc:docMk/>
            <pc:sldMk cId="1789055924" sldId="336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08:20.149" v="544" actId="113"/>
        <pc:sldMkLst>
          <pc:docMk/>
          <pc:sldMk cId="2941605581" sldId="337"/>
        </pc:sldMkLst>
        <pc:spChg chg="mod">
          <ac:chgData name="Ero Sennin" userId="03426be40f75dd1c" providerId="LiveId" clId="{59AC1DFC-6538-4039-B625-EF0FC9C0D4A9}" dt="2023-11-18T16:08:20.149" v="544" actId="113"/>
          <ac:spMkLst>
            <pc:docMk/>
            <pc:sldMk cId="2941605581" sldId="337"/>
            <ac:spMk id="8" creationId="{6CF85C25-FECF-02E7-8B5D-63C724E2B28B}"/>
          </ac:spMkLst>
        </pc:spChg>
      </pc:sldChg>
      <pc:sldChg chg="new del ord">
        <pc:chgData name="Ero Sennin" userId="03426be40f75dd1c" providerId="LiveId" clId="{59AC1DFC-6538-4039-B625-EF0FC9C0D4A9}" dt="2023-11-18T17:13:23.593" v="766" actId="47"/>
        <pc:sldMkLst>
          <pc:docMk/>
          <pc:sldMk cId="2513340953" sldId="338"/>
        </pc:sldMkLst>
      </pc:sldChg>
      <pc:sldChg chg="modSp add mod">
        <pc:chgData name="Ero Sennin" userId="03426be40f75dd1c" providerId="LiveId" clId="{59AC1DFC-6538-4039-B625-EF0FC9C0D4A9}" dt="2023-11-18T16:09:53.170" v="553" actId="113"/>
        <pc:sldMkLst>
          <pc:docMk/>
          <pc:sldMk cId="3117361790" sldId="339"/>
        </pc:sldMkLst>
        <pc:spChg chg="mod">
          <ac:chgData name="Ero Sennin" userId="03426be40f75dd1c" providerId="LiveId" clId="{59AC1DFC-6538-4039-B625-EF0FC9C0D4A9}" dt="2023-11-18T16:09:53.170" v="553" actId="113"/>
          <ac:spMkLst>
            <pc:docMk/>
            <pc:sldMk cId="3117361790" sldId="33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0:34.758" v="567" actId="113"/>
        <pc:sldMkLst>
          <pc:docMk/>
          <pc:sldMk cId="379817075" sldId="340"/>
        </pc:sldMkLst>
        <pc:spChg chg="mod">
          <ac:chgData name="Ero Sennin" userId="03426be40f75dd1c" providerId="LiveId" clId="{59AC1DFC-6538-4039-B625-EF0FC9C0D4A9}" dt="2023-11-18T16:10:34.758" v="567" actId="113"/>
          <ac:spMkLst>
            <pc:docMk/>
            <pc:sldMk cId="379817075" sldId="340"/>
            <ac:spMk id="8" creationId="{6CF85C25-FECF-02E7-8B5D-63C724E2B28B}"/>
          </ac:spMkLst>
        </pc:spChg>
      </pc:sldChg>
      <pc:sldChg chg="new del">
        <pc:chgData name="Ero Sennin" userId="03426be40f75dd1c" providerId="LiveId" clId="{59AC1DFC-6538-4039-B625-EF0FC9C0D4A9}" dt="2023-11-18T16:10:03.261" v="555" actId="47"/>
        <pc:sldMkLst>
          <pc:docMk/>
          <pc:sldMk cId="3467547685" sldId="340"/>
        </pc:sldMkLst>
      </pc:sldChg>
      <pc:sldChg chg="modSp add mod">
        <pc:chgData name="Ero Sennin" userId="03426be40f75dd1c" providerId="LiveId" clId="{59AC1DFC-6538-4039-B625-EF0FC9C0D4A9}" dt="2023-11-18T16:11:19.057" v="575" actId="113"/>
        <pc:sldMkLst>
          <pc:docMk/>
          <pc:sldMk cId="424304537" sldId="341"/>
        </pc:sldMkLst>
        <pc:spChg chg="mod">
          <ac:chgData name="Ero Sennin" userId="03426be40f75dd1c" providerId="LiveId" clId="{59AC1DFC-6538-4039-B625-EF0FC9C0D4A9}" dt="2023-11-18T16:11:19.057" v="575" actId="113"/>
          <ac:spMkLst>
            <pc:docMk/>
            <pc:sldMk cId="424304537" sldId="34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4:35.164" v="592" actId="20577"/>
        <pc:sldMkLst>
          <pc:docMk/>
          <pc:sldMk cId="2187594355" sldId="342"/>
        </pc:sldMkLst>
        <pc:spChg chg="mod">
          <ac:chgData name="Ero Sennin" userId="03426be40f75dd1c" providerId="LiveId" clId="{59AC1DFC-6538-4039-B625-EF0FC9C0D4A9}" dt="2023-11-18T16:13:35.202" v="578"/>
          <ac:spMkLst>
            <pc:docMk/>
            <pc:sldMk cId="2187594355" sldId="342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14:35.164" v="592" actId="20577"/>
          <ac:spMkLst>
            <pc:docMk/>
            <pc:sldMk cId="2187594355" sldId="342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15:11.929" v="602" actId="113"/>
        <pc:sldMkLst>
          <pc:docMk/>
          <pc:sldMk cId="3977605819" sldId="343"/>
        </pc:sldMkLst>
        <pc:spChg chg="mod">
          <ac:chgData name="Ero Sennin" userId="03426be40f75dd1c" providerId="LiveId" clId="{59AC1DFC-6538-4039-B625-EF0FC9C0D4A9}" dt="2023-11-18T16:15:11.929" v="602" actId="113"/>
          <ac:spMkLst>
            <pc:docMk/>
            <pc:sldMk cId="3977605819" sldId="343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33:14.286" v="694" actId="12"/>
        <pc:sldMkLst>
          <pc:docMk/>
          <pc:sldMk cId="71056339" sldId="344"/>
        </pc:sldMkLst>
        <pc:spChg chg="mod">
          <ac:chgData name="Ero Sennin" userId="03426be40f75dd1c" providerId="LiveId" clId="{59AC1DFC-6538-4039-B625-EF0FC9C0D4A9}" dt="2023-11-18T16:29:41.703" v="646"/>
          <ac:spMkLst>
            <pc:docMk/>
            <pc:sldMk cId="71056339" sldId="344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3:14.286" v="694" actId="12"/>
          <ac:spMkLst>
            <pc:docMk/>
            <pc:sldMk cId="71056339" sldId="344"/>
            <ac:spMk id="8" creationId="{6CF85C25-FECF-02E7-8B5D-63C724E2B28B}"/>
          </ac:spMkLst>
        </pc:spChg>
        <pc:picChg chg="mod">
          <ac:chgData name="Ero Sennin" userId="03426be40f75dd1c" providerId="LiveId" clId="{59AC1DFC-6538-4039-B625-EF0FC9C0D4A9}" dt="2023-11-18T16:28:58.316" v="634" actId="197"/>
          <ac:picMkLst>
            <pc:docMk/>
            <pc:sldMk cId="71056339" sldId="344"/>
            <ac:picMk id="5" creationId="{A9B5D548-0AEB-B038-A729-DB2AC0FFECF5}"/>
          </ac:picMkLst>
        </pc:picChg>
      </pc:sldChg>
      <pc:sldChg chg="new add del">
        <pc:chgData name="Ero Sennin" userId="03426be40f75dd1c" providerId="LiveId" clId="{59AC1DFC-6538-4039-B625-EF0FC9C0D4A9}" dt="2023-11-18T16:32:29.637" v="667" actId="680"/>
        <pc:sldMkLst>
          <pc:docMk/>
          <pc:sldMk cId="2058428942" sldId="345"/>
        </pc:sldMkLst>
      </pc:sldChg>
      <pc:sldChg chg="modSp add mod">
        <pc:chgData name="Ero Sennin" userId="03426be40f75dd1c" providerId="LiveId" clId="{59AC1DFC-6538-4039-B625-EF0FC9C0D4A9}" dt="2023-11-18T16:34:08.567" v="704" actId="113"/>
        <pc:sldMkLst>
          <pc:docMk/>
          <pc:sldMk cId="3362010045" sldId="345"/>
        </pc:sldMkLst>
        <pc:spChg chg="mod">
          <ac:chgData name="Ero Sennin" userId="03426be40f75dd1c" providerId="LiveId" clId="{59AC1DFC-6538-4039-B625-EF0FC9C0D4A9}" dt="2023-11-18T16:33:46.477" v="697"/>
          <ac:spMkLst>
            <pc:docMk/>
            <pc:sldMk cId="3362010045" sldId="345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4:08.567" v="704" actId="113"/>
          <ac:spMkLst>
            <pc:docMk/>
            <pc:sldMk cId="3362010045" sldId="345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6:35:19.006" v="713" actId="113"/>
        <pc:sldMkLst>
          <pc:docMk/>
          <pc:sldMk cId="1608157032" sldId="346"/>
        </pc:sldMkLst>
        <pc:spChg chg="mod">
          <ac:chgData name="Ero Sennin" userId="03426be40f75dd1c" providerId="LiveId" clId="{59AC1DFC-6538-4039-B625-EF0FC9C0D4A9}" dt="2023-11-18T16:35:01.921" v="706"/>
          <ac:spMkLst>
            <pc:docMk/>
            <pc:sldMk cId="1608157032" sldId="346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6:35:19.006" v="713" actId="113"/>
          <ac:spMkLst>
            <pc:docMk/>
            <pc:sldMk cId="1608157032" sldId="346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7:11.184" v="1008" actId="20577"/>
        <pc:sldMkLst>
          <pc:docMk/>
          <pc:sldMk cId="1396905398" sldId="347"/>
        </pc:sldMkLst>
        <pc:spChg chg="mod">
          <ac:chgData name="Ero Sennin" userId="03426be40f75dd1c" providerId="LiveId" clId="{59AC1DFC-6538-4039-B625-EF0FC9C0D4A9}" dt="2023-11-18T17:11:00.267" v="725"/>
          <ac:spMkLst>
            <pc:docMk/>
            <pc:sldMk cId="1396905398" sldId="347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7:47:11.184" v="1008" actId="20577"/>
          <ac:spMkLst>
            <pc:docMk/>
            <pc:sldMk cId="1396905398" sldId="347"/>
            <ac:spMk id="8" creationId="{6CF85C25-FECF-02E7-8B5D-63C724E2B28B}"/>
          </ac:spMkLst>
        </pc:spChg>
      </pc:sldChg>
      <pc:sldChg chg="addSp delSp modSp add mod">
        <pc:chgData name="Ero Sennin" userId="03426be40f75dd1c" providerId="LiveId" clId="{59AC1DFC-6538-4039-B625-EF0FC9C0D4A9}" dt="2023-11-18T17:47:16.021" v="1010" actId="20577"/>
        <pc:sldMkLst>
          <pc:docMk/>
          <pc:sldMk cId="775201600" sldId="348"/>
        </pc:sldMkLst>
        <pc:spChg chg="add mod">
          <ac:chgData name="Ero Sennin" userId="03426be40f75dd1c" providerId="LiveId" clId="{59AC1DFC-6538-4039-B625-EF0FC9C0D4A9}" dt="2023-11-18T17:11:07.182" v="727"/>
          <ac:spMkLst>
            <pc:docMk/>
            <pc:sldMk cId="775201600" sldId="348"/>
            <ac:spMk id="3" creationId="{CAE23DEA-2710-CC0F-72B6-0E6CD7F60193}"/>
          </ac:spMkLst>
        </pc:spChg>
        <pc:spChg chg="del">
          <ac:chgData name="Ero Sennin" userId="03426be40f75dd1c" providerId="LiveId" clId="{59AC1DFC-6538-4039-B625-EF0FC9C0D4A9}" dt="2023-11-18T17:11:06.894" v="726" actId="478"/>
          <ac:spMkLst>
            <pc:docMk/>
            <pc:sldMk cId="775201600" sldId="348"/>
            <ac:spMk id="6" creationId="{52BDBAC3-67AD-4A97-7850-28F18722F0B1}"/>
          </ac:spMkLst>
        </pc:spChg>
        <pc:spChg chg="mod">
          <ac:chgData name="Ero Sennin" userId="03426be40f75dd1c" providerId="LiveId" clId="{59AC1DFC-6538-4039-B625-EF0FC9C0D4A9}" dt="2023-11-18T17:47:16.021" v="1010" actId="20577"/>
          <ac:spMkLst>
            <pc:docMk/>
            <pc:sldMk cId="775201600" sldId="348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12:49.589" v="760" actId="20577"/>
        <pc:sldMkLst>
          <pc:docMk/>
          <pc:sldMk cId="271087555" sldId="349"/>
        </pc:sldMkLst>
        <pc:spChg chg="mod">
          <ac:chgData name="Ero Sennin" userId="03426be40f75dd1c" providerId="LiveId" clId="{59AC1DFC-6538-4039-B625-EF0FC9C0D4A9}" dt="2023-11-18T17:12:49.589" v="760" actId="20577"/>
          <ac:spMkLst>
            <pc:docMk/>
            <pc:sldMk cId="271087555" sldId="34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12:46.576" v="758" actId="20577"/>
        <pc:sldMkLst>
          <pc:docMk/>
          <pc:sldMk cId="2540738932" sldId="350"/>
        </pc:sldMkLst>
        <pc:spChg chg="mod">
          <ac:chgData name="Ero Sennin" userId="03426be40f75dd1c" providerId="LiveId" clId="{59AC1DFC-6538-4039-B625-EF0FC9C0D4A9}" dt="2023-11-18T17:12:46.576" v="758" actId="20577"/>
          <ac:spMkLst>
            <pc:docMk/>
            <pc:sldMk cId="2540738932" sldId="350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9:10.996" v="1113" actId="20577"/>
        <pc:sldMkLst>
          <pc:docMk/>
          <pc:sldMk cId="1629030163" sldId="351"/>
        </pc:sldMkLst>
        <pc:spChg chg="mod">
          <ac:chgData name="Ero Sennin" userId="03426be40f75dd1c" providerId="LiveId" clId="{59AC1DFC-6538-4039-B625-EF0FC9C0D4A9}" dt="2023-11-18T17:14:38.976" v="775" actId="20577"/>
          <ac:spMkLst>
            <pc:docMk/>
            <pc:sldMk cId="1629030163" sldId="351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59:10.996" v="1113" actId="20577"/>
          <ac:spMkLst>
            <pc:docMk/>
            <pc:sldMk cId="1629030163" sldId="35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25:28.482" v="801"/>
        <pc:sldMkLst>
          <pc:docMk/>
          <pc:sldMk cId="1241933059" sldId="352"/>
        </pc:sldMkLst>
        <pc:spChg chg="mod">
          <ac:chgData name="Ero Sennin" userId="03426be40f75dd1c" providerId="LiveId" clId="{59AC1DFC-6538-4039-B625-EF0FC9C0D4A9}" dt="2023-11-18T17:25:28.482" v="801"/>
          <ac:spMkLst>
            <pc:docMk/>
            <pc:sldMk cId="1241933059" sldId="352"/>
            <ac:spMk id="72" creationId="{00000000-0000-0000-0000-000000000000}"/>
          </ac:spMkLst>
        </pc:spChg>
      </pc:sldChg>
      <pc:sldChg chg="modSp add mod">
        <pc:chgData name="Ero Sennin" userId="03426be40f75dd1c" providerId="LiveId" clId="{59AC1DFC-6538-4039-B625-EF0FC9C0D4A9}" dt="2023-11-18T17:47:46.854" v="1012" actId="20577"/>
        <pc:sldMkLst>
          <pc:docMk/>
          <pc:sldMk cId="3583452087" sldId="353"/>
        </pc:sldMkLst>
        <pc:spChg chg="mod">
          <ac:chgData name="Ero Sennin" userId="03426be40f75dd1c" providerId="LiveId" clId="{59AC1DFC-6538-4039-B625-EF0FC9C0D4A9}" dt="2023-11-18T17:26:08.275" v="806"/>
          <ac:spMkLst>
            <pc:docMk/>
            <pc:sldMk cId="3583452087" sldId="353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47:46.854" v="1012" actId="20577"/>
          <ac:spMkLst>
            <pc:docMk/>
            <pc:sldMk cId="3583452087" sldId="353"/>
            <ac:spMk id="8" creationId="{6CF85C25-FECF-02E7-8B5D-63C724E2B28B}"/>
          </ac:spMkLst>
        </pc:spChg>
      </pc:sldChg>
      <pc:sldChg chg="addSp modSp add mod">
        <pc:chgData name="Ero Sennin" userId="03426be40f75dd1c" providerId="LiveId" clId="{59AC1DFC-6538-4039-B625-EF0FC9C0D4A9}" dt="2023-11-18T17:35:41.075" v="918" actId="14100"/>
        <pc:sldMkLst>
          <pc:docMk/>
          <pc:sldMk cId="4106494306" sldId="354"/>
        </pc:sldMkLst>
        <pc:spChg chg="mod">
          <ac:chgData name="Ero Sennin" userId="03426be40f75dd1c" providerId="LiveId" clId="{59AC1DFC-6538-4039-B625-EF0FC9C0D4A9}" dt="2023-11-18T17:35:41.075" v="918" actId="14100"/>
          <ac:spMkLst>
            <pc:docMk/>
            <pc:sldMk cId="4106494306" sldId="354"/>
            <ac:spMk id="8" creationId="{6CF85C25-FECF-02E7-8B5D-63C724E2B28B}"/>
          </ac:spMkLst>
        </pc:spChg>
        <pc:picChg chg="add mod">
          <ac:chgData name="Ero Sennin" userId="03426be40f75dd1c" providerId="LiveId" clId="{59AC1DFC-6538-4039-B625-EF0FC9C0D4A9}" dt="2023-11-18T17:35:37.991" v="917" actId="1076"/>
          <ac:picMkLst>
            <pc:docMk/>
            <pc:sldMk cId="4106494306" sldId="354"/>
            <ac:picMk id="6" creationId="{DE08F120-6F2A-F230-AFFE-9F77F2D7BD45}"/>
          </ac:picMkLst>
        </pc:picChg>
      </pc:sldChg>
      <pc:sldChg chg="addSp delSp modSp add mod">
        <pc:chgData name="Ero Sennin" userId="03426be40f75dd1c" providerId="LiveId" clId="{59AC1DFC-6538-4039-B625-EF0FC9C0D4A9}" dt="2023-11-18T17:32:28.718" v="892" actId="1076"/>
        <pc:sldMkLst>
          <pc:docMk/>
          <pc:sldMk cId="1657417804" sldId="355"/>
        </pc:sldMkLst>
        <pc:spChg chg="mod">
          <ac:chgData name="Ero Sennin" userId="03426be40f75dd1c" providerId="LiveId" clId="{59AC1DFC-6538-4039-B625-EF0FC9C0D4A9}" dt="2023-11-18T17:32:28.718" v="892" actId="1076"/>
          <ac:spMkLst>
            <pc:docMk/>
            <pc:sldMk cId="1657417804" sldId="355"/>
            <ac:spMk id="8" creationId="{6CF85C25-FECF-02E7-8B5D-63C724E2B28B}"/>
          </ac:spMkLst>
        </pc:spChg>
        <pc:picChg chg="del">
          <ac:chgData name="Ero Sennin" userId="03426be40f75dd1c" providerId="LiveId" clId="{59AC1DFC-6538-4039-B625-EF0FC9C0D4A9}" dt="2023-11-18T17:31:09.957" v="819" actId="478"/>
          <ac:picMkLst>
            <pc:docMk/>
            <pc:sldMk cId="1657417804" sldId="355"/>
            <ac:picMk id="6" creationId="{DE08F120-6F2A-F230-AFFE-9F77F2D7BD45}"/>
          </ac:picMkLst>
        </pc:picChg>
        <pc:picChg chg="add mod">
          <ac:chgData name="Ero Sennin" userId="03426be40f75dd1c" providerId="LiveId" clId="{59AC1DFC-6538-4039-B625-EF0FC9C0D4A9}" dt="2023-11-18T17:31:15.568" v="821" actId="1076"/>
          <ac:picMkLst>
            <pc:docMk/>
            <pc:sldMk cId="1657417804" sldId="355"/>
            <ac:picMk id="7" creationId="{EC366DFF-6554-6962-588E-F52154E115D2}"/>
          </ac:picMkLst>
        </pc:picChg>
      </pc:sldChg>
      <pc:sldChg chg="addSp delSp modSp add mod">
        <pc:chgData name="Ero Sennin" userId="03426be40f75dd1c" providerId="LiveId" clId="{59AC1DFC-6538-4039-B625-EF0FC9C0D4A9}" dt="2023-11-18T17:35:55.078" v="920" actId="1076"/>
        <pc:sldMkLst>
          <pc:docMk/>
          <pc:sldMk cId="1436753255" sldId="356"/>
        </pc:sldMkLst>
        <pc:spChg chg="del">
          <ac:chgData name="Ero Sennin" userId="03426be40f75dd1c" providerId="LiveId" clId="{59AC1DFC-6538-4039-B625-EF0FC9C0D4A9}" dt="2023-11-18T17:33:52.936" v="897" actId="478"/>
          <ac:spMkLst>
            <pc:docMk/>
            <pc:sldMk cId="1436753255" sldId="356"/>
            <ac:spMk id="8" creationId="{6CF85C25-FECF-02E7-8B5D-63C724E2B28B}"/>
          </ac:spMkLst>
        </pc:spChg>
        <pc:spChg chg="add mod">
          <ac:chgData name="Ero Sennin" userId="03426be40f75dd1c" providerId="LiveId" clId="{59AC1DFC-6538-4039-B625-EF0FC9C0D4A9}" dt="2023-11-18T17:35:52.667" v="919" actId="14100"/>
          <ac:spMkLst>
            <pc:docMk/>
            <pc:sldMk cId="1436753255" sldId="356"/>
            <ac:spMk id="11" creationId="{B4EB45E9-5511-57B9-215A-E5B1E6B23360}"/>
          </ac:spMkLst>
        </pc:spChg>
        <pc:picChg chg="add mod">
          <ac:chgData name="Ero Sennin" userId="03426be40f75dd1c" providerId="LiveId" clId="{59AC1DFC-6538-4039-B625-EF0FC9C0D4A9}" dt="2023-11-18T17:35:55.078" v="920" actId="1076"/>
          <ac:picMkLst>
            <pc:docMk/>
            <pc:sldMk cId="1436753255" sldId="356"/>
            <ac:picMk id="6" creationId="{6B00C529-E75D-3C1F-B80B-965E6C48A125}"/>
          </ac:picMkLst>
        </pc:picChg>
        <pc:picChg chg="del">
          <ac:chgData name="Ero Sennin" userId="03426be40f75dd1c" providerId="LiveId" clId="{59AC1DFC-6538-4039-B625-EF0FC9C0D4A9}" dt="2023-11-18T17:33:13.004" v="894" actId="478"/>
          <ac:picMkLst>
            <pc:docMk/>
            <pc:sldMk cId="1436753255" sldId="356"/>
            <ac:picMk id="7" creationId="{EC366DFF-6554-6962-588E-F52154E115D2}"/>
          </ac:picMkLst>
        </pc:picChg>
      </pc:sldChg>
      <pc:sldChg chg="modSp add mod ord">
        <pc:chgData name="Ero Sennin" userId="03426be40f75dd1c" providerId="LiveId" clId="{59AC1DFC-6538-4039-B625-EF0FC9C0D4A9}" dt="2023-11-18T17:42:02.573" v="961" actId="12"/>
        <pc:sldMkLst>
          <pc:docMk/>
          <pc:sldMk cId="614219353" sldId="357"/>
        </pc:sldMkLst>
        <pc:spChg chg="mod">
          <ac:chgData name="Ero Sennin" userId="03426be40f75dd1c" providerId="LiveId" clId="{59AC1DFC-6538-4039-B625-EF0FC9C0D4A9}" dt="2023-11-18T17:37:41.698" v="925"/>
          <ac:spMkLst>
            <pc:docMk/>
            <pc:sldMk cId="614219353" sldId="357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42:02.573" v="961" actId="12"/>
          <ac:spMkLst>
            <pc:docMk/>
            <pc:sldMk cId="614219353" sldId="357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2:39.086" v="974" actId="20577"/>
        <pc:sldMkLst>
          <pc:docMk/>
          <pc:sldMk cId="1484790467" sldId="358"/>
        </pc:sldMkLst>
        <pc:spChg chg="mod">
          <ac:chgData name="Ero Sennin" userId="03426be40f75dd1c" providerId="LiveId" clId="{59AC1DFC-6538-4039-B625-EF0FC9C0D4A9}" dt="2023-11-18T17:42:39.086" v="974" actId="20577"/>
          <ac:spMkLst>
            <pc:docMk/>
            <pc:sldMk cId="1484790467" sldId="358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3:48.431" v="992" actId="20577"/>
        <pc:sldMkLst>
          <pc:docMk/>
          <pc:sldMk cId="3470068793" sldId="359"/>
        </pc:sldMkLst>
        <pc:spChg chg="mod">
          <ac:chgData name="Ero Sennin" userId="03426be40f75dd1c" providerId="LiveId" clId="{59AC1DFC-6538-4039-B625-EF0FC9C0D4A9}" dt="2023-11-18T17:43:48.431" v="992" actId="20577"/>
          <ac:spMkLst>
            <pc:docMk/>
            <pc:sldMk cId="3470068793" sldId="359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45:09.982" v="1006"/>
        <pc:sldMkLst>
          <pc:docMk/>
          <pc:sldMk cId="3021743333" sldId="360"/>
        </pc:sldMkLst>
        <pc:spChg chg="mod">
          <ac:chgData name="Ero Sennin" userId="03426be40f75dd1c" providerId="LiveId" clId="{59AC1DFC-6538-4039-B625-EF0FC9C0D4A9}" dt="2023-11-18T17:45:09.982" v="1006"/>
          <ac:spMkLst>
            <pc:docMk/>
            <pc:sldMk cId="3021743333" sldId="360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1:49.379" v="1040" actId="20577"/>
        <pc:sldMkLst>
          <pc:docMk/>
          <pc:sldMk cId="2006295453" sldId="361"/>
        </pc:sldMkLst>
        <pc:spChg chg="mod">
          <ac:chgData name="Ero Sennin" userId="03426be40f75dd1c" providerId="LiveId" clId="{59AC1DFC-6538-4039-B625-EF0FC9C0D4A9}" dt="2023-11-18T17:49:28.903" v="1015"/>
          <ac:spMkLst>
            <pc:docMk/>
            <pc:sldMk cId="2006295453" sldId="361"/>
            <ac:spMk id="3" creationId="{CAE23DEA-2710-CC0F-72B6-0E6CD7F60193}"/>
          </ac:spMkLst>
        </pc:spChg>
        <pc:spChg chg="mod">
          <ac:chgData name="Ero Sennin" userId="03426be40f75dd1c" providerId="LiveId" clId="{59AC1DFC-6538-4039-B625-EF0FC9C0D4A9}" dt="2023-11-18T17:51:49.379" v="1040" actId="20577"/>
          <ac:spMkLst>
            <pc:docMk/>
            <pc:sldMk cId="2006295453" sldId="361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5:31.395" v="1087" actId="20577"/>
        <pc:sldMkLst>
          <pc:docMk/>
          <pc:sldMk cId="3399441557" sldId="362"/>
        </pc:sldMkLst>
        <pc:spChg chg="mod">
          <ac:chgData name="Ero Sennin" userId="03426be40f75dd1c" providerId="LiveId" clId="{59AC1DFC-6538-4039-B625-EF0FC9C0D4A9}" dt="2023-11-18T17:55:31.395" v="1087" actId="20577"/>
          <ac:spMkLst>
            <pc:docMk/>
            <pc:sldMk cId="3399441557" sldId="362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6:14.077" v="1092" actId="20577"/>
        <pc:sldMkLst>
          <pc:docMk/>
          <pc:sldMk cId="3729408570" sldId="363"/>
        </pc:sldMkLst>
        <pc:spChg chg="mod">
          <ac:chgData name="Ero Sennin" userId="03426be40f75dd1c" providerId="LiveId" clId="{59AC1DFC-6538-4039-B625-EF0FC9C0D4A9}" dt="2023-11-18T17:56:14.077" v="1092" actId="20577"/>
          <ac:spMkLst>
            <pc:docMk/>
            <pc:sldMk cId="3729408570" sldId="363"/>
            <ac:spMk id="8" creationId="{6CF85C25-FECF-02E7-8B5D-63C724E2B28B}"/>
          </ac:spMkLst>
        </pc:spChg>
      </pc:sldChg>
      <pc:sldChg chg="modSp add mod">
        <pc:chgData name="Ero Sennin" userId="03426be40f75dd1c" providerId="LiveId" clId="{59AC1DFC-6538-4039-B625-EF0FC9C0D4A9}" dt="2023-11-18T17:59:14.621" v="1116" actId="20577"/>
        <pc:sldMkLst>
          <pc:docMk/>
          <pc:sldMk cId="3669757811" sldId="364"/>
        </pc:sldMkLst>
        <pc:spChg chg="mod">
          <ac:chgData name="Ero Sennin" userId="03426be40f75dd1c" providerId="LiveId" clId="{59AC1DFC-6538-4039-B625-EF0FC9C0D4A9}" dt="2023-11-18T17:59:14.621" v="1116" actId="20577"/>
          <ac:spMkLst>
            <pc:docMk/>
            <pc:sldMk cId="3669757811" sldId="364"/>
            <ac:spMk id="8" creationId="{6CF85C25-FECF-02E7-8B5D-63C724E2B2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2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72"/>
          <p:cNvSpPr txBox="1">
            <a:spLocks noGrp="1"/>
          </p:cNvSpPr>
          <p:nvPr>
            <p:ph type="body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72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3"/>
          <p:cNvSpPr>
            <a:spLocks noGrp="1"/>
          </p:cNvSpPr>
          <p:nvPr>
            <p:ph type="pic" idx="2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73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3"/>
          <p:cNvSpPr txBox="1">
            <a:spLocks noGrp="1"/>
          </p:cNvSpPr>
          <p:nvPr>
            <p:ph type="body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73"/>
          <p:cNvSpPr txBox="1">
            <a:spLocks noGrp="1"/>
          </p:cNvSpPr>
          <p:nvPr>
            <p:ph type="sldNum" idx="1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4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4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5"/>
          <p:cNvSpPr>
            <a:spLocks noGrp="1"/>
          </p:cNvSpPr>
          <p:nvPr>
            <p:ph type="pic" idx="2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75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 Light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5"/>
          <p:cNvSpPr txBox="1">
            <a:spLocks noGrp="1"/>
          </p:cNvSpPr>
          <p:nvPr>
            <p:ph type="body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 Light"/>
              <a:buNone/>
              <a:defRPr sz="32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5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6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6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7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7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7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8"/>
          <p:cNvSpPr>
            <a:spLocks noGrp="1"/>
          </p:cNvSpPr>
          <p:nvPr>
            <p:ph type="pic" idx="2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78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8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1pPr>
            <a:lvl2pPr marL="914400" lvl="1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2pPr>
            <a:lvl3pPr marL="1371600" lvl="2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3pPr>
            <a:lvl4pPr marL="1828800" lvl="3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4pPr>
            <a:lvl5pPr marL="2286000" lvl="4" indent="-361950" algn="l">
              <a:lnSpc>
                <a:spcPct val="100000"/>
              </a:lnSpc>
              <a:spcBef>
                <a:spcPts val="3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Char char="•"/>
              <a:defRPr sz="2800"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8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9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lvl="0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9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0"/>
          <p:cNvSpPr>
            <a:spLocks noGrp="1"/>
          </p:cNvSpPr>
          <p:nvPr>
            <p:ph type="pic" idx="2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80"/>
          <p:cNvSpPr>
            <a:spLocks noGrp="1"/>
          </p:cNvSpPr>
          <p:nvPr>
            <p:ph type="pic" idx="3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80"/>
          <p:cNvSpPr>
            <a:spLocks noGrp="1"/>
          </p:cNvSpPr>
          <p:nvPr>
            <p:ph type="pic" idx="4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body" idx="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2400"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2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 Light"/>
              <a:buNone/>
              <a:defRPr sz="3800"/>
            </a:lvl1pPr>
            <a:lvl2pPr marL="914400" lvl="1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2pPr>
            <a:lvl3pPr marL="1371600" lvl="2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3pPr>
            <a:lvl4pPr marL="1828800" lvl="3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4pPr>
            <a:lvl5pPr marL="2286000" lvl="4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5pPr>
            <a:lvl6pPr marL="2743200" lvl="5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6pPr>
            <a:lvl7pPr marL="3200400" lvl="6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7pPr>
            <a:lvl8pPr marL="3657600" lvl="7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8pPr>
            <a:lvl9pPr marL="4114800" lvl="8" indent="-314325" algn="l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135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2"/>
          <p:cNvSpPr>
            <a:spLocks noGrp="1"/>
          </p:cNvSpPr>
          <p:nvPr>
            <p:ph type="pic" idx="2"/>
          </p:nvPr>
        </p:nvSpPr>
        <p:spPr>
          <a:xfrm>
            <a:off x="0" y="0"/>
            <a:ext cx="13004800" cy="97536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82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1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Helvetica Neue Light"/>
              <a:buNone/>
              <a:defRPr sz="8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7" name="Google Shape;7;p71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3200400" marR="0" lvl="6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3657600" marR="0" lvl="7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4114800" marR="0" lvl="8" indent="-400050" algn="l" rtl="0">
              <a:lnSpc>
                <a:spcPct val="100000"/>
              </a:lnSpc>
              <a:spcBef>
                <a:spcPts val="42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Helvetica Neue Light"/>
              <a:buChar char="•"/>
              <a:defRPr sz="36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p71"/>
          <p:cNvSpPr txBox="1">
            <a:spLocks noGrp="1"/>
          </p:cNvSpPr>
          <p:nvPr>
            <p:ph type="sldNum" idx="1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 Light"/>
              <a:buNone/>
              <a:defRPr sz="1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" descr="PP-0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3004800" cy="97714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>
            <a:spLocks noGrp="1"/>
          </p:cNvSpPr>
          <p:nvPr>
            <p:ph type="ctrTitle" idx="4294967295"/>
          </p:nvPr>
        </p:nvSpPr>
        <p:spPr>
          <a:xfrm>
            <a:off x="376446" y="7601338"/>
            <a:ext cx="7713454" cy="15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 fontScale="9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333"/>
              <a:buFont typeface="Arial"/>
              <a:buNone/>
            </a:pPr>
            <a:r>
              <a:rPr lang="en-US" sz="4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7: Cross-site scripting</a:t>
            </a:r>
            <a:endParaRPr sz="4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endParaRPr sz="2790" b="0" i="0" u="none" strike="noStrike" cap="none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59" name="Google Shape;59;p1" descr="2017-FE-Black-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6446" y="611762"/>
            <a:ext cx="4183172" cy="1395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3" descr="Untitled-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32437" y="-250619"/>
            <a:ext cx="7033878" cy="217609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1536858" y="462955"/>
            <a:ext cx="4381220" cy="61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concept</a:t>
            </a:r>
            <a:endParaRPr sz="3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1536858" y="2485631"/>
            <a:ext cx="10073620" cy="2343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Cross-site scripting vulnerabilities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Vulnerabilities Related to Cross-site scripting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of Cross-site scripting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Prevention Strategies</a:t>
            </a:r>
          </a:p>
        </p:txBody>
      </p:sp>
      <p:pic>
        <p:nvPicPr>
          <p:cNvPr id="2" name="Google Shape;59;p1" descr="2017-FE-Black-01.png">
            <a:extLst>
              <a:ext uri="{FF2B5EF4-FFF2-40B4-BE49-F238E27FC236}">
                <a16:creationId xmlns:a16="http://schemas.microsoft.com/office/drawing/2014/main" id="{27AEA11D-58DC-E73A-C89B-4CF0EC2B9D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9758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1. What is Cross-Site Scripting (XSS)?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Cross-Site Scripting, commonly known as XSS, is a web security vulnerability that allows attackers to inject malicious scripts into web pages viewed by other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0F0F"/>
                </a:solidFill>
                <a:effectLst/>
                <a:latin typeface="+mj-lt"/>
              </a:rPr>
              <a:t>It occurs when a web application uses unvalidated or unencoded user input within the output it generates. For example, an attacker might input a script in a comment field on a website, which is then executed by other users who view that comment.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9956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543689"/>
            <a:ext cx="10622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 Common Vulnerabilities Related to XSS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Reflected XSS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This type occurs when user input from a web request is immediately included in a web page without proper validation or escaping. For instance, a search form that directly displays the search query on the result page can be exploited by including a script in the query.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Stored XSS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Here, the malicious script is permanently stored on the target server, such as in a database, and is displayed to users in a web page. For example, a forum post with a script is stored on the server and shown to every user who views that post.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9585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543689"/>
            <a:ext cx="10622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2. Common Vulnerabilities Related to XSS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DOM-based XSS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This type involves client-side scripts that write data to the Document Object Model (DOM) without proper sanitization. It's exploited by manipulating the DOM environment in the victim's browser to execute the attacker's code.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0463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3. Impact of Cross-Site Scripting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335636"/>
            <a:ext cx="113411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Data Theft and Session Hijacking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XSS can be used to steal cookies, session tokens, or other sensitive information from users' browsers, leading to session hijacking and identity theft.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Website Defacement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Attackers can use XSS to alter the appearance of a web page, damaging the site's reputation and user trust.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Phishing and Malware Distribution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XSS can be employed to create phishing pages or distribute malware, tricking users into revealing sensitive information or downloading harmful software.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Browser Exploitation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: Malicious scripts injected through XSS can exploit vulnerabilities in web browsers or plugins, potentially compromising the user's system.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9856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Input Validation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Implementing rigorous input validation to ensure only safe characters are accepted. This includes rejecting potentially harmful scripts or HTML tags in user inputs.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Employing regular expressions to detect and block common scripting patterns, and using allowlists to define acceptable input.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605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Output Encoding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Encoding user-generated output before rendering it on web pages. This means converting special characters (like `</a:t>
            </a: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&lt;`, `&gt;`, `&amp;`, `’`, `“`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etc.) to their respective HTML or URL encoded equivalents.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For example, converting </a:t>
            </a: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`&lt;`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 to `</a:t>
            </a: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&amp;</a:t>
            </a:r>
            <a:r>
              <a:rPr lang="en-US" sz="2800" b="1" i="0" dirty="0" err="1">
                <a:solidFill>
                  <a:srgbClr val="0F0F0F"/>
                </a:solidFill>
                <a:effectLst/>
                <a:latin typeface="+mj-lt"/>
              </a:rPr>
              <a:t>lt</a:t>
            </a: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;`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and `</a:t>
            </a: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&gt;`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 to `</a:t>
            </a: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&amp;</a:t>
            </a:r>
            <a:r>
              <a:rPr lang="en-US" sz="2800" b="1" i="0" dirty="0" err="1">
                <a:solidFill>
                  <a:srgbClr val="0F0F0F"/>
                </a:solidFill>
                <a:effectLst/>
                <a:latin typeface="+mj-lt"/>
              </a:rPr>
              <a:t>gt</a:t>
            </a:r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;`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 ensures that any scripts included in user inputs are displayed as plain text rather than being executed.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2159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7306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Use of Content Security Policy (CSP)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CSP is a browser feature that helps prevent XSS by controlling the resources the browser is allowed to load. It can be used to restrict the execution of inline JavaScript and external scripts.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Setting up a CSP involves defining a policy in the web server’s headers that dictates which scripts are allowed to run, and from where they can be loaded, thus limiting the potential for malicious script execution.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0176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Secure Frameworks and Libraries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Utilizing modern web frameworks and libraries that automatically escape XSS by design. For example, React and Angular have built-in XSS prevention mechanisms.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These frameworks reduce the risk of XSS by handling data encoding and sanitization internally, thereby lessening the burden on developers to manually implement these protections.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7814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Regular Security Auditing</a:t>
            </a: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Conducting regular security audits and code reviews to identify potential XSS vulnerabilities.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Employing automated scanning tools to detect common XSS patterns and manual testing to simulate more sophisticated attacks.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3773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4. Prevention Strategies: Security Training for Developers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821935"/>
            <a:ext cx="11341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Providing ongoing security training to developers to keep them informed about the latest XSS techniques and prevention </a:t>
            </a:r>
            <a:r>
              <a:rPr lang="en-US" sz="2800" i="0">
                <a:solidFill>
                  <a:srgbClr val="0F0F0F"/>
                </a:solidFill>
                <a:effectLst/>
                <a:latin typeface="+mj-lt"/>
              </a:rPr>
              <a:t>strategies.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Emphasizing the importance of secure coding practices and the awareness of common attack vectors, such as XSS, in the software development life cycle.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4932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004474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oogle Shape;70;p3" descr="Untitled-1.png">
            <a:extLst>
              <a:ext uri="{FF2B5EF4-FFF2-40B4-BE49-F238E27FC236}">
                <a16:creationId xmlns:a16="http://schemas.microsoft.com/office/drawing/2014/main" id="{A9B5D548-0AEB-B038-A729-DB2AC0FFECF5}"/>
              </a:ext>
            </a:extLst>
          </p:cNvPr>
          <p:cNvPicPr preferRelativeResize="0"/>
          <p:nvPr/>
        </p:nvPicPr>
        <p:blipFill rotWithShape="1">
          <a:blip r:embed="rId2"/>
          <a:srcRect l="20809" r="20428"/>
          <a:stretch/>
        </p:blipFill>
        <p:spPr>
          <a:xfrm>
            <a:off x="5074" y="-549050"/>
            <a:ext cx="13004801" cy="3262696"/>
          </a:xfrm>
          <a:prstGeom prst="rect">
            <a:avLst/>
          </a:prstGeom>
          <a:noFill/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4183911"/>
            <a:ext cx="13001548" cy="2600960"/>
            <a:chOff x="-305" y="3144820"/>
            <a:chExt cx="9182100" cy="1551136"/>
          </a:xfrm>
        </p:grpSpPr>
        <p:sp useBgFill="1">
          <p:nvSpPr>
            <p:cNvPr id="13" name="Freeform: Shape 12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52BDBAC3-67AD-4A97-7850-28F18722F0B1}"/>
              </a:ext>
            </a:extLst>
          </p:cNvPr>
          <p:cNvSpPr txBox="1"/>
          <p:nvPr/>
        </p:nvSpPr>
        <p:spPr>
          <a:xfrm>
            <a:off x="858316" y="709368"/>
            <a:ext cx="121414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Summary</a:t>
            </a:r>
          </a:p>
          <a:p>
            <a:endParaRPr lang="en-US" sz="3200" b="1" dirty="0"/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6CF85C25-FECF-02E7-8B5D-63C724E2B28B}"/>
              </a:ext>
            </a:extLst>
          </p:cNvPr>
          <p:cNvSpPr txBox="1"/>
          <p:nvPr/>
        </p:nvSpPr>
        <p:spPr>
          <a:xfrm>
            <a:off x="858316" y="2376805"/>
            <a:ext cx="113411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Definition of XSS:</a:t>
            </a: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Cross-Site Scripting, or XSS, is a web security vulnerability that allows attackers to inject malicious scripts into web pages viewed by other users​​.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Types of XSS</a:t>
            </a:r>
            <a:r>
              <a:rPr lang="en-US" sz="2800" b="1" i="0">
                <a:solidFill>
                  <a:srgbClr val="0F0F0F"/>
                </a:solidFill>
                <a:effectLst/>
                <a:latin typeface="+mj-lt"/>
              </a:rPr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>
                <a:solidFill>
                  <a:srgbClr val="0F0F0F"/>
                </a:solidFill>
                <a:effectLst/>
                <a:latin typeface="+mj-lt"/>
              </a:rPr>
              <a:t>Reflected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XSS,</a:t>
            </a:r>
            <a:r>
              <a:rPr lang="en-US" sz="2800" dirty="0">
                <a:solidFill>
                  <a:srgbClr val="0F0F0F"/>
                </a:solidFill>
                <a:latin typeface="+mj-lt"/>
              </a:rPr>
              <a:t> </a:t>
            </a: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Stored XSS, DOM-based XSS, </a:t>
            </a:r>
          </a:p>
          <a:p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Impact of XSS:</a:t>
            </a: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XSS can lead to data theft, session hijacking, website defacement, phishing and malware distribution, and browser exploitation.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r>
              <a:rPr lang="en-US" sz="2800" b="1" i="0" dirty="0">
                <a:solidFill>
                  <a:srgbClr val="0F0F0F"/>
                </a:solidFill>
                <a:effectLst/>
                <a:latin typeface="+mj-lt"/>
              </a:rPr>
              <a:t>Prevention Strategies:</a:t>
            </a:r>
            <a:endParaRPr lang="en-US" sz="2800" i="0" dirty="0">
              <a:solidFill>
                <a:srgbClr val="0F0F0F"/>
              </a:solidFill>
              <a:effectLst/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i="0" dirty="0">
                <a:solidFill>
                  <a:srgbClr val="0F0F0F"/>
                </a:solidFill>
                <a:effectLst/>
                <a:latin typeface="+mj-lt"/>
              </a:rPr>
              <a:t>Input Validation, Output Encoding, Content Security Policy (CSP)…</a:t>
            </a:r>
            <a:endParaRPr lang="en-US" sz="2000" dirty="0">
              <a:latin typeface="+mj-lt"/>
            </a:endParaRPr>
          </a:p>
        </p:txBody>
      </p:sp>
      <p:pic>
        <p:nvPicPr>
          <p:cNvPr id="9" name="Google Shape;59;p1" descr="2017-FE-Black-01.png">
            <a:extLst>
              <a:ext uri="{FF2B5EF4-FFF2-40B4-BE49-F238E27FC236}">
                <a16:creationId xmlns:a16="http://schemas.microsoft.com/office/drawing/2014/main" id="{052C2FDB-C94D-AB7D-702F-49B6289B816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246" y="8970335"/>
            <a:ext cx="1920772" cy="64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3282539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837</Words>
  <Application>Microsoft Office PowerPoint</Application>
  <PresentationFormat>Custom</PresentationFormat>
  <Paragraphs>60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Helvetica Neue Light</vt:lpstr>
      <vt:lpstr>Arial</vt:lpstr>
      <vt:lpstr>Helvetica Neue</vt:lpstr>
      <vt:lpstr>White</vt:lpstr>
      <vt:lpstr>Chapter 7: Cross-site scripting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Web Security Introduction </dc:title>
  <cp:lastModifiedBy>Ero Sennin</cp:lastModifiedBy>
  <cp:revision>1</cp:revision>
  <dcterms:modified xsi:type="dcterms:W3CDTF">2023-11-30T03:01:33Z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4419168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D8.0.4</vt:lpwstr>
  </property>
</Properties>
</file>