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8" r:id="rId3"/>
    <p:sldId id="331" r:id="rId4"/>
    <p:sldId id="365" r:id="rId5"/>
    <p:sldId id="366" r:id="rId6"/>
    <p:sldId id="367" r:id="rId7"/>
    <p:sldId id="368" r:id="rId8"/>
    <p:sldId id="369" r:id="rId9"/>
    <p:sldId id="372" r:id="rId10"/>
    <p:sldId id="370" r:id="rId11"/>
    <p:sldId id="373" r:id="rId12"/>
    <p:sldId id="371" r:id="rId13"/>
    <p:sldId id="374" r:id="rId14"/>
  </p:sldIdLst>
  <p:sldSz cx="13004800" cy="9753600"/>
  <p:notesSz cx="6858000" cy="9144000"/>
  <p:embeddedFontLst>
    <p:embeddedFont>
      <p:font typeface="Helvetica Neue Light" panose="020B060402020202020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3" roundtripDataSignature="AMtx7mhnKKISbOK9ISA8HSU8hUwhbZbYe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90DD2B-1ED9-CFB3-7BF7-CD2DF37DCD35}" v="6" dt="2023-11-30T03:28:16.0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094" y="110"/>
      </p:cViewPr>
      <p:guideLst>
        <p:guide orient="horz" pos="3072"/>
        <p:guide pos="40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93" Type="http://customschemas.google.com/relationships/presentationmetadata" Target="metadata"/><Relationship Id="rId98" Type="http://schemas.microsoft.com/office/2016/11/relationships/changesInfo" Target="changesInfos/changesInfo1.xml"/><Relationship Id="rId3" Type="http://schemas.openxmlformats.org/officeDocument/2006/relationships/slide" Target="slides/slide2.xml"/><Relationship Id="rId9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9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o Sennin" userId="03426be40f75dd1c" providerId="LiveId" clId="{9C1223CD-F7C6-44CA-8A88-49AA15314BF5}"/>
    <pc:docChg chg="undo custSel modSld">
      <pc:chgData name="Ero Sennin" userId="03426be40f75dd1c" providerId="LiveId" clId="{9C1223CD-F7C6-44CA-8A88-49AA15314BF5}" dt="2023-11-19T03:22:26.952" v="79" actId="255"/>
      <pc:docMkLst>
        <pc:docMk/>
      </pc:docMkLst>
      <pc:sldChg chg="modSp mod">
        <pc:chgData name="Ero Sennin" userId="03426be40f75dd1c" providerId="LiveId" clId="{9C1223CD-F7C6-44CA-8A88-49AA15314BF5}" dt="2023-11-19T03:13:49.532" v="1"/>
        <pc:sldMkLst>
          <pc:docMk/>
          <pc:sldMk cId="0" sldId="256"/>
        </pc:sldMkLst>
        <pc:spChg chg="mod">
          <ac:chgData name="Ero Sennin" userId="03426be40f75dd1c" providerId="LiveId" clId="{9C1223CD-F7C6-44CA-8A88-49AA15314BF5}" dt="2023-11-19T03:13:49.532" v="1"/>
          <ac:spMkLst>
            <pc:docMk/>
            <pc:sldMk cId="0" sldId="256"/>
            <ac:spMk id="58" creationId="{00000000-0000-0000-0000-000000000000}"/>
          </ac:spMkLst>
        </pc:spChg>
      </pc:sldChg>
      <pc:sldChg chg="modSp mod">
        <pc:chgData name="Ero Sennin" userId="03426be40f75dd1c" providerId="LiveId" clId="{9C1223CD-F7C6-44CA-8A88-49AA15314BF5}" dt="2023-11-19T03:14:35.613" v="6"/>
        <pc:sldMkLst>
          <pc:docMk/>
          <pc:sldMk cId="0" sldId="258"/>
        </pc:sldMkLst>
        <pc:spChg chg="mod">
          <ac:chgData name="Ero Sennin" userId="03426be40f75dd1c" providerId="LiveId" clId="{9C1223CD-F7C6-44CA-8A88-49AA15314BF5}" dt="2023-11-19T03:14:35.613" v="6"/>
          <ac:spMkLst>
            <pc:docMk/>
            <pc:sldMk cId="0" sldId="258"/>
            <ac:spMk id="72" creationId="{00000000-0000-0000-0000-000000000000}"/>
          </ac:spMkLst>
        </pc:spChg>
      </pc:sldChg>
      <pc:sldChg chg="modSp mod">
        <pc:chgData name="Ero Sennin" userId="03426be40f75dd1c" providerId="LiveId" clId="{9C1223CD-F7C6-44CA-8A88-49AA15314BF5}" dt="2023-11-19T03:16:26.017" v="15" actId="113"/>
        <pc:sldMkLst>
          <pc:docMk/>
          <pc:sldMk cId="1909956528" sldId="331"/>
        </pc:sldMkLst>
        <pc:spChg chg="mod">
          <ac:chgData name="Ero Sennin" userId="03426be40f75dd1c" providerId="LiveId" clId="{9C1223CD-F7C6-44CA-8A88-49AA15314BF5}" dt="2023-11-19T03:16:06.075" v="9"/>
          <ac:spMkLst>
            <pc:docMk/>
            <pc:sldMk cId="1909956528" sldId="331"/>
            <ac:spMk id="6" creationId="{52BDBAC3-67AD-4A97-7850-28F18722F0B1}"/>
          </ac:spMkLst>
        </pc:spChg>
        <pc:spChg chg="mod">
          <ac:chgData name="Ero Sennin" userId="03426be40f75dd1c" providerId="LiveId" clId="{9C1223CD-F7C6-44CA-8A88-49AA15314BF5}" dt="2023-11-19T03:16:26.017" v="15" actId="113"/>
          <ac:spMkLst>
            <pc:docMk/>
            <pc:sldMk cId="1909956528" sldId="331"/>
            <ac:spMk id="8" creationId="{6CF85C25-FECF-02E7-8B5D-63C724E2B28B}"/>
          </ac:spMkLst>
        </pc:spChg>
      </pc:sldChg>
      <pc:sldChg chg="modSp mod">
        <pc:chgData name="Ero Sennin" userId="03426be40f75dd1c" providerId="LiveId" clId="{9C1223CD-F7C6-44CA-8A88-49AA15314BF5}" dt="2023-11-19T03:17:11.998" v="26" actId="113"/>
        <pc:sldMkLst>
          <pc:docMk/>
          <pc:sldMk cId="3079585306" sldId="365"/>
        </pc:sldMkLst>
        <pc:spChg chg="mod">
          <ac:chgData name="Ero Sennin" userId="03426be40f75dd1c" providerId="LiveId" clId="{9C1223CD-F7C6-44CA-8A88-49AA15314BF5}" dt="2023-11-19T03:16:50.329" v="18" actId="1076"/>
          <ac:spMkLst>
            <pc:docMk/>
            <pc:sldMk cId="3079585306" sldId="365"/>
            <ac:spMk id="6" creationId="{52BDBAC3-67AD-4A97-7850-28F18722F0B1}"/>
          </ac:spMkLst>
        </pc:spChg>
        <pc:spChg chg="mod">
          <ac:chgData name="Ero Sennin" userId="03426be40f75dd1c" providerId="LiveId" clId="{9C1223CD-F7C6-44CA-8A88-49AA15314BF5}" dt="2023-11-19T03:17:11.998" v="26" actId="113"/>
          <ac:spMkLst>
            <pc:docMk/>
            <pc:sldMk cId="3079585306" sldId="365"/>
            <ac:spMk id="8" creationId="{6CF85C25-FECF-02E7-8B5D-63C724E2B28B}"/>
          </ac:spMkLst>
        </pc:spChg>
      </pc:sldChg>
      <pc:sldChg chg="modSp mod">
        <pc:chgData name="Ero Sennin" userId="03426be40f75dd1c" providerId="LiveId" clId="{9C1223CD-F7C6-44CA-8A88-49AA15314BF5}" dt="2023-11-19T03:17:49.733" v="32" actId="113"/>
        <pc:sldMkLst>
          <pc:docMk/>
          <pc:sldMk cId="1179856051" sldId="366"/>
        </pc:sldMkLst>
        <pc:spChg chg="mod">
          <ac:chgData name="Ero Sennin" userId="03426be40f75dd1c" providerId="LiveId" clId="{9C1223CD-F7C6-44CA-8A88-49AA15314BF5}" dt="2023-11-19T03:17:31.421" v="27"/>
          <ac:spMkLst>
            <pc:docMk/>
            <pc:sldMk cId="1179856051" sldId="366"/>
            <ac:spMk id="6" creationId="{52BDBAC3-67AD-4A97-7850-28F18722F0B1}"/>
          </ac:spMkLst>
        </pc:spChg>
        <pc:spChg chg="mod">
          <ac:chgData name="Ero Sennin" userId="03426be40f75dd1c" providerId="LiveId" clId="{9C1223CD-F7C6-44CA-8A88-49AA15314BF5}" dt="2023-11-19T03:17:49.733" v="32" actId="113"/>
          <ac:spMkLst>
            <pc:docMk/>
            <pc:sldMk cId="1179856051" sldId="366"/>
            <ac:spMk id="8" creationId="{6CF85C25-FECF-02E7-8B5D-63C724E2B28B}"/>
          </ac:spMkLst>
        </pc:spChg>
      </pc:sldChg>
      <pc:sldChg chg="modSp mod">
        <pc:chgData name="Ero Sennin" userId="03426be40f75dd1c" providerId="LiveId" clId="{9C1223CD-F7C6-44CA-8A88-49AA15314BF5}" dt="2023-11-19T03:18:30.638" v="38" actId="113"/>
        <pc:sldMkLst>
          <pc:docMk/>
          <pc:sldMk cId="1166055557" sldId="367"/>
        </pc:sldMkLst>
        <pc:spChg chg="mod">
          <ac:chgData name="Ero Sennin" userId="03426be40f75dd1c" providerId="LiveId" clId="{9C1223CD-F7C6-44CA-8A88-49AA15314BF5}" dt="2023-11-19T03:18:13.404" v="33"/>
          <ac:spMkLst>
            <pc:docMk/>
            <pc:sldMk cId="1166055557" sldId="367"/>
            <ac:spMk id="6" creationId="{52BDBAC3-67AD-4A97-7850-28F18722F0B1}"/>
          </ac:spMkLst>
        </pc:spChg>
        <pc:spChg chg="mod">
          <ac:chgData name="Ero Sennin" userId="03426be40f75dd1c" providerId="LiveId" clId="{9C1223CD-F7C6-44CA-8A88-49AA15314BF5}" dt="2023-11-19T03:18:30.638" v="38" actId="113"/>
          <ac:spMkLst>
            <pc:docMk/>
            <pc:sldMk cId="1166055557" sldId="367"/>
            <ac:spMk id="8" creationId="{6CF85C25-FECF-02E7-8B5D-63C724E2B28B}"/>
          </ac:spMkLst>
        </pc:spChg>
      </pc:sldChg>
      <pc:sldChg chg="modSp mod">
        <pc:chgData name="Ero Sennin" userId="03426be40f75dd1c" providerId="LiveId" clId="{9C1223CD-F7C6-44CA-8A88-49AA15314BF5}" dt="2023-11-19T03:18:59.350" v="47" actId="113"/>
        <pc:sldMkLst>
          <pc:docMk/>
          <pc:sldMk cId="1542159574" sldId="368"/>
        </pc:sldMkLst>
        <pc:spChg chg="mod">
          <ac:chgData name="Ero Sennin" userId="03426be40f75dd1c" providerId="LiveId" clId="{9C1223CD-F7C6-44CA-8A88-49AA15314BF5}" dt="2023-11-19T03:18:44.562" v="40"/>
          <ac:spMkLst>
            <pc:docMk/>
            <pc:sldMk cId="1542159574" sldId="368"/>
            <ac:spMk id="6" creationId="{52BDBAC3-67AD-4A97-7850-28F18722F0B1}"/>
          </ac:spMkLst>
        </pc:spChg>
        <pc:spChg chg="mod">
          <ac:chgData name="Ero Sennin" userId="03426be40f75dd1c" providerId="LiveId" clId="{9C1223CD-F7C6-44CA-8A88-49AA15314BF5}" dt="2023-11-19T03:18:59.350" v="47" actId="113"/>
          <ac:spMkLst>
            <pc:docMk/>
            <pc:sldMk cId="1542159574" sldId="368"/>
            <ac:spMk id="8" creationId="{6CF85C25-FECF-02E7-8B5D-63C724E2B28B}"/>
          </ac:spMkLst>
        </pc:spChg>
      </pc:sldChg>
      <pc:sldChg chg="modSp mod">
        <pc:chgData name="Ero Sennin" userId="03426be40f75dd1c" providerId="LiveId" clId="{9C1223CD-F7C6-44CA-8A88-49AA15314BF5}" dt="2023-11-19T03:19:22.922" v="55" actId="113"/>
        <pc:sldMkLst>
          <pc:docMk/>
          <pc:sldMk cId="780176159" sldId="369"/>
        </pc:sldMkLst>
        <pc:spChg chg="mod">
          <ac:chgData name="Ero Sennin" userId="03426be40f75dd1c" providerId="LiveId" clId="{9C1223CD-F7C6-44CA-8A88-49AA15314BF5}" dt="2023-11-19T03:19:10.991" v="49"/>
          <ac:spMkLst>
            <pc:docMk/>
            <pc:sldMk cId="780176159" sldId="369"/>
            <ac:spMk id="6" creationId="{52BDBAC3-67AD-4A97-7850-28F18722F0B1}"/>
          </ac:spMkLst>
        </pc:spChg>
        <pc:spChg chg="mod">
          <ac:chgData name="Ero Sennin" userId="03426be40f75dd1c" providerId="LiveId" clId="{9C1223CD-F7C6-44CA-8A88-49AA15314BF5}" dt="2023-11-19T03:19:22.922" v="55" actId="113"/>
          <ac:spMkLst>
            <pc:docMk/>
            <pc:sldMk cId="780176159" sldId="369"/>
            <ac:spMk id="8" creationId="{6CF85C25-FECF-02E7-8B5D-63C724E2B28B}"/>
          </ac:spMkLst>
        </pc:spChg>
      </pc:sldChg>
      <pc:sldChg chg="modSp mod">
        <pc:chgData name="Ero Sennin" userId="03426be40f75dd1c" providerId="LiveId" clId="{9C1223CD-F7C6-44CA-8A88-49AA15314BF5}" dt="2023-11-19T03:19:46.842" v="61" actId="113"/>
        <pc:sldMkLst>
          <pc:docMk/>
          <pc:sldMk cId="4227814038" sldId="370"/>
        </pc:sldMkLst>
        <pc:spChg chg="mod">
          <ac:chgData name="Ero Sennin" userId="03426be40f75dd1c" providerId="LiveId" clId="{9C1223CD-F7C6-44CA-8A88-49AA15314BF5}" dt="2023-11-19T03:19:37.641" v="57"/>
          <ac:spMkLst>
            <pc:docMk/>
            <pc:sldMk cId="4227814038" sldId="370"/>
            <ac:spMk id="6" creationId="{52BDBAC3-67AD-4A97-7850-28F18722F0B1}"/>
          </ac:spMkLst>
        </pc:spChg>
        <pc:spChg chg="mod">
          <ac:chgData name="Ero Sennin" userId="03426be40f75dd1c" providerId="LiveId" clId="{9C1223CD-F7C6-44CA-8A88-49AA15314BF5}" dt="2023-11-19T03:19:46.842" v="61" actId="113"/>
          <ac:spMkLst>
            <pc:docMk/>
            <pc:sldMk cId="4227814038" sldId="370"/>
            <ac:spMk id="8" creationId="{6CF85C25-FECF-02E7-8B5D-63C724E2B28B}"/>
          </ac:spMkLst>
        </pc:spChg>
      </pc:sldChg>
      <pc:sldChg chg="modSp mod">
        <pc:chgData name="Ero Sennin" userId="03426be40f75dd1c" providerId="LiveId" clId="{9C1223CD-F7C6-44CA-8A88-49AA15314BF5}" dt="2023-11-19T03:20:18.832" v="67" actId="113"/>
        <pc:sldMkLst>
          <pc:docMk/>
          <pc:sldMk cId="3853773006" sldId="371"/>
        </pc:sldMkLst>
        <pc:spChg chg="mod">
          <ac:chgData name="Ero Sennin" userId="03426be40f75dd1c" providerId="LiveId" clId="{9C1223CD-F7C6-44CA-8A88-49AA15314BF5}" dt="2023-11-19T03:20:06.530" v="63" actId="1076"/>
          <ac:spMkLst>
            <pc:docMk/>
            <pc:sldMk cId="3853773006" sldId="371"/>
            <ac:spMk id="6" creationId="{52BDBAC3-67AD-4A97-7850-28F18722F0B1}"/>
          </ac:spMkLst>
        </pc:spChg>
        <pc:spChg chg="mod">
          <ac:chgData name="Ero Sennin" userId="03426be40f75dd1c" providerId="LiveId" clId="{9C1223CD-F7C6-44CA-8A88-49AA15314BF5}" dt="2023-11-19T03:20:18.832" v="67" actId="113"/>
          <ac:spMkLst>
            <pc:docMk/>
            <pc:sldMk cId="3853773006" sldId="371"/>
            <ac:spMk id="8" creationId="{6CF85C25-FECF-02E7-8B5D-63C724E2B28B}"/>
          </ac:spMkLst>
        </pc:spChg>
      </pc:sldChg>
      <pc:sldChg chg="modSp mod">
        <pc:chgData name="Ero Sennin" userId="03426be40f75dd1c" providerId="LiveId" clId="{9C1223CD-F7C6-44CA-8A88-49AA15314BF5}" dt="2023-11-19T03:22:26.952" v="79" actId="255"/>
        <pc:sldMkLst>
          <pc:docMk/>
          <pc:sldMk cId="784932187" sldId="372"/>
        </pc:sldMkLst>
        <pc:spChg chg="mod">
          <ac:chgData name="Ero Sennin" userId="03426be40f75dd1c" providerId="LiveId" clId="{9C1223CD-F7C6-44CA-8A88-49AA15314BF5}" dt="2023-11-19T03:22:26.952" v="79" actId="255"/>
          <ac:spMkLst>
            <pc:docMk/>
            <pc:sldMk cId="784932187" sldId="372"/>
            <ac:spMk id="8" creationId="{6CF85C25-FECF-02E7-8B5D-63C724E2B28B}"/>
          </ac:spMkLst>
        </pc:spChg>
      </pc:sldChg>
    </pc:docChg>
  </pc:docChgLst>
  <pc:docChgLst>
    <pc:chgData name="Ero Sennin" userId="03426be40f75dd1c" providerId="LiveId" clId="{98815DDA-BCCC-4521-B938-848ED04C0442}"/>
    <pc:docChg chg="undo custSel delSld modSld">
      <pc:chgData name="Ero Sennin" userId="03426be40f75dd1c" providerId="LiveId" clId="{98815DDA-BCCC-4521-B938-848ED04C0442}" dt="2023-11-19T03:39:54.514" v="54" actId="1076"/>
      <pc:docMkLst>
        <pc:docMk/>
      </pc:docMkLst>
      <pc:sldChg chg="modSp mod">
        <pc:chgData name="Ero Sennin" userId="03426be40f75dd1c" providerId="LiveId" clId="{98815DDA-BCCC-4521-B938-848ED04C0442}" dt="2023-11-19T03:23:11.409" v="1"/>
        <pc:sldMkLst>
          <pc:docMk/>
          <pc:sldMk cId="0" sldId="256"/>
        </pc:sldMkLst>
        <pc:spChg chg="mod">
          <ac:chgData name="Ero Sennin" userId="03426be40f75dd1c" providerId="LiveId" clId="{98815DDA-BCCC-4521-B938-848ED04C0442}" dt="2023-11-19T03:23:11.409" v="1"/>
          <ac:spMkLst>
            <pc:docMk/>
            <pc:sldMk cId="0" sldId="256"/>
            <ac:spMk id="58" creationId="{00000000-0000-0000-0000-000000000000}"/>
          </ac:spMkLst>
        </pc:spChg>
      </pc:sldChg>
      <pc:sldChg chg="modSp mod">
        <pc:chgData name="Ero Sennin" userId="03426be40f75dd1c" providerId="LiveId" clId="{98815DDA-BCCC-4521-B938-848ED04C0442}" dt="2023-11-19T03:39:11.345" v="50" actId="20577"/>
        <pc:sldMkLst>
          <pc:docMk/>
          <pc:sldMk cId="0" sldId="258"/>
        </pc:sldMkLst>
        <pc:spChg chg="mod">
          <ac:chgData name="Ero Sennin" userId="03426be40f75dd1c" providerId="LiveId" clId="{98815DDA-BCCC-4521-B938-848ED04C0442}" dt="2023-11-19T03:39:11.345" v="50" actId="20577"/>
          <ac:spMkLst>
            <pc:docMk/>
            <pc:sldMk cId="0" sldId="258"/>
            <ac:spMk id="72" creationId="{00000000-0000-0000-0000-000000000000}"/>
          </ac:spMkLst>
        </pc:spChg>
      </pc:sldChg>
      <pc:sldChg chg="modSp mod">
        <pc:chgData name="Ero Sennin" userId="03426be40f75dd1c" providerId="LiveId" clId="{98815DDA-BCCC-4521-B938-848ED04C0442}" dt="2023-11-19T03:39:54.514" v="54" actId="1076"/>
        <pc:sldMkLst>
          <pc:docMk/>
          <pc:sldMk cId="1909956528" sldId="331"/>
        </pc:sldMkLst>
        <pc:spChg chg="mod">
          <ac:chgData name="Ero Sennin" userId="03426be40f75dd1c" providerId="LiveId" clId="{98815DDA-BCCC-4521-B938-848ED04C0442}" dt="2023-11-19T03:39:54.514" v="54" actId="1076"/>
          <ac:spMkLst>
            <pc:docMk/>
            <pc:sldMk cId="1909956528" sldId="331"/>
            <ac:spMk id="6" creationId="{52BDBAC3-67AD-4A97-7850-28F18722F0B1}"/>
          </ac:spMkLst>
        </pc:spChg>
        <pc:spChg chg="mod">
          <ac:chgData name="Ero Sennin" userId="03426be40f75dd1c" providerId="LiveId" clId="{98815DDA-BCCC-4521-B938-848ED04C0442}" dt="2023-11-19T03:36:46.892" v="15" actId="20577"/>
          <ac:spMkLst>
            <pc:docMk/>
            <pc:sldMk cId="1909956528" sldId="331"/>
            <ac:spMk id="8" creationId="{6CF85C25-FECF-02E7-8B5D-63C724E2B28B}"/>
          </ac:spMkLst>
        </pc:spChg>
      </pc:sldChg>
      <pc:sldChg chg="modSp mod">
        <pc:chgData name="Ero Sennin" userId="03426be40f75dd1c" providerId="LiveId" clId="{98815DDA-BCCC-4521-B938-848ED04C0442}" dt="2023-11-19T03:39:40.097" v="52" actId="1076"/>
        <pc:sldMkLst>
          <pc:docMk/>
          <pc:sldMk cId="3079585306" sldId="365"/>
        </pc:sldMkLst>
        <pc:spChg chg="mod">
          <ac:chgData name="Ero Sennin" userId="03426be40f75dd1c" providerId="LiveId" clId="{98815DDA-BCCC-4521-B938-848ED04C0442}" dt="2023-11-19T03:39:40.097" v="52" actId="1076"/>
          <ac:spMkLst>
            <pc:docMk/>
            <pc:sldMk cId="3079585306" sldId="365"/>
            <ac:spMk id="6" creationId="{52BDBAC3-67AD-4A97-7850-28F18722F0B1}"/>
          </ac:spMkLst>
        </pc:spChg>
        <pc:spChg chg="mod">
          <ac:chgData name="Ero Sennin" userId="03426be40f75dd1c" providerId="LiveId" clId="{98815DDA-BCCC-4521-B938-848ED04C0442}" dt="2023-11-19T03:37:08.228" v="20" actId="20577"/>
          <ac:spMkLst>
            <pc:docMk/>
            <pc:sldMk cId="3079585306" sldId="365"/>
            <ac:spMk id="8" creationId="{6CF85C25-FECF-02E7-8B5D-63C724E2B28B}"/>
          </ac:spMkLst>
        </pc:spChg>
      </pc:sldChg>
      <pc:sldChg chg="modSp mod">
        <pc:chgData name="Ero Sennin" userId="03426be40f75dd1c" providerId="LiveId" clId="{98815DDA-BCCC-4521-B938-848ED04C0442}" dt="2023-11-19T03:37:29.890" v="24"/>
        <pc:sldMkLst>
          <pc:docMk/>
          <pc:sldMk cId="1179856051" sldId="366"/>
        </pc:sldMkLst>
        <pc:spChg chg="mod">
          <ac:chgData name="Ero Sennin" userId="03426be40f75dd1c" providerId="LiveId" clId="{98815DDA-BCCC-4521-B938-848ED04C0442}" dt="2023-11-19T03:37:29.890" v="24"/>
          <ac:spMkLst>
            <pc:docMk/>
            <pc:sldMk cId="1179856051" sldId="366"/>
            <ac:spMk id="6" creationId="{52BDBAC3-67AD-4A97-7850-28F18722F0B1}"/>
          </ac:spMkLst>
        </pc:spChg>
        <pc:spChg chg="mod">
          <ac:chgData name="Ero Sennin" userId="03426be40f75dd1c" providerId="LiveId" clId="{98815DDA-BCCC-4521-B938-848ED04C0442}" dt="2023-11-19T03:37:19.007" v="23" actId="20577"/>
          <ac:spMkLst>
            <pc:docMk/>
            <pc:sldMk cId="1179856051" sldId="366"/>
            <ac:spMk id="8" creationId="{6CF85C25-FECF-02E7-8B5D-63C724E2B28B}"/>
          </ac:spMkLst>
        </pc:spChg>
      </pc:sldChg>
      <pc:sldChg chg="modSp mod">
        <pc:chgData name="Ero Sennin" userId="03426be40f75dd1c" providerId="LiveId" clId="{98815DDA-BCCC-4521-B938-848ED04C0442}" dt="2023-11-19T03:37:46.344" v="28" actId="20577"/>
        <pc:sldMkLst>
          <pc:docMk/>
          <pc:sldMk cId="1166055557" sldId="367"/>
        </pc:sldMkLst>
        <pc:spChg chg="mod">
          <ac:chgData name="Ero Sennin" userId="03426be40f75dd1c" providerId="LiveId" clId="{98815DDA-BCCC-4521-B938-848ED04C0442}" dt="2023-11-19T03:37:37.541" v="25"/>
          <ac:spMkLst>
            <pc:docMk/>
            <pc:sldMk cId="1166055557" sldId="367"/>
            <ac:spMk id="6" creationId="{52BDBAC3-67AD-4A97-7850-28F18722F0B1}"/>
          </ac:spMkLst>
        </pc:spChg>
        <pc:spChg chg="mod">
          <ac:chgData name="Ero Sennin" userId="03426be40f75dd1c" providerId="LiveId" clId="{98815DDA-BCCC-4521-B938-848ED04C0442}" dt="2023-11-19T03:37:46.344" v="28" actId="20577"/>
          <ac:spMkLst>
            <pc:docMk/>
            <pc:sldMk cId="1166055557" sldId="367"/>
            <ac:spMk id="8" creationId="{6CF85C25-FECF-02E7-8B5D-63C724E2B28B}"/>
          </ac:spMkLst>
        </pc:spChg>
      </pc:sldChg>
      <pc:sldChg chg="modSp mod">
        <pc:chgData name="Ero Sennin" userId="03426be40f75dd1c" providerId="LiveId" clId="{98815DDA-BCCC-4521-B938-848ED04C0442}" dt="2023-11-19T03:38:05.825" v="32" actId="20577"/>
        <pc:sldMkLst>
          <pc:docMk/>
          <pc:sldMk cId="1542159574" sldId="368"/>
        </pc:sldMkLst>
        <pc:spChg chg="mod">
          <ac:chgData name="Ero Sennin" userId="03426be40f75dd1c" providerId="LiveId" clId="{98815DDA-BCCC-4521-B938-848ED04C0442}" dt="2023-11-19T03:37:57.673" v="29"/>
          <ac:spMkLst>
            <pc:docMk/>
            <pc:sldMk cId="1542159574" sldId="368"/>
            <ac:spMk id="6" creationId="{52BDBAC3-67AD-4A97-7850-28F18722F0B1}"/>
          </ac:spMkLst>
        </pc:spChg>
        <pc:spChg chg="mod">
          <ac:chgData name="Ero Sennin" userId="03426be40f75dd1c" providerId="LiveId" clId="{98815DDA-BCCC-4521-B938-848ED04C0442}" dt="2023-11-19T03:38:05.825" v="32" actId="20577"/>
          <ac:spMkLst>
            <pc:docMk/>
            <pc:sldMk cId="1542159574" sldId="368"/>
            <ac:spMk id="8" creationId="{6CF85C25-FECF-02E7-8B5D-63C724E2B28B}"/>
          </ac:spMkLst>
        </pc:spChg>
      </pc:sldChg>
      <pc:sldChg chg="modSp mod">
        <pc:chgData name="Ero Sennin" userId="03426be40f75dd1c" providerId="LiveId" clId="{98815DDA-BCCC-4521-B938-848ED04C0442}" dt="2023-11-19T03:38:26.048" v="36" actId="113"/>
        <pc:sldMkLst>
          <pc:docMk/>
          <pc:sldMk cId="780176159" sldId="369"/>
        </pc:sldMkLst>
        <pc:spChg chg="mod">
          <ac:chgData name="Ero Sennin" userId="03426be40f75dd1c" providerId="LiveId" clId="{98815DDA-BCCC-4521-B938-848ED04C0442}" dt="2023-11-19T03:38:17.361" v="33"/>
          <ac:spMkLst>
            <pc:docMk/>
            <pc:sldMk cId="780176159" sldId="369"/>
            <ac:spMk id="6" creationId="{52BDBAC3-67AD-4A97-7850-28F18722F0B1}"/>
          </ac:spMkLst>
        </pc:spChg>
        <pc:spChg chg="mod">
          <ac:chgData name="Ero Sennin" userId="03426be40f75dd1c" providerId="LiveId" clId="{98815DDA-BCCC-4521-B938-848ED04C0442}" dt="2023-11-19T03:38:26.048" v="36" actId="113"/>
          <ac:spMkLst>
            <pc:docMk/>
            <pc:sldMk cId="780176159" sldId="369"/>
            <ac:spMk id="8" creationId="{6CF85C25-FECF-02E7-8B5D-63C724E2B28B}"/>
          </ac:spMkLst>
        </pc:spChg>
      </pc:sldChg>
      <pc:sldChg chg="modSp mod">
        <pc:chgData name="Ero Sennin" userId="03426be40f75dd1c" providerId="LiveId" clId="{98815DDA-BCCC-4521-B938-848ED04C0442}" dt="2023-11-19T03:38:40.594" v="40" actId="20577"/>
        <pc:sldMkLst>
          <pc:docMk/>
          <pc:sldMk cId="4227814038" sldId="370"/>
        </pc:sldMkLst>
        <pc:spChg chg="mod">
          <ac:chgData name="Ero Sennin" userId="03426be40f75dd1c" providerId="LiveId" clId="{98815DDA-BCCC-4521-B938-848ED04C0442}" dt="2023-11-19T03:38:34.099" v="37"/>
          <ac:spMkLst>
            <pc:docMk/>
            <pc:sldMk cId="4227814038" sldId="370"/>
            <ac:spMk id="6" creationId="{52BDBAC3-67AD-4A97-7850-28F18722F0B1}"/>
          </ac:spMkLst>
        </pc:spChg>
        <pc:spChg chg="mod">
          <ac:chgData name="Ero Sennin" userId="03426be40f75dd1c" providerId="LiveId" clId="{98815DDA-BCCC-4521-B938-848ED04C0442}" dt="2023-11-19T03:38:40.594" v="40" actId="20577"/>
          <ac:spMkLst>
            <pc:docMk/>
            <pc:sldMk cId="4227814038" sldId="370"/>
            <ac:spMk id="8" creationId="{6CF85C25-FECF-02E7-8B5D-63C724E2B28B}"/>
          </ac:spMkLst>
        </pc:spChg>
      </pc:sldChg>
      <pc:sldChg chg="modSp mod">
        <pc:chgData name="Ero Sennin" userId="03426be40f75dd1c" providerId="LiveId" clId="{98815DDA-BCCC-4521-B938-848ED04C0442}" dt="2023-11-19T03:39:26.064" v="51" actId="1076"/>
        <pc:sldMkLst>
          <pc:docMk/>
          <pc:sldMk cId="3853773006" sldId="371"/>
        </pc:sldMkLst>
        <pc:spChg chg="mod">
          <ac:chgData name="Ero Sennin" userId="03426be40f75dd1c" providerId="LiveId" clId="{98815DDA-BCCC-4521-B938-848ED04C0442}" dt="2023-11-19T03:39:26.064" v="51" actId="1076"/>
          <ac:spMkLst>
            <pc:docMk/>
            <pc:sldMk cId="3853773006" sldId="371"/>
            <ac:spMk id="6" creationId="{52BDBAC3-67AD-4A97-7850-28F18722F0B1}"/>
          </ac:spMkLst>
        </pc:spChg>
        <pc:spChg chg="mod">
          <ac:chgData name="Ero Sennin" userId="03426be40f75dd1c" providerId="LiveId" clId="{98815DDA-BCCC-4521-B938-848ED04C0442}" dt="2023-11-19T03:38:56.906" v="48" actId="20577"/>
          <ac:spMkLst>
            <pc:docMk/>
            <pc:sldMk cId="3853773006" sldId="371"/>
            <ac:spMk id="8" creationId="{6CF85C25-FECF-02E7-8B5D-63C724E2B28B}"/>
          </ac:spMkLst>
        </pc:spChg>
      </pc:sldChg>
      <pc:sldChg chg="del">
        <pc:chgData name="Ero Sennin" userId="03426be40f75dd1c" providerId="LiveId" clId="{98815DDA-BCCC-4521-B938-848ED04C0442}" dt="2023-11-19T03:39:08.357" v="49" actId="47"/>
        <pc:sldMkLst>
          <pc:docMk/>
          <pc:sldMk cId="784932187" sldId="372"/>
        </pc:sldMkLst>
      </pc:sldChg>
    </pc:docChg>
  </pc:docChgLst>
  <pc:docChgLst>
    <pc:chgData name="Ero Sennin" userId="03426be40f75dd1c" providerId="LiveId" clId="{D0E502A0-A6DA-4CC1-86CC-25483B08AD6F}"/>
    <pc:docChg chg="undo custSel addSld delSld modSld">
      <pc:chgData name="Ero Sennin" userId="03426be40f75dd1c" providerId="LiveId" clId="{D0E502A0-A6DA-4CC1-86CC-25483B08AD6F}" dt="2023-11-18T18:20:51.137" v="84" actId="47"/>
      <pc:docMkLst>
        <pc:docMk/>
      </pc:docMkLst>
      <pc:sldChg chg="modSp mod">
        <pc:chgData name="Ero Sennin" userId="03426be40f75dd1c" providerId="LiveId" clId="{D0E502A0-A6DA-4CC1-86CC-25483B08AD6F}" dt="2023-11-18T18:07:03.251" v="20" actId="1076"/>
        <pc:sldMkLst>
          <pc:docMk/>
          <pc:sldMk cId="0" sldId="256"/>
        </pc:sldMkLst>
        <pc:spChg chg="mod">
          <ac:chgData name="Ero Sennin" userId="03426be40f75dd1c" providerId="LiveId" clId="{D0E502A0-A6DA-4CC1-86CC-25483B08AD6F}" dt="2023-11-18T18:07:03.251" v="20" actId="1076"/>
          <ac:spMkLst>
            <pc:docMk/>
            <pc:sldMk cId="0" sldId="256"/>
            <ac:spMk id="58" creationId="{00000000-0000-0000-0000-000000000000}"/>
          </ac:spMkLst>
        </pc:spChg>
        <pc:picChg chg="mod">
          <ac:chgData name="Ero Sennin" userId="03426be40f75dd1c" providerId="LiveId" clId="{D0E502A0-A6DA-4CC1-86CC-25483B08AD6F}" dt="2023-11-18T18:06:55.577" v="17" actId="1076"/>
          <ac:picMkLst>
            <pc:docMk/>
            <pc:sldMk cId="0" sldId="256"/>
            <ac:picMk id="57" creationId="{00000000-0000-0000-0000-000000000000}"/>
          </ac:picMkLst>
        </pc:picChg>
      </pc:sldChg>
      <pc:sldChg chg="addSp delSp modSp mod">
        <pc:chgData name="Ero Sennin" userId="03426be40f75dd1c" providerId="LiveId" clId="{D0E502A0-A6DA-4CC1-86CC-25483B08AD6F}" dt="2023-11-18T18:06:35.050" v="11" actId="1076"/>
        <pc:sldMkLst>
          <pc:docMk/>
          <pc:sldMk cId="0" sldId="258"/>
        </pc:sldMkLst>
        <pc:spChg chg="mod">
          <ac:chgData name="Ero Sennin" userId="03426be40f75dd1c" providerId="LiveId" clId="{D0E502A0-A6DA-4CC1-86CC-25483B08AD6F}" dt="2023-11-18T18:06:35.050" v="11" actId="1076"/>
          <ac:spMkLst>
            <pc:docMk/>
            <pc:sldMk cId="0" sldId="258"/>
            <ac:spMk id="72" creationId="{00000000-0000-0000-0000-000000000000}"/>
          </ac:spMkLst>
        </pc:spChg>
        <pc:graphicFrameChg chg="add del mod">
          <ac:chgData name="Ero Sennin" userId="03426be40f75dd1c" providerId="LiveId" clId="{D0E502A0-A6DA-4CC1-86CC-25483B08AD6F}" dt="2023-11-18T18:05:51.841" v="1"/>
          <ac:graphicFrameMkLst>
            <pc:docMk/>
            <pc:sldMk cId="0" sldId="258"/>
            <ac:graphicFrameMk id="3" creationId="{F466027A-CC25-3537-B686-7A6E9D1986A2}"/>
          </ac:graphicFrameMkLst>
        </pc:graphicFrameChg>
      </pc:sldChg>
      <pc:sldChg chg="modSp add del mod">
        <pc:chgData name="Ero Sennin" userId="03426be40f75dd1c" providerId="LiveId" clId="{D0E502A0-A6DA-4CC1-86CC-25483B08AD6F}" dt="2023-11-18T18:15:02.068" v="31" actId="20577"/>
        <pc:sldMkLst>
          <pc:docMk/>
          <pc:sldMk cId="1909956528" sldId="331"/>
        </pc:sldMkLst>
        <pc:spChg chg="mod">
          <ac:chgData name="Ero Sennin" userId="03426be40f75dd1c" providerId="LiveId" clId="{D0E502A0-A6DA-4CC1-86CC-25483B08AD6F}" dt="2023-11-18T18:10:49.445" v="26" actId="14100"/>
          <ac:spMkLst>
            <pc:docMk/>
            <pc:sldMk cId="1909956528" sldId="331"/>
            <ac:spMk id="6" creationId="{52BDBAC3-67AD-4A97-7850-28F18722F0B1}"/>
          </ac:spMkLst>
        </pc:spChg>
        <pc:spChg chg="mod">
          <ac:chgData name="Ero Sennin" userId="03426be40f75dd1c" providerId="LiveId" clId="{D0E502A0-A6DA-4CC1-86CC-25483B08AD6F}" dt="2023-11-18T18:15:02.068" v="31" actId="20577"/>
          <ac:spMkLst>
            <pc:docMk/>
            <pc:sldMk cId="1909956528" sldId="331"/>
            <ac:spMk id="8" creationId="{6CF85C25-FECF-02E7-8B5D-63C724E2B28B}"/>
          </ac:spMkLst>
        </pc:spChg>
      </pc:sldChg>
      <pc:sldChg chg="add del">
        <pc:chgData name="Ero Sennin" userId="03426be40f75dd1c" providerId="LiveId" clId="{D0E502A0-A6DA-4CC1-86CC-25483B08AD6F}" dt="2023-11-18T18:10:33.488" v="23" actId="47"/>
        <pc:sldMkLst>
          <pc:docMk/>
          <pc:sldMk cId="265992425" sldId="332"/>
        </pc:sldMkLst>
      </pc:sldChg>
      <pc:sldChg chg="add del">
        <pc:chgData name="Ero Sennin" userId="03426be40f75dd1c" providerId="LiveId" clId="{D0E502A0-A6DA-4CC1-86CC-25483B08AD6F}" dt="2023-11-18T18:10:33.488" v="23" actId="47"/>
        <pc:sldMkLst>
          <pc:docMk/>
          <pc:sldMk cId="3161217611" sldId="333"/>
        </pc:sldMkLst>
      </pc:sldChg>
      <pc:sldChg chg="add del">
        <pc:chgData name="Ero Sennin" userId="03426be40f75dd1c" providerId="LiveId" clId="{D0E502A0-A6DA-4CC1-86CC-25483B08AD6F}" dt="2023-11-18T18:10:33.488" v="23" actId="47"/>
        <pc:sldMkLst>
          <pc:docMk/>
          <pc:sldMk cId="2794045480" sldId="334"/>
        </pc:sldMkLst>
      </pc:sldChg>
      <pc:sldChg chg="add del">
        <pc:chgData name="Ero Sennin" userId="03426be40f75dd1c" providerId="LiveId" clId="{D0E502A0-A6DA-4CC1-86CC-25483B08AD6F}" dt="2023-11-18T18:10:33.488" v="23" actId="47"/>
        <pc:sldMkLst>
          <pc:docMk/>
          <pc:sldMk cId="4204554352" sldId="335"/>
        </pc:sldMkLst>
      </pc:sldChg>
      <pc:sldChg chg="add del">
        <pc:chgData name="Ero Sennin" userId="03426be40f75dd1c" providerId="LiveId" clId="{D0E502A0-A6DA-4CC1-86CC-25483B08AD6F}" dt="2023-11-18T18:10:33.488" v="23" actId="47"/>
        <pc:sldMkLst>
          <pc:docMk/>
          <pc:sldMk cId="1789055924" sldId="336"/>
        </pc:sldMkLst>
      </pc:sldChg>
      <pc:sldChg chg="add del">
        <pc:chgData name="Ero Sennin" userId="03426be40f75dd1c" providerId="LiveId" clId="{D0E502A0-A6DA-4CC1-86CC-25483B08AD6F}" dt="2023-11-18T18:10:33.488" v="23" actId="47"/>
        <pc:sldMkLst>
          <pc:docMk/>
          <pc:sldMk cId="2941605581" sldId="337"/>
        </pc:sldMkLst>
      </pc:sldChg>
      <pc:sldChg chg="add del">
        <pc:chgData name="Ero Sennin" userId="03426be40f75dd1c" providerId="LiveId" clId="{D0E502A0-A6DA-4CC1-86CC-25483B08AD6F}" dt="2023-11-18T18:10:33.488" v="23" actId="47"/>
        <pc:sldMkLst>
          <pc:docMk/>
          <pc:sldMk cId="3117361790" sldId="339"/>
        </pc:sldMkLst>
      </pc:sldChg>
      <pc:sldChg chg="add del">
        <pc:chgData name="Ero Sennin" userId="03426be40f75dd1c" providerId="LiveId" clId="{D0E502A0-A6DA-4CC1-86CC-25483B08AD6F}" dt="2023-11-18T18:10:33.488" v="23" actId="47"/>
        <pc:sldMkLst>
          <pc:docMk/>
          <pc:sldMk cId="379817075" sldId="340"/>
        </pc:sldMkLst>
      </pc:sldChg>
      <pc:sldChg chg="add del">
        <pc:chgData name="Ero Sennin" userId="03426be40f75dd1c" providerId="LiveId" clId="{D0E502A0-A6DA-4CC1-86CC-25483B08AD6F}" dt="2023-11-18T18:10:33.488" v="23" actId="47"/>
        <pc:sldMkLst>
          <pc:docMk/>
          <pc:sldMk cId="424304537" sldId="341"/>
        </pc:sldMkLst>
      </pc:sldChg>
      <pc:sldChg chg="add del">
        <pc:chgData name="Ero Sennin" userId="03426be40f75dd1c" providerId="LiveId" clId="{D0E502A0-A6DA-4CC1-86CC-25483B08AD6F}" dt="2023-11-18T18:10:33.488" v="23" actId="47"/>
        <pc:sldMkLst>
          <pc:docMk/>
          <pc:sldMk cId="2187594355" sldId="342"/>
        </pc:sldMkLst>
      </pc:sldChg>
      <pc:sldChg chg="add del">
        <pc:chgData name="Ero Sennin" userId="03426be40f75dd1c" providerId="LiveId" clId="{D0E502A0-A6DA-4CC1-86CC-25483B08AD6F}" dt="2023-11-18T18:10:33.488" v="23" actId="47"/>
        <pc:sldMkLst>
          <pc:docMk/>
          <pc:sldMk cId="3977605819" sldId="343"/>
        </pc:sldMkLst>
      </pc:sldChg>
      <pc:sldChg chg="add del">
        <pc:chgData name="Ero Sennin" userId="03426be40f75dd1c" providerId="LiveId" clId="{D0E502A0-A6DA-4CC1-86CC-25483B08AD6F}" dt="2023-11-18T18:10:33.488" v="23" actId="47"/>
        <pc:sldMkLst>
          <pc:docMk/>
          <pc:sldMk cId="71056339" sldId="344"/>
        </pc:sldMkLst>
      </pc:sldChg>
      <pc:sldChg chg="add del">
        <pc:chgData name="Ero Sennin" userId="03426be40f75dd1c" providerId="LiveId" clId="{D0E502A0-A6DA-4CC1-86CC-25483B08AD6F}" dt="2023-11-18T18:10:33.488" v="23" actId="47"/>
        <pc:sldMkLst>
          <pc:docMk/>
          <pc:sldMk cId="3362010045" sldId="345"/>
        </pc:sldMkLst>
      </pc:sldChg>
      <pc:sldChg chg="add del">
        <pc:chgData name="Ero Sennin" userId="03426be40f75dd1c" providerId="LiveId" clId="{D0E502A0-A6DA-4CC1-86CC-25483B08AD6F}" dt="2023-11-18T18:10:33.488" v="23" actId="47"/>
        <pc:sldMkLst>
          <pc:docMk/>
          <pc:sldMk cId="1608157032" sldId="346"/>
        </pc:sldMkLst>
      </pc:sldChg>
      <pc:sldChg chg="add del">
        <pc:chgData name="Ero Sennin" userId="03426be40f75dd1c" providerId="LiveId" clId="{D0E502A0-A6DA-4CC1-86CC-25483B08AD6F}" dt="2023-11-18T18:10:33.488" v="23" actId="47"/>
        <pc:sldMkLst>
          <pc:docMk/>
          <pc:sldMk cId="1396905398" sldId="347"/>
        </pc:sldMkLst>
      </pc:sldChg>
      <pc:sldChg chg="add del">
        <pc:chgData name="Ero Sennin" userId="03426be40f75dd1c" providerId="LiveId" clId="{D0E502A0-A6DA-4CC1-86CC-25483B08AD6F}" dt="2023-11-18T18:10:33.488" v="23" actId="47"/>
        <pc:sldMkLst>
          <pc:docMk/>
          <pc:sldMk cId="775201600" sldId="348"/>
        </pc:sldMkLst>
      </pc:sldChg>
      <pc:sldChg chg="add del">
        <pc:chgData name="Ero Sennin" userId="03426be40f75dd1c" providerId="LiveId" clId="{D0E502A0-A6DA-4CC1-86CC-25483B08AD6F}" dt="2023-11-18T18:10:33.488" v="23" actId="47"/>
        <pc:sldMkLst>
          <pc:docMk/>
          <pc:sldMk cId="271087555" sldId="349"/>
        </pc:sldMkLst>
      </pc:sldChg>
      <pc:sldChg chg="add del">
        <pc:chgData name="Ero Sennin" userId="03426be40f75dd1c" providerId="LiveId" clId="{D0E502A0-A6DA-4CC1-86CC-25483B08AD6F}" dt="2023-11-18T18:10:33.488" v="23" actId="47"/>
        <pc:sldMkLst>
          <pc:docMk/>
          <pc:sldMk cId="2540738932" sldId="350"/>
        </pc:sldMkLst>
      </pc:sldChg>
      <pc:sldChg chg="add del">
        <pc:chgData name="Ero Sennin" userId="03426be40f75dd1c" providerId="LiveId" clId="{D0E502A0-A6DA-4CC1-86CC-25483B08AD6F}" dt="2023-11-18T18:10:33.488" v="23" actId="47"/>
        <pc:sldMkLst>
          <pc:docMk/>
          <pc:sldMk cId="1629030163" sldId="351"/>
        </pc:sldMkLst>
      </pc:sldChg>
      <pc:sldChg chg="del">
        <pc:chgData name="Ero Sennin" userId="03426be40f75dd1c" providerId="LiveId" clId="{D0E502A0-A6DA-4CC1-86CC-25483B08AD6F}" dt="2023-11-18T18:06:37.066" v="12" actId="47"/>
        <pc:sldMkLst>
          <pc:docMk/>
          <pc:sldMk cId="1241933059" sldId="352"/>
        </pc:sldMkLst>
      </pc:sldChg>
      <pc:sldChg chg="add del">
        <pc:chgData name="Ero Sennin" userId="03426be40f75dd1c" providerId="LiveId" clId="{D0E502A0-A6DA-4CC1-86CC-25483B08AD6F}" dt="2023-11-18T18:10:33.488" v="23" actId="47"/>
        <pc:sldMkLst>
          <pc:docMk/>
          <pc:sldMk cId="3583452087" sldId="353"/>
        </pc:sldMkLst>
      </pc:sldChg>
      <pc:sldChg chg="add del">
        <pc:chgData name="Ero Sennin" userId="03426be40f75dd1c" providerId="LiveId" clId="{D0E502A0-A6DA-4CC1-86CC-25483B08AD6F}" dt="2023-11-18T18:10:33.488" v="23" actId="47"/>
        <pc:sldMkLst>
          <pc:docMk/>
          <pc:sldMk cId="4106494306" sldId="354"/>
        </pc:sldMkLst>
      </pc:sldChg>
      <pc:sldChg chg="add del">
        <pc:chgData name="Ero Sennin" userId="03426be40f75dd1c" providerId="LiveId" clId="{D0E502A0-A6DA-4CC1-86CC-25483B08AD6F}" dt="2023-11-18T18:10:33.488" v="23" actId="47"/>
        <pc:sldMkLst>
          <pc:docMk/>
          <pc:sldMk cId="1657417804" sldId="355"/>
        </pc:sldMkLst>
      </pc:sldChg>
      <pc:sldChg chg="add del">
        <pc:chgData name="Ero Sennin" userId="03426be40f75dd1c" providerId="LiveId" clId="{D0E502A0-A6DA-4CC1-86CC-25483B08AD6F}" dt="2023-11-18T18:10:33.488" v="23" actId="47"/>
        <pc:sldMkLst>
          <pc:docMk/>
          <pc:sldMk cId="1436753255" sldId="356"/>
        </pc:sldMkLst>
      </pc:sldChg>
      <pc:sldChg chg="add del">
        <pc:chgData name="Ero Sennin" userId="03426be40f75dd1c" providerId="LiveId" clId="{D0E502A0-A6DA-4CC1-86CC-25483B08AD6F}" dt="2023-11-18T18:10:33.488" v="23" actId="47"/>
        <pc:sldMkLst>
          <pc:docMk/>
          <pc:sldMk cId="614219353" sldId="357"/>
        </pc:sldMkLst>
      </pc:sldChg>
      <pc:sldChg chg="add del">
        <pc:chgData name="Ero Sennin" userId="03426be40f75dd1c" providerId="LiveId" clId="{D0E502A0-A6DA-4CC1-86CC-25483B08AD6F}" dt="2023-11-18T18:10:33.488" v="23" actId="47"/>
        <pc:sldMkLst>
          <pc:docMk/>
          <pc:sldMk cId="1484790467" sldId="358"/>
        </pc:sldMkLst>
      </pc:sldChg>
      <pc:sldChg chg="add del">
        <pc:chgData name="Ero Sennin" userId="03426be40f75dd1c" providerId="LiveId" clId="{D0E502A0-A6DA-4CC1-86CC-25483B08AD6F}" dt="2023-11-18T18:10:33.488" v="23" actId="47"/>
        <pc:sldMkLst>
          <pc:docMk/>
          <pc:sldMk cId="3470068793" sldId="359"/>
        </pc:sldMkLst>
      </pc:sldChg>
      <pc:sldChg chg="add del">
        <pc:chgData name="Ero Sennin" userId="03426be40f75dd1c" providerId="LiveId" clId="{D0E502A0-A6DA-4CC1-86CC-25483B08AD6F}" dt="2023-11-18T18:10:33.488" v="23" actId="47"/>
        <pc:sldMkLst>
          <pc:docMk/>
          <pc:sldMk cId="3021743333" sldId="360"/>
        </pc:sldMkLst>
      </pc:sldChg>
      <pc:sldChg chg="add del">
        <pc:chgData name="Ero Sennin" userId="03426be40f75dd1c" providerId="LiveId" clId="{D0E502A0-A6DA-4CC1-86CC-25483B08AD6F}" dt="2023-11-18T18:10:33.488" v="23" actId="47"/>
        <pc:sldMkLst>
          <pc:docMk/>
          <pc:sldMk cId="2006295453" sldId="361"/>
        </pc:sldMkLst>
      </pc:sldChg>
      <pc:sldChg chg="add del">
        <pc:chgData name="Ero Sennin" userId="03426be40f75dd1c" providerId="LiveId" clId="{D0E502A0-A6DA-4CC1-86CC-25483B08AD6F}" dt="2023-11-18T18:10:33.488" v="23" actId="47"/>
        <pc:sldMkLst>
          <pc:docMk/>
          <pc:sldMk cId="3399441557" sldId="362"/>
        </pc:sldMkLst>
      </pc:sldChg>
      <pc:sldChg chg="add del">
        <pc:chgData name="Ero Sennin" userId="03426be40f75dd1c" providerId="LiveId" clId="{D0E502A0-A6DA-4CC1-86CC-25483B08AD6F}" dt="2023-11-18T18:10:33.488" v="23" actId="47"/>
        <pc:sldMkLst>
          <pc:docMk/>
          <pc:sldMk cId="3729408570" sldId="363"/>
        </pc:sldMkLst>
      </pc:sldChg>
      <pc:sldChg chg="del">
        <pc:chgData name="Ero Sennin" userId="03426be40f75dd1c" providerId="LiveId" clId="{D0E502A0-A6DA-4CC1-86CC-25483B08AD6F}" dt="2023-11-18T18:20:51.137" v="84" actId="47"/>
        <pc:sldMkLst>
          <pc:docMk/>
          <pc:sldMk cId="3669757811" sldId="364"/>
        </pc:sldMkLst>
      </pc:sldChg>
      <pc:sldChg chg="modSp add mod">
        <pc:chgData name="Ero Sennin" userId="03426be40f75dd1c" providerId="LiveId" clId="{D0E502A0-A6DA-4CC1-86CC-25483B08AD6F}" dt="2023-11-18T18:15:53.973" v="34" actId="20577"/>
        <pc:sldMkLst>
          <pc:docMk/>
          <pc:sldMk cId="3079585306" sldId="365"/>
        </pc:sldMkLst>
        <pc:spChg chg="mod">
          <ac:chgData name="Ero Sennin" userId="03426be40f75dd1c" providerId="LiveId" clId="{D0E502A0-A6DA-4CC1-86CC-25483B08AD6F}" dt="2023-11-18T18:15:53.973" v="34" actId="20577"/>
          <ac:spMkLst>
            <pc:docMk/>
            <pc:sldMk cId="3079585306" sldId="365"/>
            <ac:spMk id="8" creationId="{6CF85C25-FECF-02E7-8B5D-63C724E2B28B}"/>
          </ac:spMkLst>
        </pc:spChg>
      </pc:sldChg>
      <pc:sldChg chg="modSp add mod">
        <pc:chgData name="Ero Sennin" userId="03426be40f75dd1c" providerId="LiveId" clId="{D0E502A0-A6DA-4CC1-86CC-25483B08AD6F}" dt="2023-11-18T18:16:46.487" v="45" actId="20577"/>
        <pc:sldMkLst>
          <pc:docMk/>
          <pc:sldMk cId="1179856051" sldId="366"/>
        </pc:sldMkLst>
        <pc:spChg chg="mod">
          <ac:chgData name="Ero Sennin" userId="03426be40f75dd1c" providerId="LiveId" clId="{D0E502A0-A6DA-4CC1-86CC-25483B08AD6F}" dt="2023-11-18T18:16:24.145" v="38" actId="14100"/>
          <ac:spMkLst>
            <pc:docMk/>
            <pc:sldMk cId="1179856051" sldId="366"/>
            <ac:spMk id="6" creationId="{52BDBAC3-67AD-4A97-7850-28F18722F0B1}"/>
          </ac:spMkLst>
        </pc:spChg>
        <pc:spChg chg="mod">
          <ac:chgData name="Ero Sennin" userId="03426be40f75dd1c" providerId="LiveId" clId="{D0E502A0-A6DA-4CC1-86CC-25483B08AD6F}" dt="2023-11-18T18:16:46.487" v="45" actId="20577"/>
          <ac:spMkLst>
            <pc:docMk/>
            <pc:sldMk cId="1179856051" sldId="366"/>
            <ac:spMk id="8" creationId="{6CF85C25-FECF-02E7-8B5D-63C724E2B28B}"/>
          </ac:spMkLst>
        </pc:spChg>
      </pc:sldChg>
      <pc:sldChg chg="modSp add mod">
        <pc:chgData name="Ero Sennin" userId="03426be40f75dd1c" providerId="LiveId" clId="{D0E502A0-A6DA-4CC1-86CC-25483B08AD6F}" dt="2023-11-18T18:17:15.464" v="49" actId="20577"/>
        <pc:sldMkLst>
          <pc:docMk/>
          <pc:sldMk cId="1166055557" sldId="367"/>
        </pc:sldMkLst>
        <pc:spChg chg="mod">
          <ac:chgData name="Ero Sennin" userId="03426be40f75dd1c" providerId="LiveId" clId="{D0E502A0-A6DA-4CC1-86CC-25483B08AD6F}" dt="2023-11-18T18:17:15.464" v="49" actId="20577"/>
          <ac:spMkLst>
            <pc:docMk/>
            <pc:sldMk cId="1166055557" sldId="367"/>
            <ac:spMk id="8" creationId="{6CF85C25-FECF-02E7-8B5D-63C724E2B28B}"/>
          </ac:spMkLst>
        </pc:spChg>
      </pc:sldChg>
      <pc:sldChg chg="modSp add mod">
        <pc:chgData name="Ero Sennin" userId="03426be40f75dd1c" providerId="LiveId" clId="{D0E502A0-A6DA-4CC1-86CC-25483B08AD6F}" dt="2023-11-18T18:17:47.664" v="53" actId="20577"/>
        <pc:sldMkLst>
          <pc:docMk/>
          <pc:sldMk cId="1542159574" sldId="368"/>
        </pc:sldMkLst>
        <pc:spChg chg="mod">
          <ac:chgData name="Ero Sennin" userId="03426be40f75dd1c" providerId="LiveId" clId="{D0E502A0-A6DA-4CC1-86CC-25483B08AD6F}" dt="2023-11-18T18:17:47.664" v="53" actId="20577"/>
          <ac:spMkLst>
            <pc:docMk/>
            <pc:sldMk cId="1542159574" sldId="368"/>
            <ac:spMk id="8" creationId="{6CF85C25-FECF-02E7-8B5D-63C724E2B28B}"/>
          </ac:spMkLst>
        </pc:spChg>
      </pc:sldChg>
      <pc:sldChg chg="addSp delSp modSp add mod">
        <pc:chgData name="Ero Sennin" userId="03426be40f75dd1c" providerId="LiveId" clId="{D0E502A0-A6DA-4CC1-86CC-25483B08AD6F}" dt="2023-11-18T18:19:03.660" v="68" actId="22"/>
        <pc:sldMkLst>
          <pc:docMk/>
          <pc:sldMk cId="780176159" sldId="369"/>
        </pc:sldMkLst>
        <pc:spChg chg="add del">
          <ac:chgData name="Ero Sennin" userId="03426be40f75dd1c" providerId="LiveId" clId="{D0E502A0-A6DA-4CC1-86CC-25483B08AD6F}" dt="2023-11-18T18:19:03.660" v="68" actId="22"/>
          <ac:spMkLst>
            <pc:docMk/>
            <pc:sldMk cId="780176159" sldId="369"/>
            <ac:spMk id="3" creationId="{2310BC17-30A7-2068-C1C3-35F6BE4FE6E8}"/>
          </ac:spMkLst>
        </pc:spChg>
        <pc:spChg chg="mod">
          <ac:chgData name="Ero Sennin" userId="03426be40f75dd1c" providerId="LiveId" clId="{D0E502A0-A6DA-4CC1-86CC-25483B08AD6F}" dt="2023-11-18T18:18:23.849" v="62"/>
          <ac:spMkLst>
            <pc:docMk/>
            <pc:sldMk cId="780176159" sldId="369"/>
            <ac:spMk id="6" creationId="{52BDBAC3-67AD-4A97-7850-28F18722F0B1}"/>
          </ac:spMkLst>
        </pc:spChg>
        <pc:spChg chg="mod">
          <ac:chgData name="Ero Sennin" userId="03426be40f75dd1c" providerId="LiveId" clId="{D0E502A0-A6DA-4CC1-86CC-25483B08AD6F}" dt="2023-11-18T18:18:39.867" v="66" actId="12"/>
          <ac:spMkLst>
            <pc:docMk/>
            <pc:sldMk cId="780176159" sldId="369"/>
            <ac:spMk id="8" creationId="{6CF85C25-FECF-02E7-8B5D-63C724E2B28B}"/>
          </ac:spMkLst>
        </pc:spChg>
      </pc:sldChg>
      <pc:sldChg chg="modSp add mod">
        <pc:chgData name="Ero Sennin" userId="03426be40f75dd1c" providerId="LiveId" clId="{D0E502A0-A6DA-4CC1-86CC-25483B08AD6F}" dt="2023-11-18T18:19:09.997" v="71" actId="20577"/>
        <pc:sldMkLst>
          <pc:docMk/>
          <pc:sldMk cId="4227814038" sldId="370"/>
        </pc:sldMkLst>
        <pc:spChg chg="mod">
          <ac:chgData name="Ero Sennin" userId="03426be40f75dd1c" providerId="LiveId" clId="{D0E502A0-A6DA-4CC1-86CC-25483B08AD6F}" dt="2023-11-18T18:19:09.997" v="71" actId="20577"/>
          <ac:spMkLst>
            <pc:docMk/>
            <pc:sldMk cId="4227814038" sldId="370"/>
            <ac:spMk id="8" creationId="{6CF85C25-FECF-02E7-8B5D-63C724E2B28B}"/>
          </ac:spMkLst>
        </pc:spChg>
      </pc:sldChg>
      <pc:sldChg chg="modSp add mod">
        <pc:chgData name="Ero Sennin" userId="03426be40f75dd1c" providerId="LiveId" clId="{D0E502A0-A6DA-4CC1-86CC-25483B08AD6F}" dt="2023-11-18T18:19:41.903" v="76" actId="20577"/>
        <pc:sldMkLst>
          <pc:docMk/>
          <pc:sldMk cId="3853773006" sldId="371"/>
        </pc:sldMkLst>
        <pc:spChg chg="mod">
          <ac:chgData name="Ero Sennin" userId="03426be40f75dd1c" providerId="LiveId" clId="{D0E502A0-A6DA-4CC1-86CC-25483B08AD6F}" dt="2023-11-18T18:19:33.123" v="74"/>
          <ac:spMkLst>
            <pc:docMk/>
            <pc:sldMk cId="3853773006" sldId="371"/>
            <ac:spMk id="6" creationId="{52BDBAC3-67AD-4A97-7850-28F18722F0B1}"/>
          </ac:spMkLst>
        </pc:spChg>
        <pc:spChg chg="mod">
          <ac:chgData name="Ero Sennin" userId="03426be40f75dd1c" providerId="LiveId" clId="{D0E502A0-A6DA-4CC1-86CC-25483B08AD6F}" dt="2023-11-18T18:19:41.903" v="76" actId="20577"/>
          <ac:spMkLst>
            <pc:docMk/>
            <pc:sldMk cId="3853773006" sldId="371"/>
            <ac:spMk id="8" creationId="{6CF85C25-FECF-02E7-8B5D-63C724E2B28B}"/>
          </ac:spMkLst>
        </pc:spChg>
      </pc:sldChg>
      <pc:sldChg chg="modSp add mod">
        <pc:chgData name="Ero Sennin" userId="03426be40f75dd1c" providerId="LiveId" clId="{D0E502A0-A6DA-4CC1-86CC-25483B08AD6F}" dt="2023-11-18T18:20:44.409" v="83" actId="20577"/>
        <pc:sldMkLst>
          <pc:docMk/>
          <pc:sldMk cId="784932187" sldId="372"/>
        </pc:sldMkLst>
        <pc:spChg chg="mod">
          <ac:chgData name="Ero Sennin" userId="03426be40f75dd1c" providerId="LiveId" clId="{D0E502A0-A6DA-4CC1-86CC-25483B08AD6F}" dt="2023-11-18T18:19:58.188" v="79"/>
          <ac:spMkLst>
            <pc:docMk/>
            <pc:sldMk cId="784932187" sldId="372"/>
            <ac:spMk id="6" creationId="{52BDBAC3-67AD-4A97-7850-28F18722F0B1}"/>
          </ac:spMkLst>
        </pc:spChg>
        <pc:spChg chg="mod">
          <ac:chgData name="Ero Sennin" userId="03426be40f75dd1c" providerId="LiveId" clId="{D0E502A0-A6DA-4CC1-86CC-25483B08AD6F}" dt="2023-11-18T18:20:44.409" v="83" actId="20577"/>
          <ac:spMkLst>
            <pc:docMk/>
            <pc:sldMk cId="784932187" sldId="372"/>
            <ac:spMk id="8" creationId="{6CF85C25-FECF-02E7-8B5D-63C724E2B28B}"/>
          </ac:spMkLst>
        </pc:spChg>
      </pc:sldChg>
    </pc:docChg>
  </pc:docChgLst>
  <pc:docChgLst>
    <pc:chgData name="Ero Sennin" userId="03426be40f75dd1c" providerId="LiveId" clId="{3A0E4310-EB7D-4070-8527-68F5F6343F45}"/>
    <pc:docChg chg="undo custSel addSld modSld">
      <pc:chgData name="Ero Sennin" userId="03426be40f75dd1c" providerId="LiveId" clId="{3A0E4310-EB7D-4070-8527-68F5F6343F45}" dt="2023-11-19T03:52:31.855" v="98" actId="113"/>
      <pc:docMkLst>
        <pc:docMk/>
      </pc:docMkLst>
      <pc:sldChg chg="modSp mod">
        <pc:chgData name="Ero Sennin" userId="03426be40f75dd1c" providerId="LiveId" clId="{3A0E4310-EB7D-4070-8527-68F5F6343F45}" dt="2023-11-19T03:42:35.821" v="2" actId="27636"/>
        <pc:sldMkLst>
          <pc:docMk/>
          <pc:sldMk cId="0" sldId="256"/>
        </pc:sldMkLst>
        <pc:spChg chg="mod">
          <ac:chgData name="Ero Sennin" userId="03426be40f75dd1c" providerId="LiveId" clId="{3A0E4310-EB7D-4070-8527-68F5F6343F45}" dt="2023-11-19T03:42:35.821" v="2" actId="27636"/>
          <ac:spMkLst>
            <pc:docMk/>
            <pc:sldMk cId="0" sldId="256"/>
            <ac:spMk id="58" creationId="{00000000-0000-0000-0000-000000000000}"/>
          </ac:spMkLst>
        </pc:spChg>
      </pc:sldChg>
      <pc:sldChg chg="modSp mod">
        <pc:chgData name="Ero Sennin" userId="03426be40f75dd1c" providerId="LiveId" clId="{3A0E4310-EB7D-4070-8527-68F5F6343F45}" dt="2023-11-19T03:45:16.741" v="7" actId="20577"/>
        <pc:sldMkLst>
          <pc:docMk/>
          <pc:sldMk cId="0" sldId="258"/>
        </pc:sldMkLst>
        <pc:spChg chg="mod">
          <ac:chgData name="Ero Sennin" userId="03426be40f75dd1c" providerId="LiveId" clId="{3A0E4310-EB7D-4070-8527-68F5F6343F45}" dt="2023-11-19T03:45:16.741" v="7" actId="20577"/>
          <ac:spMkLst>
            <pc:docMk/>
            <pc:sldMk cId="0" sldId="258"/>
            <ac:spMk id="72" creationId="{00000000-0000-0000-0000-000000000000}"/>
          </ac:spMkLst>
        </pc:spChg>
      </pc:sldChg>
      <pc:sldChg chg="modSp mod">
        <pc:chgData name="Ero Sennin" userId="03426be40f75dd1c" providerId="LiveId" clId="{3A0E4310-EB7D-4070-8527-68F5F6343F45}" dt="2023-11-19T03:45:34.015" v="11" actId="20577"/>
        <pc:sldMkLst>
          <pc:docMk/>
          <pc:sldMk cId="1909956528" sldId="331"/>
        </pc:sldMkLst>
        <pc:spChg chg="mod">
          <ac:chgData name="Ero Sennin" userId="03426be40f75dd1c" providerId="LiveId" clId="{3A0E4310-EB7D-4070-8527-68F5F6343F45}" dt="2023-11-19T03:45:25.708" v="8"/>
          <ac:spMkLst>
            <pc:docMk/>
            <pc:sldMk cId="1909956528" sldId="331"/>
            <ac:spMk id="6" creationId="{52BDBAC3-67AD-4A97-7850-28F18722F0B1}"/>
          </ac:spMkLst>
        </pc:spChg>
        <pc:spChg chg="mod">
          <ac:chgData name="Ero Sennin" userId="03426be40f75dd1c" providerId="LiveId" clId="{3A0E4310-EB7D-4070-8527-68F5F6343F45}" dt="2023-11-19T03:45:34.015" v="11" actId="20577"/>
          <ac:spMkLst>
            <pc:docMk/>
            <pc:sldMk cId="1909956528" sldId="331"/>
            <ac:spMk id="8" creationId="{6CF85C25-FECF-02E7-8B5D-63C724E2B28B}"/>
          </ac:spMkLst>
        </pc:spChg>
      </pc:sldChg>
      <pc:sldChg chg="modSp mod">
        <pc:chgData name="Ero Sennin" userId="03426be40f75dd1c" providerId="LiveId" clId="{3A0E4310-EB7D-4070-8527-68F5F6343F45}" dt="2023-11-19T03:46:05.338" v="16" actId="113"/>
        <pc:sldMkLst>
          <pc:docMk/>
          <pc:sldMk cId="3079585306" sldId="365"/>
        </pc:sldMkLst>
        <pc:spChg chg="mod">
          <ac:chgData name="Ero Sennin" userId="03426be40f75dd1c" providerId="LiveId" clId="{3A0E4310-EB7D-4070-8527-68F5F6343F45}" dt="2023-11-19T03:45:48.340" v="12"/>
          <ac:spMkLst>
            <pc:docMk/>
            <pc:sldMk cId="3079585306" sldId="365"/>
            <ac:spMk id="6" creationId="{52BDBAC3-67AD-4A97-7850-28F18722F0B1}"/>
          </ac:spMkLst>
        </pc:spChg>
        <pc:spChg chg="mod">
          <ac:chgData name="Ero Sennin" userId="03426be40f75dd1c" providerId="LiveId" clId="{3A0E4310-EB7D-4070-8527-68F5F6343F45}" dt="2023-11-19T03:46:05.338" v="16" actId="113"/>
          <ac:spMkLst>
            <pc:docMk/>
            <pc:sldMk cId="3079585306" sldId="365"/>
            <ac:spMk id="8" creationId="{6CF85C25-FECF-02E7-8B5D-63C724E2B28B}"/>
          </ac:spMkLst>
        </pc:spChg>
      </pc:sldChg>
      <pc:sldChg chg="modSp mod">
        <pc:chgData name="Ero Sennin" userId="03426be40f75dd1c" providerId="LiveId" clId="{3A0E4310-EB7D-4070-8527-68F5F6343F45}" dt="2023-11-19T03:46:33.979" v="22" actId="113"/>
        <pc:sldMkLst>
          <pc:docMk/>
          <pc:sldMk cId="1179856051" sldId="366"/>
        </pc:sldMkLst>
        <pc:spChg chg="mod">
          <ac:chgData name="Ero Sennin" userId="03426be40f75dd1c" providerId="LiveId" clId="{3A0E4310-EB7D-4070-8527-68F5F6343F45}" dt="2023-11-19T03:46:19.093" v="17"/>
          <ac:spMkLst>
            <pc:docMk/>
            <pc:sldMk cId="1179856051" sldId="366"/>
            <ac:spMk id="6" creationId="{52BDBAC3-67AD-4A97-7850-28F18722F0B1}"/>
          </ac:spMkLst>
        </pc:spChg>
        <pc:spChg chg="mod">
          <ac:chgData name="Ero Sennin" userId="03426be40f75dd1c" providerId="LiveId" clId="{3A0E4310-EB7D-4070-8527-68F5F6343F45}" dt="2023-11-19T03:46:33.979" v="22" actId="113"/>
          <ac:spMkLst>
            <pc:docMk/>
            <pc:sldMk cId="1179856051" sldId="366"/>
            <ac:spMk id="8" creationId="{6CF85C25-FECF-02E7-8B5D-63C724E2B28B}"/>
          </ac:spMkLst>
        </pc:spChg>
      </pc:sldChg>
      <pc:sldChg chg="modSp mod">
        <pc:chgData name="Ero Sennin" userId="03426be40f75dd1c" providerId="LiveId" clId="{3A0E4310-EB7D-4070-8527-68F5F6343F45}" dt="2023-11-19T03:47:05.710" v="27" actId="113"/>
        <pc:sldMkLst>
          <pc:docMk/>
          <pc:sldMk cId="1166055557" sldId="367"/>
        </pc:sldMkLst>
        <pc:spChg chg="mod">
          <ac:chgData name="Ero Sennin" userId="03426be40f75dd1c" providerId="LiveId" clId="{3A0E4310-EB7D-4070-8527-68F5F6343F45}" dt="2023-11-19T03:46:51.858" v="23"/>
          <ac:spMkLst>
            <pc:docMk/>
            <pc:sldMk cId="1166055557" sldId="367"/>
            <ac:spMk id="6" creationId="{52BDBAC3-67AD-4A97-7850-28F18722F0B1}"/>
          </ac:spMkLst>
        </pc:spChg>
        <pc:spChg chg="mod">
          <ac:chgData name="Ero Sennin" userId="03426be40f75dd1c" providerId="LiveId" clId="{3A0E4310-EB7D-4070-8527-68F5F6343F45}" dt="2023-11-19T03:47:05.710" v="27" actId="113"/>
          <ac:spMkLst>
            <pc:docMk/>
            <pc:sldMk cId="1166055557" sldId="367"/>
            <ac:spMk id="8" creationId="{6CF85C25-FECF-02E7-8B5D-63C724E2B28B}"/>
          </ac:spMkLst>
        </pc:spChg>
      </pc:sldChg>
      <pc:sldChg chg="modSp mod">
        <pc:chgData name="Ero Sennin" userId="03426be40f75dd1c" providerId="LiveId" clId="{3A0E4310-EB7D-4070-8527-68F5F6343F45}" dt="2023-11-19T03:48:00.170" v="51" actId="20577"/>
        <pc:sldMkLst>
          <pc:docMk/>
          <pc:sldMk cId="1542159574" sldId="368"/>
        </pc:sldMkLst>
        <pc:spChg chg="mod">
          <ac:chgData name="Ero Sennin" userId="03426be40f75dd1c" providerId="LiveId" clId="{3A0E4310-EB7D-4070-8527-68F5F6343F45}" dt="2023-11-19T03:47:20.083" v="29"/>
          <ac:spMkLst>
            <pc:docMk/>
            <pc:sldMk cId="1542159574" sldId="368"/>
            <ac:spMk id="6" creationId="{52BDBAC3-67AD-4A97-7850-28F18722F0B1}"/>
          </ac:spMkLst>
        </pc:spChg>
        <pc:spChg chg="mod">
          <ac:chgData name="Ero Sennin" userId="03426be40f75dd1c" providerId="LiveId" clId="{3A0E4310-EB7D-4070-8527-68F5F6343F45}" dt="2023-11-19T03:48:00.170" v="51" actId="20577"/>
          <ac:spMkLst>
            <pc:docMk/>
            <pc:sldMk cId="1542159574" sldId="368"/>
            <ac:spMk id="8" creationId="{6CF85C25-FECF-02E7-8B5D-63C724E2B28B}"/>
          </ac:spMkLst>
        </pc:spChg>
      </pc:sldChg>
      <pc:sldChg chg="modSp mod">
        <pc:chgData name="Ero Sennin" userId="03426be40f75dd1c" providerId="LiveId" clId="{3A0E4310-EB7D-4070-8527-68F5F6343F45}" dt="2023-11-19T03:50:13.444" v="66" actId="20577"/>
        <pc:sldMkLst>
          <pc:docMk/>
          <pc:sldMk cId="780176159" sldId="369"/>
        </pc:sldMkLst>
        <pc:spChg chg="mod">
          <ac:chgData name="Ero Sennin" userId="03426be40f75dd1c" providerId="LiveId" clId="{3A0E4310-EB7D-4070-8527-68F5F6343F45}" dt="2023-11-19T03:50:13.444" v="66" actId="20577"/>
          <ac:spMkLst>
            <pc:docMk/>
            <pc:sldMk cId="780176159" sldId="369"/>
            <ac:spMk id="6" creationId="{52BDBAC3-67AD-4A97-7850-28F18722F0B1}"/>
          </ac:spMkLst>
        </pc:spChg>
        <pc:spChg chg="mod">
          <ac:chgData name="Ero Sennin" userId="03426be40f75dd1c" providerId="LiveId" clId="{3A0E4310-EB7D-4070-8527-68F5F6343F45}" dt="2023-11-19T03:49:47.787" v="59" actId="113"/>
          <ac:spMkLst>
            <pc:docMk/>
            <pc:sldMk cId="780176159" sldId="369"/>
            <ac:spMk id="8" creationId="{6CF85C25-FECF-02E7-8B5D-63C724E2B28B}"/>
          </ac:spMkLst>
        </pc:spChg>
      </pc:sldChg>
      <pc:sldChg chg="modSp mod">
        <pc:chgData name="Ero Sennin" userId="03426be40f75dd1c" providerId="LiveId" clId="{3A0E4310-EB7D-4070-8527-68F5F6343F45}" dt="2023-11-19T03:51:15.563" v="79" actId="113"/>
        <pc:sldMkLst>
          <pc:docMk/>
          <pc:sldMk cId="4227814038" sldId="370"/>
        </pc:sldMkLst>
        <pc:spChg chg="mod">
          <ac:chgData name="Ero Sennin" userId="03426be40f75dd1c" providerId="LiveId" clId="{3A0E4310-EB7D-4070-8527-68F5F6343F45}" dt="2023-11-19T03:50:52.434" v="68"/>
          <ac:spMkLst>
            <pc:docMk/>
            <pc:sldMk cId="4227814038" sldId="370"/>
            <ac:spMk id="6" creationId="{52BDBAC3-67AD-4A97-7850-28F18722F0B1}"/>
          </ac:spMkLst>
        </pc:spChg>
        <pc:spChg chg="mod">
          <ac:chgData name="Ero Sennin" userId="03426be40f75dd1c" providerId="LiveId" clId="{3A0E4310-EB7D-4070-8527-68F5F6343F45}" dt="2023-11-19T03:51:15.563" v="79" actId="113"/>
          <ac:spMkLst>
            <pc:docMk/>
            <pc:sldMk cId="4227814038" sldId="370"/>
            <ac:spMk id="8" creationId="{6CF85C25-FECF-02E7-8B5D-63C724E2B28B}"/>
          </ac:spMkLst>
        </pc:spChg>
      </pc:sldChg>
      <pc:sldChg chg="modSp mod">
        <pc:chgData name="Ero Sennin" userId="03426be40f75dd1c" providerId="LiveId" clId="{3A0E4310-EB7D-4070-8527-68F5F6343F45}" dt="2023-11-19T03:52:31.855" v="98" actId="113"/>
        <pc:sldMkLst>
          <pc:docMk/>
          <pc:sldMk cId="3853773006" sldId="371"/>
        </pc:sldMkLst>
        <pc:spChg chg="mod">
          <ac:chgData name="Ero Sennin" userId="03426be40f75dd1c" providerId="LiveId" clId="{3A0E4310-EB7D-4070-8527-68F5F6343F45}" dt="2023-11-19T03:52:12.711" v="91"/>
          <ac:spMkLst>
            <pc:docMk/>
            <pc:sldMk cId="3853773006" sldId="371"/>
            <ac:spMk id="6" creationId="{52BDBAC3-67AD-4A97-7850-28F18722F0B1}"/>
          </ac:spMkLst>
        </pc:spChg>
        <pc:spChg chg="mod">
          <ac:chgData name="Ero Sennin" userId="03426be40f75dd1c" providerId="LiveId" clId="{3A0E4310-EB7D-4070-8527-68F5F6343F45}" dt="2023-11-19T03:52:31.855" v="98" actId="113"/>
          <ac:spMkLst>
            <pc:docMk/>
            <pc:sldMk cId="3853773006" sldId="371"/>
            <ac:spMk id="8" creationId="{6CF85C25-FECF-02E7-8B5D-63C724E2B28B}"/>
          </ac:spMkLst>
        </pc:spChg>
      </pc:sldChg>
      <pc:sldChg chg="modSp add mod">
        <pc:chgData name="Ero Sennin" userId="03426be40f75dd1c" providerId="LiveId" clId="{3A0E4310-EB7D-4070-8527-68F5F6343F45}" dt="2023-11-19T03:50:16.234" v="67" actId="20577"/>
        <pc:sldMkLst>
          <pc:docMk/>
          <pc:sldMk cId="2339601669" sldId="372"/>
        </pc:sldMkLst>
        <pc:spChg chg="mod">
          <ac:chgData name="Ero Sennin" userId="03426be40f75dd1c" providerId="LiveId" clId="{3A0E4310-EB7D-4070-8527-68F5F6343F45}" dt="2023-11-19T03:50:16.234" v="67" actId="20577"/>
          <ac:spMkLst>
            <pc:docMk/>
            <pc:sldMk cId="2339601669" sldId="372"/>
            <ac:spMk id="6" creationId="{52BDBAC3-67AD-4A97-7850-28F18722F0B1}"/>
          </ac:spMkLst>
        </pc:spChg>
        <pc:spChg chg="mod">
          <ac:chgData name="Ero Sennin" userId="03426be40f75dd1c" providerId="LiveId" clId="{3A0E4310-EB7D-4070-8527-68F5F6343F45}" dt="2023-11-19T03:50:03.741" v="65" actId="113"/>
          <ac:spMkLst>
            <pc:docMk/>
            <pc:sldMk cId="2339601669" sldId="372"/>
            <ac:spMk id="8" creationId="{6CF85C25-FECF-02E7-8B5D-63C724E2B28B}"/>
          </ac:spMkLst>
        </pc:spChg>
      </pc:sldChg>
      <pc:sldChg chg="modSp add mod">
        <pc:chgData name="Ero Sennin" userId="03426be40f75dd1c" providerId="LiveId" clId="{3A0E4310-EB7D-4070-8527-68F5F6343F45}" dt="2023-11-19T03:51:51.539" v="90" actId="113"/>
        <pc:sldMkLst>
          <pc:docMk/>
          <pc:sldMk cId="3257347550" sldId="373"/>
        </pc:sldMkLst>
        <pc:spChg chg="mod">
          <ac:chgData name="Ero Sennin" userId="03426be40f75dd1c" providerId="LiveId" clId="{3A0E4310-EB7D-4070-8527-68F5F6343F45}" dt="2023-11-19T03:51:33.600" v="82" actId="1076"/>
          <ac:spMkLst>
            <pc:docMk/>
            <pc:sldMk cId="3257347550" sldId="373"/>
            <ac:spMk id="6" creationId="{52BDBAC3-67AD-4A97-7850-28F18722F0B1}"/>
          </ac:spMkLst>
        </pc:spChg>
        <pc:spChg chg="mod">
          <ac:chgData name="Ero Sennin" userId="03426be40f75dd1c" providerId="LiveId" clId="{3A0E4310-EB7D-4070-8527-68F5F6343F45}" dt="2023-11-19T03:51:51.539" v="90" actId="113"/>
          <ac:spMkLst>
            <pc:docMk/>
            <pc:sldMk cId="3257347550" sldId="373"/>
            <ac:spMk id="8" creationId="{6CF85C25-FECF-02E7-8B5D-63C724E2B28B}"/>
          </ac:spMkLst>
        </pc:spChg>
      </pc:sldChg>
    </pc:docChg>
  </pc:docChgLst>
  <pc:docChgLst>
    <pc:chgData name="Anh Hoang Tuan" userId="S::anhht68@fe.edu.vn::01e12f34-c3ca-47ef-b702-c379eb3c5b6c" providerId="AD" clId="Web-{7D90DD2B-1ED9-CFB3-7BF7-CD2DF37DCD35}"/>
    <pc:docChg chg="modSld">
      <pc:chgData name="Anh Hoang Tuan" userId="S::anhht68@fe.edu.vn::01e12f34-c3ca-47ef-b702-c379eb3c5b6c" providerId="AD" clId="Web-{7D90DD2B-1ED9-CFB3-7BF7-CD2DF37DCD35}" dt="2023-11-30T03:28:12.880" v="1" actId="20577"/>
      <pc:docMkLst>
        <pc:docMk/>
      </pc:docMkLst>
      <pc:sldChg chg="modSp">
        <pc:chgData name="Anh Hoang Tuan" userId="S::anhht68@fe.edu.vn::01e12f34-c3ca-47ef-b702-c379eb3c5b6c" providerId="AD" clId="Web-{7D90DD2B-1ED9-CFB3-7BF7-CD2DF37DCD35}" dt="2023-11-30T03:28:12.880" v="1" actId="20577"/>
        <pc:sldMkLst>
          <pc:docMk/>
          <pc:sldMk cId="1694366642" sldId="374"/>
        </pc:sldMkLst>
        <pc:spChg chg="mod">
          <ac:chgData name="Anh Hoang Tuan" userId="S::anhht68@fe.edu.vn::01e12f34-c3ca-47ef-b702-c379eb3c5b6c" providerId="AD" clId="Web-{7D90DD2B-1ED9-CFB3-7BF7-CD2DF37DCD35}" dt="2023-11-30T03:28:12.880" v="1" actId="20577"/>
          <ac:spMkLst>
            <pc:docMk/>
            <pc:sldMk cId="1694366642" sldId="374"/>
            <ac:spMk id="8" creationId="{6CF85C25-FECF-02E7-8B5D-63C724E2B28B}"/>
          </ac:spMkLst>
        </pc:spChg>
      </pc:sldChg>
    </pc:docChg>
  </pc:docChgLst>
  <pc:docChgLst>
    <pc:chgData name="Ero Sennin" userId="03426be40f75dd1c" providerId="LiveId" clId="{59AC1DFC-6538-4039-B625-EF0FC9C0D4A9}"/>
    <pc:docChg chg="undo redo custSel addSld delSld modSld sldOrd">
      <pc:chgData name="Ero Sennin" userId="03426be40f75dd1c" providerId="LiveId" clId="{59AC1DFC-6538-4039-B625-EF0FC9C0D4A9}" dt="2023-11-18T17:59:14.621" v="1116" actId="20577"/>
      <pc:docMkLst>
        <pc:docMk/>
      </pc:docMkLst>
      <pc:sldChg chg="modSp mod">
        <pc:chgData name="Ero Sennin" userId="03426be40f75dd1c" providerId="LiveId" clId="{59AC1DFC-6538-4039-B625-EF0FC9C0D4A9}" dt="2023-11-18T14:54:26.230" v="165" actId="1076"/>
        <pc:sldMkLst>
          <pc:docMk/>
          <pc:sldMk cId="0" sldId="256"/>
        </pc:sldMkLst>
        <pc:spChg chg="mod">
          <ac:chgData name="Ero Sennin" userId="03426be40f75dd1c" providerId="LiveId" clId="{59AC1DFC-6538-4039-B625-EF0FC9C0D4A9}" dt="2023-11-18T14:54:26.230" v="165" actId="1076"/>
          <ac:spMkLst>
            <pc:docMk/>
            <pc:sldMk cId="0" sldId="256"/>
            <ac:spMk id="58" creationId="{00000000-0000-0000-0000-000000000000}"/>
          </ac:spMkLst>
        </pc:spChg>
      </pc:sldChg>
      <pc:sldChg chg="del">
        <pc:chgData name="Ero Sennin" userId="03426be40f75dd1c" providerId="LiveId" clId="{59AC1DFC-6538-4039-B625-EF0FC9C0D4A9}" dt="2023-11-18T14:50:22.157" v="0" actId="47"/>
        <pc:sldMkLst>
          <pc:docMk/>
          <pc:sldMk cId="0" sldId="257"/>
        </pc:sldMkLst>
      </pc:sldChg>
      <pc:sldChg chg="addSp delSp modSp mod">
        <pc:chgData name="Ero Sennin" userId="03426be40f75dd1c" providerId="LiveId" clId="{59AC1DFC-6538-4039-B625-EF0FC9C0D4A9}" dt="2023-11-18T17:21:37.591" v="800" actId="1076"/>
        <pc:sldMkLst>
          <pc:docMk/>
          <pc:sldMk cId="0" sldId="258"/>
        </pc:sldMkLst>
        <pc:spChg chg="mod">
          <ac:chgData name="Ero Sennin" userId="03426be40f75dd1c" providerId="LiveId" clId="{59AC1DFC-6538-4039-B625-EF0FC9C0D4A9}" dt="2023-11-18T14:53:27.289" v="139" actId="20577"/>
          <ac:spMkLst>
            <pc:docMk/>
            <pc:sldMk cId="0" sldId="258"/>
            <ac:spMk id="71" creationId="{00000000-0000-0000-0000-000000000000}"/>
          </ac:spMkLst>
        </pc:spChg>
        <pc:spChg chg="mod">
          <ac:chgData name="Ero Sennin" userId="03426be40f75dd1c" providerId="LiveId" clId="{59AC1DFC-6538-4039-B625-EF0FC9C0D4A9}" dt="2023-11-18T17:21:37.591" v="800" actId="1076"/>
          <ac:spMkLst>
            <pc:docMk/>
            <pc:sldMk cId="0" sldId="258"/>
            <ac:spMk id="72" creationId="{00000000-0000-0000-0000-000000000000}"/>
          </ac:spMkLst>
        </pc:spChg>
        <pc:picChg chg="add mod">
          <ac:chgData name="Ero Sennin" userId="03426be40f75dd1c" providerId="LiveId" clId="{59AC1DFC-6538-4039-B625-EF0FC9C0D4A9}" dt="2023-11-18T15:58:49.678" v="487" actId="1076"/>
          <ac:picMkLst>
            <pc:docMk/>
            <pc:sldMk cId="0" sldId="258"/>
            <ac:picMk id="2" creationId="{27AEA11D-58DC-E73A-C89B-4CF0EC2B9DE0}"/>
          </ac:picMkLst>
        </pc:picChg>
        <pc:picChg chg="del">
          <ac:chgData name="Ero Sennin" userId="03426be40f75dd1c" providerId="LiveId" clId="{59AC1DFC-6538-4039-B625-EF0FC9C0D4A9}" dt="2023-11-18T14:50:29.025" v="1" actId="478"/>
          <ac:picMkLst>
            <pc:docMk/>
            <pc:sldMk cId="0" sldId="258"/>
            <ac:picMk id="69" creationId="{00000000-0000-0000-0000-000000000000}"/>
          </ac:picMkLst>
        </pc:picChg>
      </pc:sldChg>
      <pc:sldChg chg="del">
        <pc:chgData name="Ero Sennin" userId="03426be40f75dd1c" providerId="LiveId" clId="{59AC1DFC-6538-4039-B625-EF0FC9C0D4A9}" dt="2023-11-18T14:50:36.162" v="2" actId="47"/>
        <pc:sldMkLst>
          <pc:docMk/>
          <pc:sldMk cId="0" sldId="259"/>
        </pc:sldMkLst>
      </pc:sldChg>
      <pc:sldChg chg="delSp modSp del mod">
        <pc:chgData name="Ero Sennin" userId="03426be40f75dd1c" providerId="LiveId" clId="{59AC1DFC-6538-4039-B625-EF0FC9C0D4A9}" dt="2023-11-18T17:13:22.272" v="765" actId="47"/>
        <pc:sldMkLst>
          <pc:docMk/>
          <pc:sldMk cId="0" sldId="260"/>
        </pc:sldMkLst>
        <pc:picChg chg="del mod">
          <ac:chgData name="Ero Sennin" userId="03426be40f75dd1c" providerId="LiveId" clId="{59AC1DFC-6538-4039-B625-EF0FC9C0D4A9}" dt="2023-11-18T14:54:41.683" v="167" actId="478"/>
          <ac:picMkLst>
            <pc:docMk/>
            <pc:sldMk cId="0" sldId="260"/>
            <ac:picMk id="91" creationId="{00000000-0000-0000-0000-000000000000}"/>
          </ac:picMkLst>
        </pc:picChg>
      </pc:sldChg>
      <pc:sldChg chg="del">
        <pc:chgData name="Ero Sennin" userId="03426be40f75dd1c" providerId="LiveId" clId="{59AC1DFC-6538-4039-B625-EF0FC9C0D4A9}" dt="2023-11-18T17:13:22.272" v="765" actId="47"/>
        <pc:sldMkLst>
          <pc:docMk/>
          <pc:sldMk cId="0" sldId="261"/>
        </pc:sldMkLst>
      </pc:sldChg>
      <pc:sldChg chg="del">
        <pc:chgData name="Ero Sennin" userId="03426be40f75dd1c" providerId="LiveId" clId="{59AC1DFC-6538-4039-B625-EF0FC9C0D4A9}" dt="2023-11-18T17:13:22.272" v="765" actId="47"/>
        <pc:sldMkLst>
          <pc:docMk/>
          <pc:sldMk cId="0" sldId="262"/>
        </pc:sldMkLst>
      </pc:sldChg>
      <pc:sldChg chg="del">
        <pc:chgData name="Ero Sennin" userId="03426be40f75dd1c" providerId="LiveId" clId="{59AC1DFC-6538-4039-B625-EF0FC9C0D4A9}" dt="2023-11-18T17:13:22.272" v="765" actId="47"/>
        <pc:sldMkLst>
          <pc:docMk/>
          <pc:sldMk cId="0" sldId="263"/>
        </pc:sldMkLst>
      </pc:sldChg>
      <pc:sldChg chg="add del">
        <pc:chgData name="Ero Sennin" userId="03426be40f75dd1c" providerId="LiveId" clId="{59AC1DFC-6538-4039-B625-EF0FC9C0D4A9}" dt="2023-11-18T17:13:22.272" v="765" actId="47"/>
        <pc:sldMkLst>
          <pc:docMk/>
          <pc:sldMk cId="0" sldId="264"/>
        </pc:sldMkLst>
      </pc:sldChg>
      <pc:sldChg chg="del">
        <pc:chgData name="Ero Sennin" userId="03426be40f75dd1c" providerId="LiveId" clId="{59AC1DFC-6538-4039-B625-EF0FC9C0D4A9}" dt="2023-11-18T17:13:22.272" v="765" actId="47"/>
        <pc:sldMkLst>
          <pc:docMk/>
          <pc:sldMk cId="0" sldId="265"/>
        </pc:sldMkLst>
      </pc:sldChg>
      <pc:sldChg chg="del">
        <pc:chgData name="Ero Sennin" userId="03426be40f75dd1c" providerId="LiveId" clId="{59AC1DFC-6538-4039-B625-EF0FC9C0D4A9}" dt="2023-11-18T17:13:22.272" v="765" actId="47"/>
        <pc:sldMkLst>
          <pc:docMk/>
          <pc:sldMk cId="0" sldId="266"/>
        </pc:sldMkLst>
      </pc:sldChg>
      <pc:sldChg chg="del">
        <pc:chgData name="Ero Sennin" userId="03426be40f75dd1c" providerId="LiveId" clId="{59AC1DFC-6538-4039-B625-EF0FC9C0D4A9}" dt="2023-11-18T17:13:22.272" v="765" actId="47"/>
        <pc:sldMkLst>
          <pc:docMk/>
          <pc:sldMk cId="0" sldId="267"/>
        </pc:sldMkLst>
      </pc:sldChg>
      <pc:sldChg chg="del">
        <pc:chgData name="Ero Sennin" userId="03426be40f75dd1c" providerId="LiveId" clId="{59AC1DFC-6538-4039-B625-EF0FC9C0D4A9}" dt="2023-11-18T17:13:22.272" v="765" actId="47"/>
        <pc:sldMkLst>
          <pc:docMk/>
          <pc:sldMk cId="0" sldId="268"/>
        </pc:sldMkLst>
      </pc:sldChg>
      <pc:sldChg chg="del">
        <pc:chgData name="Ero Sennin" userId="03426be40f75dd1c" providerId="LiveId" clId="{59AC1DFC-6538-4039-B625-EF0FC9C0D4A9}" dt="2023-11-18T17:13:22.272" v="765" actId="47"/>
        <pc:sldMkLst>
          <pc:docMk/>
          <pc:sldMk cId="0" sldId="269"/>
        </pc:sldMkLst>
      </pc:sldChg>
      <pc:sldChg chg="del">
        <pc:chgData name="Ero Sennin" userId="03426be40f75dd1c" providerId="LiveId" clId="{59AC1DFC-6538-4039-B625-EF0FC9C0D4A9}" dt="2023-11-18T17:13:22.272" v="765" actId="47"/>
        <pc:sldMkLst>
          <pc:docMk/>
          <pc:sldMk cId="0" sldId="270"/>
        </pc:sldMkLst>
      </pc:sldChg>
      <pc:sldChg chg="del">
        <pc:chgData name="Ero Sennin" userId="03426be40f75dd1c" providerId="LiveId" clId="{59AC1DFC-6538-4039-B625-EF0FC9C0D4A9}" dt="2023-11-18T17:13:22.272" v="765" actId="47"/>
        <pc:sldMkLst>
          <pc:docMk/>
          <pc:sldMk cId="0" sldId="271"/>
        </pc:sldMkLst>
      </pc:sldChg>
      <pc:sldChg chg="del">
        <pc:chgData name="Ero Sennin" userId="03426be40f75dd1c" providerId="LiveId" clId="{59AC1DFC-6538-4039-B625-EF0FC9C0D4A9}" dt="2023-11-18T17:13:22.272" v="765" actId="47"/>
        <pc:sldMkLst>
          <pc:docMk/>
          <pc:sldMk cId="0" sldId="272"/>
        </pc:sldMkLst>
      </pc:sldChg>
      <pc:sldChg chg="del">
        <pc:chgData name="Ero Sennin" userId="03426be40f75dd1c" providerId="LiveId" clId="{59AC1DFC-6538-4039-B625-EF0FC9C0D4A9}" dt="2023-11-18T17:13:22.272" v="765" actId="47"/>
        <pc:sldMkLst>
          <pc:docMk/>
          <pc:sldMk cId="0" sldId="273"/>
        </pc:sldMkLst>
      </pc:sldChg>
      <pc:sldChg chg="del">
        <pc:chgData name="Ero Sennin" userId="03426be40f75dd1c" providerId="LiveId" clId="{59AC1DFC-6538-4039-B625-EF0FC9C0D4A9}" dt="2023-11-18T17:13:22.272" v="765" actId="47"/>
        <pc:sldMkLst>
          <pc:docMk/>
          <pc:sldMk cId="0" sldId="274"/>
        </pc:sldMkLst>
      </pc:sldChg>
      <pc:sldChg chg="del">
        <pc:chgData name="Ero Sennin" userId="03426be40f75dd1c" providerId="LiveId" clId="{59AC1DFC-6538-4039-B625-EF0FC9C0D4A9}" dt="2023-11-18T17:13:22.272" v="765" actId="47"/>
        <pc:sldMkLst>
          <pc:docMk/>
          <pc:sldMk cId="0" sldId="275"/>
        </pc:sldMkLst>
      </pc:sldChg>
      <pc:sldChg chg="del">
        <pc:chgData name="Ero Sennin" userId="03426be40f75dd1c" providerId="LiveId" clId="{59AC1DFC-6538-4039-B625-EF0FC9C0D4A9}" dt="2023-11-18T17:13:22.272" v="765" actId="47"/>
        <pc:sldMkLst>
          <pc:docMk/>
          <pc:sldMk cId="0" sldId="276"/>
        </pc:sldMkLst>
      </pc:sldChg>
      <pc:sldChg chg="del">
        <pc:chgData name="Ero Sennin" userId="03426be40f75dd1c" providerId="LiveId" clId="{59AC1DFC-6538-4039-B625-EF0FC9C0D4A9}" dt="2023-11-18T17:13:22.272" v="765" actId="47"/>
        <pc:sldMkLst>
          <pc:docMk/>
          <pc:sldMk cId="0" sldId="277"/>
        </pc:sldMkLst>
      </pc:sldChg>
      <pc:sldChg chg="del">
        <pc:chgData name="Ero Sennin" userId="03426be40f75dd1c" providerId="LiveId" clId="{59AC1DFC-6538-4039-B625-EF0FC9C0D4A9}" dt="2023-11-18T17:13:22.272" v="765" actId="47"/>
        <pc:sldMkLst>
          <pc:docMk/>
          <pc:sldMk cId="0" sldId="278"/>
        </pc:sldMkLst>
      </pc:sldChg>
      <pc:sldChg chg="del">
        <pc:chgData name="Ero Sennin" userId="03426be40f75dd1c" providerId="LiveId" clId="{59AC1DFC-6538-4039-B625-EF0FC9C0D4A9}" dt="2023-11-18T17:13:22.272" v="765" actId="47"/>
        <pc:sldMkLst>
          <pc:docMk/>
          <pc:sldMk cId="0" sldId="279"/>
        </pc:sldMkLst>
      </pc:sldChg>
      <pc:sldChg chg="del">
        <pc:chgData name="Ero Sennin" userId="03426be40f75dd1c" providerId="LiveId" clId="{59AC1DFC-6538-4039-B625-EF0FC9C0D4A9}" dt="2023-11-18T17:13:22.272" v="765" actId="47"/>
        <pc:sldMkLst>
          <pc:docMk/>
          <pc:sldMk cId="0" sldId="280"/>
        </pc:sldMkLst>
      </pc:sldChg>
      <pc:sldChg chg="del">
        <pc:chgData name="Ero Sennin" userId="03426be40f75dd1c" providerId="LiveId" clId="{59AC1DFC-6538-4039-B625-EF0FC9C0D4A9}" dt="2023-11-18T17:13:22.272" v="765" actId="47"/>
        <pc:sldMkLst>
          <pc:docMk/>
          <pc:sldMk cId="0" sldId="281"/>
        </pc:sldMkLst>
      </pc:sldChg>
      <pc:sldChg chg="del">
        <pc:chgData name="Ero Sennin" userId="03426be40f75dd1c" providerId="LiveId" clId="{59AC1DFC-6538-4039-B625-EF0FC9C0D4A9}" dt="2023-11-18T17:13:22.272" v="765" actId="47"/>
        <pc:sldMkLst>
          <pc:docMk/>
          <pc:sldMk cId="0" sldId="282"/>
        </pc:sldMkLst>
      </pc:sldChg>
      <pc:sldChg chg="del">
        <pc:chgData name="Ero Sennin" userId="03426be40f75dd1c" providerId="LiveId" clId="{59AC1DFC-6538-4039-B625-EF0FC9C0D4A9}" dt="2023-11-18T17:13:22.272" v="765" actId="47"/>
        <pc:sldMkLst>
          <pc:docMk/>
          <pc:sldMk cId="0" sldId="283"/>
        </pc:sldMkLst>
      </pc:sldChg>
      <pc:sldChg chg="del">
        <pc:chgData name="Ero Sennin" userId="03426be40f75dd1c" providerId="LiveId" clId="{59AC1DFC-6538-4039-B625-EF0FC9C0D4A9}" dt="2023-11-18T17:13:22.272" v="765" actId="47"/>
        <pc:sldMkLst>
          <pc:docMk/>
          <pc:sldMk cId="0" sldId="284"/>
        </pc:sldMkLst>
      </pc:sldChg>
      <pc:sldChg chg="del">
        <pc:chgData name="Ero Sennin" userId="03426be40f75dd1c" providerId="LiveId" clId="{59AC1DFC-6538-4039-B625-EF0FC9C0D4A9}" dt="2023-11-18T17:13:22.272" v="765" actId="47"/>
        <pc:sldMkLst>
          <pc:docMk/>
          <pc:sldMk cId="0" sldId="285"/>
        </pc:sldMkLst>
      </pc:sldChg>
      <pc:sldChg chg="del">
        <pc:chgData name="Ero Sennin" userId="03426be40f75dd1c" providerId="LiveId" clId="{59AC1DFC-6538-4039-B625-EF0FC9C0D4A9}" dt="2023-11-18T17:13:22.272" v="765" actId="47"/>
        <pc:sldMkLst>
          <pc:docMk/>
          <pc:sldMk cId="0" sldId="286"/>
        </pc:sldMkLst>
      </pc:sldChg>
      <pc:sldChg chg="del">
        <pc:chgData name="Ero Sennin" userId="03426be40f75dd1c" providerId="LiveId" clId="{59AC1DFC-6538-4039-B625-EF0FC9C0D4A9}" dt="2023-11-18T17:13:22.272" v="765" actId="47"/>
        <pc:sldMkLst>
          <pc:docMk/>
          <pc:sldMk cId="0" sldId="287"/>
        </pc:sldMkLst>
      </pc:sldChg>
      <pc:sldChg chg="del">
        <pc:chgData name="Ero Sennin" userId="03426be40f75dd1c" providerId="LiveId" clId="{59AC1DFC-6538-4039-B625-EF0FC9C0D4A9}" dt="2023-11-18T17:13:22.272" v="765" actId="47"/>
        <pc:sldMkLst>
          <pc:docMk/>
          <pc:sldMk cId="0" sldId="288"/>
        </pc:sldMkLst>
      </pc:sldChg>
      <pc:sldChg chg="del">
        <pc:chgData name="Ero Sennin" userId="03426be40f75dd1c" providerId="LiveId" clId="{59AC1DFC-6538-4039-B625-EF0FC9C0D4A9}" dt="2023-11-18T17:13:22.272" v="765" actId="47"/>
        <pc:sldMkLst>
          <pc:docMk/>
          <pc:sldMk cId="0" sldId="289"/>
        </pc:sldMkLst>
      </pc:sldChg>
      <pc:sldChg chg="del">
        <pc:chgData name="Ero Sennin" userId="03426be40f75dd1c" providerId="LiveId" clId="{59AC1DFC-6538-4039-B625-EF0FC9C0D4A9}" dt="2023-11-18T17:13:22.272" v="765" actId="47"/>
        <pc:sldMkLst>
          <pc:docMk/>
          <pc:sldMk cId="0" sldId="290"/>
        </pc:sldMkLst>
      </pc:sldChg>
      <pc:sldChg chg="del">
        <pc:chgData name="Ero Sennin" userId="03426be40f75dd1c" providerId="LiveId" clId="{59AC1DFC-6538-4039-B625-EF0FC9C0D4A9}" dt="2023-11-18T17:13:22.272" v="765" actId="47"/>
        <pc:sldMkLst>
          <pc:docMk/>
          <pc:sldMk cId="0" sldId="291"/>
        </pc:sldMkLst>
      </pc:sldChg>
      <pc:sldChg chg="del">
        <pc:chgData name="Ero Sennin" userId="03426be40f75dd1c" providerId="LiveId" clId="{59AC1DFC-6538-4039-B625-EF0FC9C0D4A9}" dt="2023-11-18T17:13:22.272" v="765" actId="47"/>
        <pc:sldMkLst>
          <pc:docMk/>
          <pc:sldMk cId="0" sldId="292"/>
        </pc:sldMkLst>
      </pc:sldChg>
      <pc:sldChg chg="del">
        <pc:chgData name="Ero Sennin" userId="03426be40f75dd1c" providerId="LiveId" clId="{59AC1DFC-6538-4039-B625-EF0FC9C0D4A9}" dt="2023-11-18T17:13:22.272" v="765" actId="47"/>
        <pc:sldMkLst>
          <pc:docMk/>
          <pc:sldMk cId="0" sldId="293"/>
        </pc:sldMkLst>
      </pc:sldChg>
      <pc:sldChg chg="del">
        <pc:chgData name="Ero Sennin" userId="03426be40f75dd1c" providerId="LiveId" clId="{59AC1DFC-6538-4039-B625-EF0FC9C0D4A9}" dt="2023-11-18T17:13:22.272" v="765" actId="47"/>
        <pc:sldMkLst>
          <pc:docMk/>
          <pc:sldMk cId="0" sldId="294"/>
        </pc:sldMkLst>
      </pc:sldChg>
      <pc:sldChg chg="del">
        <pc:chgData name="Ero Sennin" userId="03426be40f75dd1c" providerId="LiveId" clId="{59AC1DFC-6538-4039-B625-EF0FC9C0D4A9}" dt="2023-11-18T17:13:22.272" v="765" actId="47"/>
        <pc:sldMkLst>
          <pc:docMk/>
          <pc:sldMk cId="0" sldId="295"/>
        </pc:sldMkLst>
      </pc:sldChg>
      <pc:sldChg chg="del">
        <pc:chgData name="Ero Sennin" userId="03426be40f75dd1c" providerId="LiveId" clId="{59AC1DFC-6538-4039-B625-EF0FC9C0D4A9}" dt="2023-11-18T17:13:22.272" v="765" actId="47"/>
        <pc:sldMkLst>
          <pc:docMk/>
          <pc:sldMk cId="0" sldId="296"/>
        </pc:sldMkLst>
      </pc:sldChg>
      <pc:sldChg chg="del">
        <pc:chgData name="Ero Sennin" userId="03426be40f75dd1c" providerId="LiveId" clId="{59AC1DFC-6538-4039-B625-EF0FC9C0D4A9}" dt="2023-11-18T17:13:22.272" v="765" actId="47"/>
        <pc:sldMkLst>
          <pc:docMk/>
          <pc:sldMk cId="0" sldId="297"/>
        </pc:sldMkLst>
      </pc:sldChg>
      <pc:sldChg chg="del">
        <pc:chgData name="Ero Sennin" userId="03426be40f75dd1c" providerId="LiveId" clId="{59AC1DFC-6538-4039-B625-EF0FC9C0D4A9}" dt="2023-11-18T17:13:22.272" v="765" actId="47"/>
        <pc:sldMkLst>
          <pc:docMk/>
          <pc:sldMk cId="0" sldId="298"/>
        </pc:sldMkLst>
      </pc:sldChg>
      <pc:sldChg chg="del">
        <pc:chgData name="Ero Sennin" userId="03426be40f75dd1c" providerId="LiveId" clId="{59AC1DFC-6538-4039-B625-EF0FC9C0D4A9}" dt="2023-11-18T17:13:22.272" v="765" actId="47"/>
        <pc:sldMkLst>
          <pc:docMk/>
          <pc:sldMk cId="0" sldId="299"/>
        </pc:sldMkLst>
      </pc:sldChg>
      <pc:sldChg chg="del">
        <pc:chgData name="Ero Sennin" userId="03426be40f75dd1c" providerId="LiveId" clId="{59AC1DFC-6538-4039-B625-EF0FC9C0D4A9}" dt="2023-11-18T17:13:22.272" v="765" actId="47"/>
        <pc:sldMkLst>
          <pc:docMk/>
          <pc:sldMk cId="0" sldId="300"/>
        </pc:sldMkLst>
      </pc:sldChg>
      <pc:sldChg chg="del">
        <pc:chgData name="Ero Sennin" userId="03426be40f75dd1c" providerId="LiveId" clId="{59AC1DFC-6538-4039-B625-EF0FC9C0D4A9}" dt="2023-11-18T17:13:22.272" v="765" actId="47"/>
        <pc:sldMkLst>
          <pc:docMk/>
          <pc:sldMk cId="0" sldId="301"/>
        </pc:sldMkLst>
      </pc:sldChg>
      <pc:sldChg chg="del">
        <pc:chgData name="Ero Sennin" userId="03426be40f75dd1c" providerId="LiveId" clId="{59AC1DFC-6538-4039-B625-EF0FC9C0D4A9}" dt="2023-11-18T17:13:22.272" v="765" actId="47"/>
        <pc:sldMkLst>
          <pc:docMk/>
          <pc:sldMk cId="0" sldId="302"/>
        </pc:sldMkLst>
      </pc:sldChg>
      <pc:sldChg chg="del">
        <pc:chgData name="Ero Sennin" userId="03426be40f75dd1c" providerId="LiveId" clId="{59AC1DFC-6538-4039-B625-EF0FC9C0D4A9}" dt="2023-11-18T17:13:22.272" v="765" actId="47"/>
        <pc:sldMkLst>
          <pc:docMk/>
          <pc:sldMk cId="0" sldId="303"/>
        </pc:sldMkLst>
      </pc:sldChg>
      <pc:sldChg chg="del">
        <pc:chgData name="Ero Sennin" userId="03426be40f75dd1c" providerId="LiveId" clId="{59AC1DFC-6538-4039-B625-EF0FC9C0D4A9}" dt="2023-11-18T17:13:22.272" v="765" actId="47"/>
        <pc:sldMkLst>
          <pc:docMk/>
          <pc:sldMk cId="0" sldId="304"/>
        </pc:sldMkLst>
      </pc:sldChg>
      <pc:sldChg chg="del">
        <pc:chgData name="Ero Sennin" userId="03426be40f75dd1c" providerId="LiveId" clId="{59AC1DFC-6538-4039-B625-EF0FC9C0D4A9}" dt="2023-11-18T17:13:22.272" v="765" actId="47"/>
        <pc:sldMkLst>
          <pc:docMk/>
          <pc:sldMk cId="0" sldId="305"/>
        </pc:sldMkLst>
      </pc:sldChg>
      <pc:sldChg chg="del">
        <pc:chgData name="Ero Sennin" userId="03426be40f75dd1c" providerId="LiveId" clId="{59AC1DFC-6538-4039-B625-EF0FC9C0D4A9}" dt="2023-11-18T17:13:22.272" v="765" actId="47"/>
        <pc:sldMkLst>
          <pc:docMk/>
          <pc:sldMk cId="0" sldId="306"/>
        </pc:sldMkLst>
      </pc:sldChg>
      <pc:sldChg chg="del">
        <pc:chgData name="Ero Sennin" userId="03426be40f75dd1c" providerId="LiveId" clId="{59AC1DFC-6538-4039-B625-EF0FC9C0D4A9}" dt="2023-11-18T17:13:22.272" v="765" actId="47"/>
        <pc:sldMkLst>
          <pc:docMk/>
          <pc:sldMk cId="0" sldId="307"/>
        </pc:sldMkLst>
      </pc:sldChg>
      <pc:sldChg chg="del">
        <pc:chgData name="Ero Sennin" userId="03426be40f75dd1c" providerId="LiveId" clId="{59AC1DFC-6538-4039-B625-EF0FC9C0D4A9}" dt="2023-11-18T17:13:22.272" v="765" actId="47"/>
        <pc:sldMkLst>
          <pc:docMk/>
          <pc:sldMk cId="0" sldId="308"/>
        </pc:sldMkLst>
      </pc:sldChg>
      <pc:sldChg chg="del">
        <pc:chgData name="Ero Sennin" userId="03426be40f75dd1c" providerId="LiveId" clId="{59AC1DFC-6538-4039-B625-EF0FC9C0D4A9}" dt="2023-11-18T17:13:22.272" v="765" actId="47"/>
        <pc:sldMkLst>
          <pc:docMk/>
          <pc:sldMk cId="0" sldId="309"/>
        </pc:sldMkLst>
      </pc:sldChg>
      <pc:sldChg chg="del">
        <pc:chgData name="Ero Sennin" userId="03426be40f75dd1c" providerId="LiveId" clId="{59AC1DFC-6538-4039-B625-EF0FC9C0D4A9}" dt="2023-11-18T17:13:22.272" v="765" actId="47"/>
        <pc:sldMkLst>
          <pc:docMk/>
          <pc:sldMk cId="0" sldId="310"/>
        </pc:sldMkLst>
      </pc:sldChg>
      <pc:sldChg chg="del">
        <pc:chgData name="Ero Sennin" userId="03426be40f75dd1c" providerId="LiveId" clId="{59AC1DFC-6538-4039-B625-EF0FC9C0D4A9}" dt="2023-11-18T17:13:22.272" v="765" actId="47"/>
        <pc:sldMkLst>
          <pc:docMk/>
          <pc:sldMk cId="0" sldId="311"/>
        </pc:sldMkLst>
      </pc:sldChg>
      <pc:sldChg chg="del">
        <pc:chgData name="Ero Sennin" userId="03426be40f75dd1c" providerId="LiveId" clId="{59AC1DFC-6538-4039-B625-EF0FC9C0D4A9}" dt="2023-11-18T17:13:22.272" v="765" actId="47"/>
        <pc:sldMkLst>
          <pc:docMk/>
          <pc:sldMk cId="0" sldId="312"/>
        </pc:sldMkLst>
      </pc:sldChg>
      <pc:sldChg chg="del">
        <pc:chgData name="Ero Sennin" userId="03426be40f75dd1c" providerId="LiveId" clId="{59AC1DFC-6538-4039-B625-EF0FC9C0D4A9}" dt="2023-11-18T17:13:22.272" v="765" actId="47"/>
        <pc:sldMkLst>
          <pc:docMk/>
          <pc:sldMk cId="0" sldId="313"/>
        </pc:sldMkLst>
      </pc:sldChg>
      <pc:sldChg chg="del">
        <pc:chgData name="Ero Sennin" userId="03426be40f75dd1c" providerId="LiveId" clId="{59AC1DFC-6538-4039-B625-EF0FC9C0D4A9}" dt="2023-11-18T17:13:22.272" v="765" actId="47"/>
        <pc:sldMkLst>
          <pc:docMk/>
          <pc:sldMk cId="0" sldId="314"/>
        </pc:sldMkLst>
      </pc:sldChg>
      <pc:sldChg chg="del">
        <pc:chgData name="Ero Sennin" userId="03426be40f75dd1c" providerId="LiveId" clId="{59AC1DFC-6538-4039-B625-EF0FC9C0D4A9}" dt="2023-11-18T17:13:22.272" v="765" actId="47"/>
        <pc:sldMkLst>
          <pc:docMk/>
          <pc:sldMk cId="0" sldId="315"/>
        </pc:sldMkLst>
      </pc:sldChg>
      <pc:sldChg chg="del">
        <pc:chgData name="Ero Sennin" userId="03426be40f75dd1c" providerId="LiveId" clId="{59AC1DFC-6538-4039-B625-EF0FC9C0D4A9}" dt="2023-11-18T17:13:22.272" v="765" actId="47"/>
        <pc:sldMkLst>
          <pc:docMk/>
          <pc:sldMk cId="0" sldId="316"/>
        </pc:sldMkLst>
      </pc:sldChg>
      <pc:sldChg chg="del">
        <pc:chgData name="Ero Sennin" userId="03426be40f75dd1c" providerId="LiveId" clId="{59AC1DFC-6538-4039-B625-EF0FC9C0D4A9}" dt="2023-11-18T17:13:22.272" v="765" actId="47"/>
        <pc:sldMkLst>
          <pc:docMk/>
          <pc:sldMk cId="0" sldId="317"/>
        </pc:sldMkLst>
      </pc:sldChg>
      <pc:sldChg chg="del">
        <pc:chgData name="Ero Sennin" userId="03426be40f75dd1c" providerId="LiveId" clId="{59AC1DFC-6538-4039-B625-EF0FC9C0D4A9}" dt="2023-11-18T17:13:22.272" v="765" actId="47"/>
        <pc:sldMkLst>
          <pc:docMk/>
          <pc:sldMk cId="0" sldId="318"/>
        </pc:sldMkLst>
      </pc:sldChg>
      <pc:sldChg chg="del">
        <pc:chgData name="Ero Sennin" userId="03426be40f75dd1c" providerId="LiveId" clId="{59AC1DFC-6538-4039-B625-EF0FC9C0D4A9}" dt="2023-11-18T17:13:22.272" v="765" actId="47"/>
        <pc:sldMkLst>
          <pc:docMk/>
          <pc:sldMk cId="0" sldId="319"/>
        </pc:sldMkLst>
      </pc:sldChg>
      <pc:sldChg chg="del">
        <pc:chgData name="Ero Sennin" userId="03426be40f75dd1c" providerId="LiveId" clId="{59AC1DFC-6538-4039-B625-EF0FC9C0D4A9}" dt="2023-11-18T17:13:22.272" v="765" actId="47"/>
        <pc:sldMkLst>
          <pc:docMk/>
          <pc:sldMk cId="0" sldId="320"/>
        </pc:sldMkLst>
      </pc:sldChg>
      <pc:sldChg chg="del">
        <pc:chgData name="Ero Sennin" userId="03426be40f75dd1c" providerId="LiveId" clId="{59AC1DFC-6538-4039-B625-EF0FC9C0D4A9}" dt="2023-11-18T17:13:22.272" v="765" actId="47"/>
        <pc:sldMkLst>
          <pc:docMk/>
          <pc:sldMk cId="0" sldId="321"/>
        </pc:sldMkLst>
      </pc:sldChg>
      <pc:sldChg chg="del">
        <pc:chgData name="Ero Sennin" userId="03426be40f75dd1c" providerId="LiveId" clId="{59AC1DFC-6538-4039-B625-EF0FC9C0D4A9}" dt="2023-11-18T17:13:22.272" v="765" actId="47"/>
        <pc:sldMkLst>
          <pc:docMk/>
          <pc:sldMk cId="0" sldId="322"/>
        </pc:sldMkLst>
      </pc:sldChg>
      <pc:sldChg chg="del">
        <pc:chgData name="Ero Sennin" userId="03426be40f75dd1c" providerId="LiveId" clId="{59AC1DFC-6538-4039-B625-EF0FC9C0D4A9}" dt="2023-11-18T17:13:22.272" v="765" actId="47"/>
        <pc:sldMkLst>
          <pc:docMk/>
          <pc:sldMk cId="0" sldId="323"/>
        </pc:sldMkLst>
      </pc:sldChg>
      <pc:sldChg chg="del">
        <pc:chgData name="Ero Sennin" userId="03426be40f75dd1c" providerId="LiveId" clId="{59AC1DFC-6538-4039-B625-EF0FC9C0D4A9}" dt="2023-11-18T17:13:22.272" v="765" actId="47"/>
        <pc:sldMkLst>
          <pc:docMk/>
          <pc:sldMk cId="0" sldId="324"/>
        </pc:sldMkLst>
      </pc:sldChg>
      <pc:sldChg chg="del">
        <pc:chgData name="Ero Sennin" userId="03426be40f75dd1c" providerId="LiveId" clId="{59AC1DFC-6538-4039-B625-EF0FC9C0D4A9}" dt="2023-11-18T17:13:22.272" v="765" actId="47"/>
        <pc:sldMkLst>
          <pc:docMk/>
          <pc:sldMk cId="0" sldId="325"/>
        </pc:sldMkLst>
      </pc:sldChg>
      <pc:sldChg chg="del">
        <pc:chgData name="Ero Sennin" userId="03426be40f75dd1c" providerId="LiveId" clId="{59AC1DFC-6538-4039-B625-EF0FC9C0D4A9}" dt="2023-11-18T17:13:22.272" v="765" actId="47"/>
        <pc:sldMkLst>
          <pc:docMk/>
          <pc:sldMk cId="0" sldId="326"/>
        </pc:sldMkLst>
      </pc:sldChg>
      <pc:sldChg chg="del">
        <pc:chgData name="Ero Sennin" userId="03426be40f75dd1c" providerId="LiveId" clId="{59AC1DFC-6538-4039-B625-EF0FC9C0D4A9}" dt="2023-11-18T17:13:22.272" v="765" actId="47"/>
        <pc:sldMkLst>
          <pc:docMk/>
          <pc:sldMk cId="0" sldId="327"/>
        </pc:sldMkLst>
      </pc:sldChg>
      <pc:sldChg chg="del">
        <pc:chgData name="Ero Sennin" userId="03426be40f75dd1c" providerId="LiveId" clId="{59AC1DFC-6538-4039-B625-EF0FC9C0D4A9}" dt="2023-11-18T17:13:22.272" v="765" actId="47"/>
        <pc:sldMkLst>
          <pc:docMk/>
          <pc:sldMk cId="0" sldId="328"/>
        </pc:sldMkLst>
      </pc:sldChg>
      <pc:sldChg chg="del">
        <pc:chgData name="Ero Sennin" userId="03426be40f75dd1c" providerId="LiveId" clId="{59AC1DFC-6538-4039-B625-EF0FC9C0D4A9}" dt="2023-11-18T17:13:22.272" v="765" actId="47"/>
        <pc:sldMkLst>
          <pc:docMk/>
          <pc:sldMk cId="0" sldId="329"/>
        </pc:sldMkLst>
      </pc:sldChg>
      <pc:sldChg chg="del">
        <pc:chgData name="Ero Sennin" userId="03426be40f75dd1c" providerId="LiveId" clId="{59AC1DFC-6538-4039-B625-EF0FC9C0D4A9}" dt="2023-11-18T17:14:28.804" v="767" actId="47"/>
        <pc:sldMkLst>
          <pc:docMk/>
          <pc:sldMk cId="0" sldId="330"/>
        </pc:sldMkLst>
      </pc:sldChg>
      <pc:sldChg chg="new del">
        <pc:chgData name="Ero Sennin" userId="03426be40f75dd1c" providerId="LiveId" clId="{59AC1DFC-6538-4039-B625-EF0FC9C0D4A9}" dt="2023-11-18T15:27:26.347" v="230" actId="47"/>
        <pc:sldMkLst>
          <pc:docMk/>
          <pc:sldMk cId="222447800" sldId="331"/>
        </pc:sldMkLst>
      </pc:sldChg>
      <pc:sldChg chg="addSp delSp modSp new mod ord setBg modShow">
        <pc:chgData name="Ero Sennin" userId="03426be40f75dd1c" providerId="LiveId" clId="{59AC1DFC-6538-4039-B625-EF0FC9C0D4A9}" dt="2023-11-18T16:29:23.497" v="645" actId="729"/>
        <pc:sldMkLst>
          <pc:docMk/>
          <pc:sldMk cId="1909956528" sldId="331"/>
        </pc:sldMkLst>
        <pc:spChg chg="del">
          <ac:chgData name="Ero Sennin" userId="03426be40f75dd1c" providerId="LiveId" clId="{59AC1DFC-6538-4039-B625-EF0FC9C0D4A9}" dt="2023-11-18T15:38:53.571" v="234" actId="478"/>
          <ac:spMkLst>
            <pc:docMk/>
            <pc:sldMk cId="1909956528" sldId="331"/>
            <ac:spMk id="2" creationId="{D38A0210-C9DA-1AB6-2CDE-33860E092688}"/>
          </ac:spMkLst>
        </pc:spChg>
        <pc:spChg chg="add del mod">
          <ac:chgData name="Ero Sennin" userId="03426be40f75dd1c" providerId="LiveId" clId="{59AC1DFC-6538-4039-B625-EF0FC9C0D4A9}" dt="2023-11-18T15:42:32.216" v="303" actId="478"/>
          <ac:spMkLst>
            <pc:docMk/>
            <pc:sldMk cId="1909956528" sldId="331"/>
            <ac:spMk id="4" creationId="{EB36F7DD-CDB7-2C65-BCE0-D40070DA3FCD}"/>
          </ac:spMkLst>
        </pc:spChg>
        <pc:spChg chg="add mod">
          <ac:chgData name="Ero Sennin" userId="03426be40f75dd1c" providerId="LiveId" clId="{59AC1DFC-6538-4039-B625-EF0FC9C0D4A9}" dt="2023-11-18T15:42:14.885" v="299" actId="1076"/>
          <ac:spMkLst>
            <pc:docMk/>
            <pc:sldMk cId="1909956528" sldId="331"/>
            <ac:spMk id="6" creationId="{52BDBAC3-67AD-4A97-7850-28F18722F0B1}"/>
          </ac:spMkLst>
        </pc:spChg>
        <pc:spChg chg="add del mod">
          <ac:chgData name="Ero Sennin" userId="03426be40f75dd1c" providerId="LiveId" clId="{59AC1DFC-6538-4039-B625-EF0FC9C0D4A9}" dt="2023-11-18T15:42:30.665" v="302"/>
          <ac:spMkLst>
            <pc:docMk/>
            <pc:sldMk cId="1909956528" sldId="331"/>
            <ac:spMk id="7" creationId="{1FEBF161-9BE4-8605-2202-A0496952536B}"/>
          </ac:spMkLst>
        </pc:spChg>
        <pc:spChg chg="add mod">
          <ac:chgData name="Ero Sennin" userId="03426be40f75dd1c" providerId="LiveId" clId="{59AC1DFC-6538-4039-B625-EF0FC9C0D4A9}" dt="2023-11-18T16:07:18.834" v="533" actId="404"/>
          <ac:spMkLst>
            <pc:docMk/>
            <pc:sldMk cId="1909956528" sldId="331"/>
            <ac:spMk id="8" creationId="{6CF85C25-FECF-02E7-8B5D-63C724E2B28B}"/>
          </ac:spMkLst>
        </pc:spChg>
        <pc:spChg chg="add">
          <ac:chgData name="Ero Sennin" userId="03426be40f75dd1c" providerId="LiveId" clId="{59AC1DFC-6538-4039-B625-EF0FC9C0D4A9}" dt="2023-11-18T15:40:44.222" v="269" actId="26606"/>
          <ac:spMkLst>
            <pc:docMk/>
            <pc:sldMk cId="1909956528" sldId="331"/>
            <ac:spMk id="10" creationId="{870A1295-61BC-4214-AA3E-D396673024D0}"/>
          </ac:spMkLst>
        </pc:spChg>
        <pc:grpChg chg="add">
          <ac:chgData name="Ero Sennin" userId="03426be40f75dd1c" providerId="LiveId" clId="{59AC1DFC-6538-4039-B625-EF0FC9C0D4A9}" dt="2023-11-18T15:40:44.222" v="269" actId="26606"/>
          <ac:grpSpMkLst>
            <pc:docMk/>
            <pc:sldMk cId="1909956528" sldId="331"/>
            <ac:grpSpMk id="12" creationId="{0B139475-2B26-4CA9-9413-DE741E49F7BB}"/>
          </ac:grpSpMkLst>
        </pc:grpChg>
        <pc:picChg chg="add mod">
          <ac:chgData name="Ero Sennin" userId="03426be40f75dd1c" providerId="LiveId" clId="{59AC1DFC-6538-4039-B625-EF0FC9C0D4A9}" dt="2023-11-18T15:42:49.033" v="311" actId="14100"/>
          <ac:picMkLst>
            <pc:docMk/>
            <pc:sldMk cId="1909956528" sldId="331"/>
            <ac:picMk id="5" creationId="{A9B5D548-0AEB-B038-A729-DB2AC0FFECF5}"/>
          </ac:picMkLst>
        </pc:picChg>
        <pc:picChg chg="add mod">
          <ac:chgData name="Ero Sennin" userId="03426be40f75dd1c" providerId="LiveId" clId="{59AC1DFC-6538-4039-B625-EF0FC9C0D4A9}" dt="2023-11-18T15:58:51.960" v="488"/>
          <ac:picMkLst>
            <pc:docMk/>
            <pc:sldMk cId="1909956528" sldId="331"/>
            <ac:picMk id="9" creationId="{052C2FDB-C94D-AB7D-702F-49B6289B816C}"/>
          </ac:picMkLst>
        </pc:picChg>
      </pc:sldChg>
      <pc:sldChg chg="addSp delSp modSp add mod">
        <pc:chgData name="Ero Sennin" userId="03426be40f75dd1c" providerId="LiveId" clId="{59AC1DFC-6538-4039-B625-EF0FC9C0D4A9}" dt="2023-11-18T16:07:14.689" v="532" actId="404"/>
        <pc:sldMkLst>
          <pc:docMk/>
          <pc:sldMk cId="265992425" sldId="332"/>
        </pc:sldMkLst>
        <pc:spChg chg="add del mod">
          <ac:chgData name="Ero Sennin" userId="03426be40f75dd1c" providerId="LiveId" clId="{59AC1DFC-6538-4039-B625-EF0FC9C0D4A9}" dt="2023-11-18T15:46:41.331" v="361" actId="767"/>
          <ac:spMkLst>
            <pc:docMk/>
            <pc:sldMk cId="265992425" sldId="332"/>
            <ac:spMk id="2" creationId="{0D98DAC1-81D1-2E91-97CC-A747778DCE30}"/>
          </ac:spMkLst>
        </pc:spChg>
        <pc:spChg chg="add del mod">
          <ac:chgData name="Ero Sennin" userId="03426be40f75dd1c" providerId="LiveId" clId="{59AC1DFC-6538-4039-B625-EF0FC9C0D4A9}" dt="2023-11-18T15:48:36.250" v="415" actId="21"/>
          <ac:spMkLst>
            <pc:docMk/>
            <pc:sldMk cId="265992425" sldId="332"/>
            <ac:spMk id="3" creationId="{08CD2B2F-5EC3-1116-D8B2-1E5450F0B862}"/>
          </ac:spMkLst>
        </pc:spChg>
        <pc:spChg chg="mod">
          <ac:chgData name="Ero Sennin" userId="03426be40f75dd1c" providerId="LiveId" clId="{59AC1DFC-6538-4039-B625-EF0FC9C0D4A9}" dt="2023-11-18T16:07:14.689" v="532" actId="404"/>
          <ac:spMkLst>
            <pc:docMk/>
            <pc:sldMk cId="265992425" sldId="332"/>
            <ac:spMk id="8" creationId="{6CF85C25-FECF-02E7-8B5D-63C724E2B28B}"/>
          </ac:spMkLst>
        </pc:spChg>
        <pc:picChg chg="add mod">
          <ac:chgData name="Ero Sennin" userId="03426be40f75dd1c" providerId="LiveId" clId="{59AC1DFC-6538-4039-B625-EF0FC9C0D4A9}" dt="2023-11-18T15:58:53.051" v="489"/>
          <ac:picMkLst>
            <pc:docMk/>
            <pc:sldMk cId="265992425" sldId="332"/>
            <ac:picMk id="4" creationId="{21358416-46E9-821B-EE05-32D56334ADFF}"/>
          </ac:picMkLst>
        </pc:picChg>
      </pc:sldChg>
      <pc:sldChg chg="addSp delSp modSp add mod">
        <pc:chgData name="Ero Sennin" userId="03426be40f75dd1c" providerId="LiveId" clId="{59AC1DFC-6538-4039-B625-EF0FC9C0D4A9}" dt="2023-11-18T16:07:11.504" v="531" actId="404"/>
        <pc:sldMkLst>
          <pc:docMk/>
          <pc:sldMk cId="3161217611" sldId="333"/>
        </pc:sldMkLst>
        <pc:spChg chg="add del mod">
          <ac:chgData name="Ero Sennin" userId="03426be40f75dd1c" providerId="LiveId" clId="{59AC1DFC-6538-4039-B625-EF0FC9C0D4A9}" dt="2023-11-18T15:48:47.868" v="418"/>
          <ac:spMkLst>
            <pc:docMk/>
            <pc:sldMk cId="3161217611" sldId="333"/>
            <ac:spMk id="2" creationId="{65A2E775-C12C-9A36-02E3-5157A5CC7249}"/>
          </ac:spMkLst>
        </pc:spChg>
        <pc:spChg chg="mod">
          <ac:chgData name="Ero Sennin" userId="03426be40f75dd1c" providerId="LiveId" clId="{59AC1DFC-6538-4039-B625-EF0FC9C0D4A9}" dt="2023-11-18T16:07:11.504" v="531" actId="404"/>
          <ac:spMkLst>
            <pc:docMk/>
            <pc:sldMk cId="3161217611" sldId="333"/>
            <ac:spMk id="8" creationId="{6CF85C25-FECF-02E7-8B5D-63C724E2B28B}"/>
          </ac:spMkLst>
        </pc:spChg>
        <pc:picChg chg="add mod">
          <ac:chgData name="Ero Sennin" userId="03426be40f75dd1c" providerId="LiveId" clId="{59AC1DFC-6538-4039-B625-EF0FC9C0D4A9}" dt="2023-11-18T15:58:55.488" v="490"/>
          <ac:picMkLst>
            <pc:docMk/>
            <pc:sldMk cId="3161217611" sldId="333"/>
            <ac:picMk id="3" creationId="{F6EFE7AE-07BC-655F-FFF0-573D3DD52271}"/>
          </ac:picMkLst>
        </pc:picChg>
      </pc:sldChg>
      <pc:sldChg chg="addSp modSp add mod">
        <pc:chgData name="Ero Sennin" userId="03426be40f75dd1c" providerId="LiveId" clId="{59AC1DFC-6538-4039-B625-EF0FC9C0D4A9}" dt="2023-11-18T16:07:05.285" v="530" actId="404"/>
        <pc:sldMkLst>
          <pc:docMk/>
          <pc:sldMk cId="2794045480" sldId="334"/>
        </pc:sldMkLst>
        <pc:spChg chg="mod">
          <ac:chgData name="Ero Sennin" userId="03426be40f75dd1c" providerId="LiveId" clId="{59AC1DFC-6538-4039-B625-EF0FC9C0D4A9}" dt="2023-11-18T15:52:08.216" v="438" actId="14100"/>
          <ac:spMkLst>
            <pc:docMk/>
            <pc:sldMk cId="2794045480" sldId="334"/>
            <ac:spMk id="6" creationId="{52BDBAC3-67AD-4A97-7850-28F18722F0B1}"/>
          </ac:spMkLst>
        </pc:spChg>
        <pc:spChg chg="mod">
          <ac:chgData name="Ero Sennin" userId="03426be40f75dd1c" providerId="LiveId" clId="{59AC1DFC-6538-4039-B625-EF0FC9C0D4A9}" dt="2023-11-18T16:07:05.285" v="530" actId="404"/>
          <ac:spMkLst>
            <pc:docMk/>
            <pc:sldMk cId="2794045480" sldId="334"/>
            <ac:spMk id="8" creationId="{6CF85C25-FECF-02E7-8B5D-63C724E2B28B}"/>
          </ac:spMkLst>
        </pc:spChg>
        <pc:picChg chg="add mod">
          <ac:chgData name="Ero Sennin" userId="03426be40f75dd1c" providerId="LiveId" clId="{59AC1DFC-6538-4039-B625-EF0FC9C0D4A9}" dt="2023-11-18T15:58:57.260" v="491"/>
          <ac:picMkLst>
            <pc:docMk/>
            <pc:sldMk cId="2794045480" sldId="334"/>
            <ac:picMk id="2" creationId="{5027EC5C-F179-6158-F76D-23039B81DE14}"/>
          </ac:picMkLst>
        </pc:picChg>
      </pc:sldChg>
      <pc:sldChg chg="addSp modSp add mod">
        <pc:chgData name="Ero Sennin" userId="03426be40f75dd1c" providerId="LiveId" clId="{59AC1DFC-6538-4039-B625-EF0FC9C0D4A9}" dt="2023-11-18T16:06:57.957" v="527" actId="404"/>
        <pc:sldMkLst>
          <pc:docMk/>
          <pc:sldMk cId="4204554352" sldId="335"/>
        </pc:sldMkLst>
        <pc:spChg chg="mod">
          <ac:chgData name="Ero Sennin" userId="03426be40f75dd1c" providerId="LiveId" clId="{59AC1DFC-6538-4039-B625-EF0FC9C0D4A9}" dt="2023-11-18T15:57:24.748" v="477" actId="14100"/>
          <ac:spMkLst>
            <pc:docMk/>
            <pc:sldMk cId="4204554352" sldId="335"/>
            <ac:spMk id="6" creationId="{52BDBAC3-67AD-4A97-7850-28F18722F0B1}"/>
          </ac:spMkLst>
        </pc:spChg>
        <pc:spChg chg="mod">
          <ac:chgData name="Ero Sennin" userId="03426be40f75dd1c" providerId="LiveId" clId="{59AC1DFC-6538-4039-B625-EF0FC9C0D4A9}" dt="2023-11-18T16:06:57.957" v="527" actId="404"/>
          <ac:spMkLst>
            <pc:docMk/>
            <pc:sldMk cId="4204554352" sldId="335"/>
            <ac:spMk id="8" creationId="{6CF85C25-FECF-02E7-8B5D-63C724E2B28B}"/>
          </ac:spMkLst>
        </pc:spChg>
        <pc:picChg chg="add mod">
          <ac:chgData name="Ero Sennin" userId="03426be40f75dd1c" providerId="LiveId" clId="{59AC1DFC-6538-4039-B625-EF0FC9C0D4A9}" dt="2023-11-18T15:58:57.982" v="492"/>
          <ac:picMkLst>
            <pc:docMk/>
            <pc:sldMk cId="4204554352" sldId="335"/>
            <ac:picMk id="2" creationId="{F3FC9FF9-5BA8-97F9-C403-E0D002BF5C8C}"/>
          </ac:picMkLst>
        </pc:picChg>
      </pc:sldChg>
      <pc:sldChg chg="modSp add mod">
        <pc:chgData name="Ero Sennin" userId="03426be40f75dd1c" providerId="LiveId" clId="{59AC1DFC-6538-4039-B625-EF0FC9C0D4A9}" dt="2023-11-18T16:06:50.035" v="524" actId="113"/>
        <pc:sldMkLst>
          <pc:docMk/>
          <pc:sldMk cId="1789055924" sldId="336"/>
        </pc:sldMkLst>
        <pc:spChg chg="mod">
          <ac:chgData name="Ero Sennin" userId="03426be40f75dd1c" providerId="LiveId" clId="{59AC1DFC-6538-4039-B625-EF0FC9C0D4A9}" dt="2023-11-18T16:06:50.035" v="524" actId="113"/>
          <ac:spMkLst>
            <pc:docMk/>
            <pc:sldMk cId="1789055924" sldId="336"/>
            <ac:spMk id="8" creationId="{6CF85C25-FECF-02E7-8B5D-63C724E2B28B}"/>
          </ac:spMkLst>
        </pc:spChg>
      </pc:sldChg>
      <pc:sldChg chg="modSp add mod">
        <pc:chgData name="Ero Sennin" userId="03426be40f75dd1c" providerId="LiveId" clId="{59AC1DFC-6538-4039-B625-EF0FC9C0D4A9}" dt="2023-11-18T16:08:20.149" v="544" actId="113"/>
        <pc:sldMkLst>
          <pc:docMk/>
          <pc:sldMk cId="2941605581" sldId="337"/>
        </pc:sldMkLst>
        <pc:spChg chg="mod">
          <ac:chgData name="Ero Sennin" userId="03426be40f75dd1c" providerId="LiveId" clId="{59AC1DFC-6538-4039-B625-EF0FC9C0D4A9}" dt="2023-11-18T16:08:20.149" v="544" actId="113"/>
          <ac:spMkLst>
            <pc:docMk/>
            <pc:sldMk cId="2941605581" sldId="337"/>
            <ac:spMk id="8" creationId="{6CF85C25-FECF-02E7-8B5D-63C724E2B28B}"/>
          </ac:spMkLst>
        </pc:spChg>
      </pc:sldChg>
      <pc:sldChg chg="new del ord">
        <pc:chgData name="Ero Sennin" userId="03426be40f75dd1c" providerId="LiveId" clId="{59AC1DFC-6538-4039-B625-EF0FC9C0D4A9}" dt="2023-11-18T17:13:23.593" v="766" actId="47"/>
        <pc:sldMkLst>
          <pc:docMk/>
          <pc:sldMk cId="2513340953" sldId="338"/>
        </pc:sldMkLst>
      </pc:sldChg>
      <pc:sldChg chg="modSp add mod">
        <pc:chgData name="Ero Sennin" userId="03426be40f75dd1c" providerId="LiveId" clId="{59AC1DFC-6538-4039-B625-EF0FC9C0D4A9}" dt="2023-11-18T16:09:53.170" v="553" actId="113"/>
        <pc:sldMkLst>
          <pc:docMk/>
          <pc:sldMk cId="3117361790" sldId="339"/>
        </pc:sldMkLst>
        <pc:spChg chg="mod">
          <ac:chgData name="Ero Sennin" userId="03426be40f75dd1c" providerId="LiveId" clId="{59AC1DFC-6538-4039-B625-EF0FC9C0D4A9}" dt="2023-11-18T16:09:53.170" v="553" actId="113"/>
          <ac:spMkLst>
            <pc:docMk/>
            <pc:sldMk cId="3117361790" sldId="339"/>
            <ac:spMk id="8" creationId="{6CF85C25-FECF-02E7-8B5D-63C724E2B28B}"/>
          </ac:spMkLst>
        </pc:spChg>
      </pc:sldChg>
      <pc:sldChg chg="modSp add mod">
        <pc:chgData name="Ero Sennin" userId="03426be40f75dd1c" providerId="LiveId" clId="{59AC1DFC-6538-4039-B625-EF0FC9C0D4A9}" dt="2023-11-18T16:10:34.758" v="567" actId="113"/>
        <pc:sldMkLst>
          <pc:docMk/>
          <pc:sldMk cId="379817075" sldId="340"/>
        </pc:sldMkLst>
        <pc:spChg chg="mod">
          <ac:chgData name="Ero Sennin" userId="03426be40f75dd1c" providerId="LiveId" clId="{59AC1DFC-6538-4039-B625-EF0FC9C0D4A9}" dt="2023-11-18T16:10:34.758" v="567" actId="113"/>
          <ac:spMkLst>
            <pc:docMk/>
            <pc:sldMk cId="379817075" sldId="340"/>
            <ac:spMk id="8" creationId="{6CF85C25-FECF-02E7-8B5D-63C724E2B28B}"/>
          </ac:spMkLst>
        </pc:spChg>
      </pc:sldChg>
      <pc:sldChg chg="new del">
        <pc:chgData name="Ero Sennin" userId="03426be40f75dd1c" providerId="LiveId" clId="{59AC1DFC-6538-4039-B625-EF0FC9C0D4A9}" dt="2023-11-18T16:10:03.261" v="555" actId="47"/>
        <pc:sldMkLst>
          <pc:docMk/>
          <pc:sldMk cId="3467547685" sldId="340"/>
        </pc:sldMkLst>
      </pc:sldChg>
      <pc:sldChg chg="modSp add mod">
        <pc:chgData name="Ero Sennin" userId="03426be40f75dd1c" providerId="LiveId" clId="{59AC1DFC-6538-4039-B625-EF0FC9C0D4A9}" dt="2023-11-18T16:11:19.057" v="575" actId="113"/>
        <pc:sldMkLst>
          <pc:docMk/>
          <pc:sldMk cId="424304537" sldId="341"/>
        </pc:sldMkLst>
        <pc:spChg chg="mod">
          <ac:chgData name="Ero Sennin" userId="03426be40f75dd1c" providerId="LiveId" clId="{59AC1DFC-6538-4039-B625-EF0FC9C0D4A9}" dt="2023-11-18T16:11:19.057" v="575" actId="113"/>
          <ac:spMkLst>
            <pc:docMk/>
            <pc:sldMk cId="424304537" sldId="341"/>
            <ac:spMk id="8" creationId="{6CF85C25-FECF-02E7-8B5D-63C724E2B28B}"/>
          </ac:spMkLst>
        </pc:spChg>
      </pc:sldChg>
      <pc:sldChg chg="modSp add mod">
        <pc:chgData name="Ero Sennin" userId="03426be40f75dd1c" providerId="LiveId" clId="{59AC1DFC-6538-4039-B625-EF0FC9C0D4A9}" dt="2023-11-18T16:14:35.164" v="592" actId="20577"/>
        <pc:sldMkLst>
          <pc:docMk/>
          <pc:sldMk cId="2187594355" sldId="342"/>
        </pc:sldMkLst>
        <pc:spChg chg="mod">
          <ac:chgData name="Ero Sennin" userId="03426be40f75dd1c" providerId="LiveId" clId="{59AC1DFC-6538-4039-B625-EF0FC9C0D4A9}" dt="2023-11-18T16:13:35.202" v="578"/>
          <ac:spMkLst>
            <pc:docMk/>
            <pc:sldMk cId="2187594355" sldId="342"/>
            <ac:spMk id="6" creationId="{52BDBAC3-67AD-4A97-7850-28F18722F0B1}"/>
          </ac:spMkLst>
        </pc:spChg>
        <pc:spChg chg="mod">
          <ac:chgData name="Ero Sennin" userId="03426be40f75dd1c" providerId="LiveId" clId="{59AC1DFC-6538-4039-B625-EF0FC9C0D4A9}" dt="2023-11-18T16:14:35.164" v="592" actId="20577"/>
          <ac:spMkLst>
            <pc:docMk/>
            <pc:sldMk cId="2187594355" sldId="342"/>
            <ac:spMk id="8" creationId="{6CF85C25-FECF-02E7-8B5D-63C724E2B28B}"/>
          </ac:spMkLst>
        </pc:spChg>
      </pc:sldChg>
      <pc:sldChg chg="modSp add mod">
        <pc:chgData name="Ero Sennin" userId="03426be40f75dd1c" providerId="LiveId" clId="{59AC1DFC-6538-4039-B625-EF0FC9C0D4A9}" dt="2023-11-18T16:15:11.929" v="602" actId="113"/>
        <pc:sldMkLst>
          <pc:docMk/>
          <pc:sldMk cId="3977605819" sldId="343"/>
        </pc:sldMkLst>
        <pc:spChg chg="mod">
          <ac:chgData name="Ero Sennin" userId="03426be40f75dd1c" providerId="LiveId" clId="{59AC1DFC-6538-4039-B625-EF0FC9C0D4A9}" dt="2023-11-18T16:15:11.929" v="602" actId="113"/>
          <ac:spMkLst>
            <pc:docMk/>
            <pc:sldMk cId="3977605819" sldId="343"/>
            <ac:spMk id="8" creationId="{6CF85C25-FECF-02E7-8B5D-63C724E2B28B}"/>
          </ac:spMkLst>
        </pc:spChg>
      </pc:sldChg>
      <pc:sldChg chg="modSp add mod">
        <pc:chgData name="Ero Sennin" userId="03426be40f75dd1c" providerId="LiveId" clId="{59AC1DFC-6538-4039-B625-EF0FC9C0D4A9}" dt="2023-11-18T16:33:14.286" v="694" actId="12"/>
        <pc:sldMkLst>
          <pc:docMk/>
          <pc:sldMk cId="71056339" sldId="344"/>
        </pc:sldMkLst>
        <pc:spChg chg="mod">
          <ac:chgData name="Ero Sennin" userId="03426be40f75dd1c" providerId="LiveId" clId="{59AC1DFC-6538-4039-B625-EF0FC9C0D4A9}" dt="2023-11-18T16:29:41.703" v="646"/>
          <ac:spMkLst>
            <pc:docMk/>
            <pc:sldMk cId="71056339" sldId="344"/>
            <ac:spMk id="6" creationId="{52BDBAC3-67AD-4A97-7850-28F18722F0B1}"/>
          </ac:spMkLst>
        </pc:spChg>
        <pc:spChg chg="mod">
          <ac:chgData name="Ero Sennin" userId="03426be40f75dd1c" providerId="LiveId" clId="{59AC1DFC-6538-4039-B625-EF0FC9C0D4A9}" dt="2023-11-18T16:33:14.286" v="694" actId="12"/>
          <ac:spMkLst>
            <pc:docMk/>
            <pc:sldMk cId="71056339" sldId="344"/>
            <ac:spMk id="8" creationId="{6CF85C25-FECF-02E7-8B5D-63C724E2B28B}"/>
          </ac:spMkLst>
        </pc:spChg>
        <pc:picChg chg="mod">
          <ac:chgData name="Ero Sennin" userId="03426be40f75dd1c" providerId="LiveId" clId="{59AC1DFC-6538-4039-B625-EF0FC9C0D4A9}" dt="2023-11-18T16:28:58.316" v="634" actId="197"/>
          <ac:picMkLst>
            <pc:docMk/>
            <pc:sldMk cId="71056339" sldId="344"/>
            <ac:picMk id="5" creationId="{A9B5D548-0AEB-B038-A729-DB2AC0FFECF5}"/>
          </ac:picMkLst>
        </pc:picChg>
      </pc:sldChg>
      <pc:sldChg chg="new add del">
        <pc:chgData name="Ero Sennin" userId="03426be40f75dd1c" providerId="LiveId" clId="{59AC1DFC-6538-4039-B625-EF0FC9C0D4A9}" dt="2023-11-18T16:32:29.637" v="667" actId="680"/>
        <pc:sldMkLst>
          <pc:docMk/>
          <pc:sldMk cId="2058428942" sldId="345"/>
        </pc:sldMkLst>
      </pc:sldChg>
      <pc:sldChg chg="modSp add mod">
        <pc:chgData name="Ero Sennin" userId="03426be40f75dd1c" providerId="LiveId" clId="{59AC1DFC-6538-4039-B625-EF0FC9C0D4A9}" dt="2023-11-18T16:34:08.567" v="704" actId="113"/>
        <pc:sldMkLst>
          <pc:docMk/>
          <pc:sldMk cId="3362010045" sldId="345"/>
        </pc:sldMkLst>
        <pc:spChg chg="mod">
          <ac:chgData name="Ero Sennin" userId="03426be40f75dd1c" providerId="LiveId" clId="{59AC1DFC-6538-4039-B625-EF0FC9C0D4A9}" dt="2023-11-18T16:33:46.477" v="697"/>
          <ac:spMkLst>
            <pc:docMk/>
            <pc:sldMk cId="3362010045" sldId="345"/>
            <ac:spMk id="6" creationId="{52BDBAC3-67AD-4A97-7850-28F18722F0B1}"/>
          </ac:spMkLst>
        </pc:spChg>
        <pc:spChg chg="mod">
          <ac:chgData name="Ero Sennin" userId="03426be40f75dd1c" providerId="LiveId" clId="{59AC1DFC-6538-4039-B625-EF0FC9C0D4A9}" dt="2023-11-18T16:34:08.567" v="704" actId="113"/>
          <ac:spMkLst>
            <pc:docMk/>
            <pc:sldMk cId="3362010045" sldId="345"/>
            <ac:spMk id="8" creationId="{6CF85C25-FECF-02E7-8B5D-63C724E2B28B}"/>
          </ac:spMkLst>
        </pc:spChg>
      </pc:sldChg>
      <pc:sldChg chg="modSp add mod">
        <pc:chgData name="Ero Sennin" userId="03426be40f75dd1c" providerId="LiveId" clId="{59AC1DFC-6538-4039-B625-EF0FC9C0D4A9}" dt="2023-11-18T16:35:19.006" v="713" actId="113"/>
        <pc:sldMkLst>
          <pc:docMk/>
          <pc:sldMk cId="1608157032" sldId="346"/>
        </pc:sldMkLst>
        <pc:spChg chg="mod">
          <ac:chgData name="Ero Sennin" userId="03426be40f75dd1c" providerId="LiveId" clId="{59AC1DFC-6538-4039-B625-EF0FC9C0D4A9}" dt="2023-11-18T16:35:01.921" v="706"/>
          <ac:spMkLst>
            <pc:docMk/>
            <pc:sldMk cId="1608157032" sldId="346"/>
            <ac:spMk id="6" creationId="{52BDBAC3-67AD-4A97-7850-28F18722F0B1}"/>
          </ac:spMkLst>
        </pc:spChg>
        <pc:spChg chg="mod">
          <ac:chgData name="Ero Sennin" userId="03426be40f75dd1c" providerId="LiveId" clId="{59AC1DFC-6538-4039-B625-EF0FC9C0D4A9}" dt="2023-11-18T16:35:19.006" v="713" actId="113"/>
          <ac:spMkLst>
            <pc:docMk/>
            <pc:sldMk cId="1608157032" sldId="346"/>
            <ac:spMk id="8" creationId="{6CF85C25-FECF-02E7-8B5D-63C724E2B28B}"/>
          </ac:spMkLst>
        </pc:spChg>
      </pc:sldChg>
      <pc:sldChg chg="modSp add mod">
        <pc:chgData name="Ero Sennin" userId="03426be40f75dd1c" providerId="LiveId" clId="{59AC1DFC-6538-4039-B625-EF0FC9C0D4A9}" dt="2023-11-18T17:47:11.184" v="1008" actId="20577"/>
        <pc:sldMkLst>
          <pc:docMk/>
          <pc:sldMk cId="1396905398" sldId="347"/>
        </pc:sldMkLst>
        <pc:spChg chg="mod">
          <ac:chgData name="Ero Sennin" userId="03426be40f75dd1c" providerId="LiveId" clId="{59AC1DFC-6538-4039-B625-EF0FC9C0D4A9}" dt="2023-11-18T17:11:00.267" v="725"/>
          <ac:spMkLst>
            <pc:docMk/>
            <pc:sldMk cId="1396905398" sldId="347"/>
            <ac:spMk id="6" creationId="{52BDBAC3-67AD-4A97-7850-28F18722F0B1}"/>
          </ac:spMkLst>
        </pc:spChg>
        <pc:spChg chg="mod">
          <ac:chgData name="Ero Sennin" userId="03426be40f75dd1c" providerId="LiveId" clId="{59AC1DFC-6538-4039-B625-EF0FC9C0D4A9}" dt="2023-11-18T17:47:11.184" v="1008" actId="20577"/>
          <ac:spMkLst>
            <pc:docMk/>
            <pc:sldMk cId="1396905398" sldId="347"/>
            <ac:spMk id="8" creationId="{6CF85C25-FECF-02E7-8B5D-63C724E2B28B}"/>
          </ac:spMkLst>
        </pc:spChg>
      </pc:sldChg>
      <pc:sldChg chg="addSp delSp modSp add mod">
        <pc:chgData name="Ero Sennin" userId="03426be40f75dd1c" providerId="LiveId" clId="{59AC1DFC-6538-4039-B625-EF0FC9C0D4A9}" dt="2023-11-18T17:47:16.021" v="1010" actId="20577"/>
        <pc:sldMkLst>
          <pc:docMk/>
          <pc:sldMk cId="775201600" sldId="348"/>
        </pc:sldMkLst>
        <pc:spChg chg="add mod">
          <ac:chgData name="Ero Sennin" userId="03426be40f75dd1c" providerId="LiveId" clId="{59AC1DFC-6538-4039-B625-EF0FC9C0D4A9}" dt="2023-11-18T17:11:07.182" v="727"/>
          <ac:spMkLst>
            <pc:docMk/>
            <pc:sldMk cId="775201600" sldId="348"/>
            <ac:spMk id="3" creationId="{CAE23DEA-2710-CC0F-72B6-0E6CD7F60193}"/>
          </ac:spMkLst>
        </pc:spChg>
        <pc:spChg chg="del">
          <ac:chgData name="Ero Sennin" userId="03426be40f75dd1c" providerId="LiveId" clId="{59AC1DFC-6538-4039-B625-EF0FC9C0D4A9}" dt="2023-11-18T17:11:06.894" v="726" actId="478"/>
          <ac:spMkLst>
            <pc:docMk/>
            <pc:sldMk cId="775201600" sldId="348"/>
            <ac:spMk id="6" creationId="{52BDBAC3-67AD-4A97-7850-28F18722F0B1}"/>
          </ac:spMkLst>
        </pc:spChg>
        <pc:spChg chg="mod">
          <ac:chgData name="Ero Sennin" userId="03426be40f75dd1c" providerId="LiveId" clId="{59AC1DFC-6538-4039-B625-EF0FC9C0D4A9}" dt="2023-11-18T17:47:16.021" v="1010" actId="20577"/>
          <ac:spMkLst>
            <pc:docMk/>
            <pc:sldMk cId="775201600" sldId="348"/>
            <ac:spMk id="8" creationId="{6CF85C25-FECF-02E7-8B5D-63C724E2B28B}"/>
          </ac:spMkLst>
        </pc:spChg>
      </pc:sldChg>
      <pc:sldChg chg="modSp add mod">
        <pc:chgData name="Ero Sennin" userId="03426be40f75dd1c" providerId="LiveId" clId="{59AC1DFC-6538-4039-B625-EF0FC9C0D4A9}" dt="2023-11-18T17:12:49.589" v="760" actId="20577"/>
        <pc:sldMkLst>
          <pc:docMk/>
          <pc:sldMk cId="271087555" sldId="349"/>
        </pc:sldMkLst>
        <pc:spChg chg="mod">
          <ac:chgData name="Ero Sennin" userId="03426be40f75dd1c" providerId="LiveId" clId="{59AC1DFC-6538-4039-B625-EF0FC9C0D4A9}" dt="2023-11-18T17:12:49.589" v="760" actId="20577"/>
          <ac:spMkLst>
            <pc:docMk/>
            <pc:sldMk cId="271087555" sldId="349"/>
            <ac:spMk id="8" creationId="{6CF85C25-FECF-02E7-8B5D-63C724E2B28B}"/>
          </ac:spMkLst>
        </pc:spChg>
      </pc:sldChg>
      <pc:sldChg chg="modSp add mod">
        <pc:chgData name="Ero Sennin" userId="03426be40f75dd1c" providerId="LiveId" clId="{59AC1DFC-6538-4039-B625-EF0FC9C0D4A9}" dt="2023-11-18T17:12:46.576" v="758" actId="20577"/>
        <pc:sldMkLst>
          <pc:docMk/>
          <pc:sldMk cId="2540738932" sldId="350"/>
        </pc:sldMkLst>
        <pc:spChg chg="mod">
          <ac:chgData name="Ero Sennin" userId="03426be40f75dd1c" providerId="LiveId" clId="{59AC1DFC-6538-4039-B625-EF0FC9C0D4A9}" dt="2023-11-18T17:12:46.576" v="758" actId="20577"/>
          <ac:spMkLst>
            <pc:docMk/>
            <pc:sldMk cId="2540738932" sldId="350"/>
            <ac:spMk id="8" creationId="{6CF85C25-FECF-02E7-8B5D-63C724E2B28B}"/>
          </ac:spMkLst>
        </pc:spChg>
      </pc:sldChg>
      <pc:sldChg chg="modSp add mod">
        <pc:chgData name="Ero Sennin" userId="03426be40f75dd1c" providerId="LiveId" clId="{59AC1DFC-6538-4039-B625-EF0FC9C0D4A9}" dt="2023-11-18T17:59:10.996" v="1113" actId="20577"/>
        <pc:sldMkLst>
          <pc:docMk/>
          <pc:sldMk cId="1629030163" sldId="351"/>
        </pc:sldMkLst>
        <pc:spChg chg="mod">
          <ac:chgData name="Ero Sennin" userId="03426be40f75dd1c" providerId="LiveId" clId="{59AC1DFC-6538-4039-B625-EF0FC9C0D4A9}" dt="2023-11-18T17:14:38.976" v="775" actId="20577"/>
          <ac:spMkLst>
            <pc:docMk/>
            <pc:sldMk cId="1629030163" sldId="351"/>
            <ac:spMk id="3" creationId="{CAE23DEA-2710-CC0F-72B6-0E6CD7F60193}"/>
          </ac:spMkLst>
        </pc:spChg>
        <pc:spChg chg="mod">
          <ac:chgData name="Ero Sennin" userId="03426be40f75dd1c" providerId="LiveId" clId="{59AC1DFC-6538-4039-B625-EF0FC9C0D4A9}" dt="2023-11-18T17:59:10.996" v="1113" actId="20577"/>
          <ac:spMkLst>
            <pc:docMk/>
            <pc:sldMk cId="1629030163" sldId="351"/>
            <ac:spMk id="8" creationId="{6CF85C25-FECF-02E7-8B5D-63C724E2B28B}"/>
          </ac:spMkLst>
        </pc:spChg>
      </pc:sldChg>
      <pc:sldChg chg="modSp add mod">
        <pc:chgData name="Ero Sennin" userId="03426be40f75dd1c" providerId="LiveId" clId="{59AC1DFC-6538-4039-B625-EF0FC9C0D4A9}" dt="2023-11-18T17:25:28.482" v="801"/>
        <pc:sldMkLst>
          <pc:docMk/>
          <pc:sldMk cId="1241933059" sldId="352"/>
        </pc:sldMkLst>
        <pc:spChg chg="mod">
          <ac:chgData name="Ero Sennin" userId="03426be40f75dd1c" providerId="LiveId" clId="{59AC1DFC-6538-4039-B625-EF0FC9C0D4A9}" dt="2023-11-18T17:25:28.482" v="801"/>
          <ac:spMkLst>
            <pc:docMk/>
            <pc:sldMk cId="1241933059" sldId="352"/>
            <ac:spMk id="72" creationId="{00000000-0000-0000-0000-000000000000}"/>
          </ac:spMkLst>
        </pc:spChg>
      </pc:sldChg>
      <pc:sldChg chg="modSp add mod">
        <pc:chgData name="Ero Sennin" userId="03426be40f75dd1c" providerId="LiveId" clId="{59AC1DFC-6538-4039-B625-EF0FC9C0D4A9}" dt="2023-11-18T17:47:46.854" v="1012" actId="20577"/>
        <pc:sldMkLst>
          <pc:docMk/>
          <pc:sldMk cId="3583452087" sldId="353"/>
        </pc:sldMkLst>
        <pc:spChg chg="mod">
          <ac:chgData name="Ero Sennin" userId="03426be40f75dd1c" providerId="LiveId" clId="{59AC1DFC-6538-4039-B625-EF0FC9C0D4A9}" dt="2023-11-18T17:26:08.275" v="806"/>
          <ac:spMkLst>
            <pc:docMk/>
            <pc:sldMk cId="3583452087" sldId="353"/>
            <ac:spMk id="3" creationId="{CAE23DEA-2710-CC0F-72B6-0E6CD7F60193}"/>
          </ac:spMkLst>
        </pc:spChg>
        <pc:spChg chg="mod">
          <ac:chgData name="Ero Sennin" userId="03426be40f75dd1c" providerId="LiveId" clId="{59AC1DFC-6538-4039-B625-EF0FC9C0D4A9}" dt="2023-11-18T17:47:46.854" v="1012" actId="20577"/>
          <ac:spMkLst>
            <pc:docMk/>
            <pc:sldMk cId="3583452087" sldId="353"/>
            <ac:spMk id="8" creationId="{6CF85C25-FECF-02E7-8B5D-63C724E2B28B}"/>
          </ac:spMkLst>
        </pc:spChg>
      </pc:sldChg>
      <pc:sldChg chg="addSp modSp add mod">
        <pc:chgData name="Ero Sennin" userId="03426be40f75dd1c" providerId="LiveId" clId="{59AC1DFC-6538-4039-B625-EF0FC9C0D4A9}" dt="2023-11-18T17:35:41.075" v="918" actId="14100"/>
        <pc:sldMkLst>
          <pc:docMk/>
          <pc:sldMk cId="4106494306" sldId="354"/>
        </pc:sldMkLst>
        <pc:spChg chg="mod">
          <ac:chgData name="Ero Sennin" userId="03426be40f75dd1c" providerId="LiveId" clId="{59AC1DFC-6538-4039-B625-EF0FC9C0D4A9}" dt="2023-11-18T17:35:41.075" v="918" actId="14100"/>
          <ac:spMkLst>
            <pc:docMk/>
            <pc:sldMk cId="4106494306" sldId="354"/>
            <ac:spMk id="8" creationId="{6CF85C25-FECF-02E7-8B5D-63C724E2B28B}"/>
          </ac:spMkLst>
        </pc:spChg>
        <pc:picChg chg="add mod">
          <ac:chgData name="Ero Sennin" userId="03426be40f75dd1c" providerId="LiveId" clId="{59AC1DFC-6538-4039-B625-EF0FC9C0D4A9}" dt="2023-11-18T17:35:37.991" v="917" actId="1076"/>
          <ac:picMkLst>
            <pc:docMk/>
            <pc:sldMk cId="4106494306" sldId="354"/>
            <ac:picMk id="6" creationId="{DE08F120-6F2A-F230-AFFE-9F77F2D7BD45}"/>
          </ac:picMkLst>
        </pc:picChg>
      </pc:sldChg>
      <pc:sldChg chg="addSp delSp modSp add mod">
        <pc:chgData name="Ero Sennin" userId="03426be40f75dd1c" providerId="LiveId" clId="{59AC1DFC-6538-4039-B625-EF0FC9C0D4A9}" dt="2023-11-18T17:32:28.718" v="892" actId="1076"/>
        <pc:sldMkLst>
          <pc:docMk/>
          <pc:sldMk cId="1657417804" sldId="355"/>
        </pc:sldMkLst>
        <pc:spChg chg="mod">
          <ac:chgData name="Ero Sennin" userId="03426be40f75dd1c" providerId="LiveId" clId="{59AC1DFC-6538-4039-B625-EF0FC9C0D4A9}" dt="2023-11-18T17:32:28.718" v="892" actId="1076"/>
          <ac:spMkLst>
            <pc:docMk/>
            <pc:sldMk cId="1657417804" sldId="355"/>
            <ac:spMk id="8" creationId="{6CF85C25-FECF-02E7-8B5D-63C724E2B28B}"/>
          </ac:spMkLst>
        </pc:spChg>
        <pc:picChg chg="del">
          <ac:chgData name="Ero Sennin" userId="03426be40f75dd1c" providerId="LiveId" clId="{59AC1DFC-6538-4039-B625-EF0FC9C0D4A9}" dt="2023-11-18T17:31:09.957" v="819" actId="478"/>
          <ac:picMkLst>
            <pc:docMk/>
            <pc:sldMk cId="1657417804" sldId="355"/>
            <ac:picMk id="6" creationId="{DE08F120-6F2A-F230-AFFE-9F77F2D7BD45}"/>
          </ac:picMkLst>
        </pc:picChg>
        <pc:picChg chg="add mod">
          <ac:chgData name="Ero Sennin" userId="03426be40f75dd1c" providerId="LiveId" clId="{59AC1DFC-6538-4039-B625-EF0FC9C0D4A9}" dt="2023-11-18T17:31:15.568" v="821" actId="1076"/>
          <ac:picMkLst>
            <pc:docMk/>
            <pc:sldMk cId="1657417804" sldId="355"/>
            <ac:picMk id="7" creationId="{EC366DFF-6554-6962-588E-F52154E115D2}"/>
          </ac:picMkLst>
        </pc:picChg>
      </pc:sldChg>
      <pc:sldChg chg="addSp delSp modSp add mod">
        <pc:chgData name="Ero Sennin" userId="03426be40f75dd1c" providerId="LiveId" clId="{59AC1DFC-6538-4039-B625-EF0FC9C0D4A9}" dt="2023-11-18T17:35:55.078" v="920" actId="1076"/>
        <pc:sldMkLst>
          <pc:docMk/>
          <pc:sldMk cId="1436753255" sldId="356"/>
        </pc:sldMkLst>
        <pc:spChg chg="del">
          <ac:chgData name="Ero Sennin" userId="03426be40f75dd1c" providerId="LiveId" clId="{59AC1DFC-6538-4039-B625-EF0FC9C0D4A9}" dt="2023-11-18T17:33:52.936" v="897" actId="478"/>
          <ac:spMkLst>
            <pc:docMk/>
            <pc:sldMk cId="1436753255" sldId="356"/>
            <ac:spMk id="8" creationId="{6CF85C25-FECF-02E7-8B5D-63C724E2B28B}"/>
          </ac:spMkLst>
        </pc:spChg>
        <pc:spChg chg="add mod">
          <ac:chgData name="Ero Sennin" userId="03426be40f75dd1c" providerId="LiveId" clId="{59AC1DFC-6538-4039-B625-EF0FC9C0D4A9}" dt="2023-11-18T17:35:52.667" v="919" actId="14100"/>
          <ac:spMkLst>
            <pc:docMk/>
            <pc:sldMk cId="1436753255" sldId="356"/>
            <ac:spMk id="11" creationId="{B4EB45E9-5511-57B9-215A-E5B1E6B23360}"/>
          </ac:spMkLst>
        </pc:spChg>
        <pc:picChg chg="add mod">
          <ac:chgData name="Ero Sennin" userId="03426be40f75dd1c" providerId="LiveId" clId="{59AC1DFC-6538-4039-B625-EF0FC9C0D4A9}" dt="2023-11-18T17:35:55.078" v="920" actId="1076"/>
          <ac:picMkLst>
            <pc:docMk/>
            <pc:sldMk cId="1436753255" sldId="356"/>
            <ac:picMk id="6" creationId="{6B00C529-E75D-3C1F-B80B-965E6C48A125}"/>
          </ac:picMkLst>
        </pc:picChg>
        <pc:picChg chg="del">
          <ac:chgData name="Ero Sennin" userId="03426be40f75dd1c" providerId="LiveId" clId="{59AC1DFC-6538-4039-B625-EF0FC9C0D4A9}" dt="2023-11-18T17:33:13.004" v="894" actId="478"/>
          <ac:picMkLst>
            <pc:docMk/>
            <pc:sldMk cId="1436753255" sldId="356"/>
            <ac:picMk id="7" creationId="{EC366DFF-6554-6962-588E-F52154E115D2}"/>
          </ac:picMkLst>
        </pc:picChg>
      </pc:sldChg>
      <pc:sldChg chg="modSp add mod ord">
        <pc:chgData name="Ero Sennin" userId="03426be40f75dd1c" providerId="LiveId" clId="{59AC1DFC-6538-4039-B625-EF0FC9C0D4A9}" dt="2023-11-18T17:42:02.573" v="961" actId="12"/>
        <pc:sldMkLst>
          <pc:docMk/>
          <pc:sldMk cId="614219353" sldId="357"/>
        </pc:sldMkLst>
        <pc:spChg chg="mod">
          <ac:chgData name="Ero Sennin" userId="03426be40f75dd1c" providerId="LiveId" clId="{59AC1DFC-6538-4039-B625-EF0FC9C0D4A9}" dt="2023-11-18T17:37:41.698" v="925"/>
          <ac:spMkLst>
            <pc:docMk/>
            <pc:sldMk cId="614219353" sldId="357"/>
            <ac:spMk id="3" creationId="{CAE23DEA-2710-CC0F-72B6-0E6CD7F60193}"/>
          </ac:spMkLst>
        </pc:spChg>
        <pc:spChg chg="mod">
          <ac:chgData name="Ero Sennin" userId="03426be40f75dd1c" providerId="LiveId" clId="{59AC1DFC-6538-4039-B625-EF0FC9C0D4A9}" dt="2023-11-18T17:42:02.573" v="961" actId="12"/>
          <ac:spMkLst>
            <pc:docMk/>
            <pc:sldMk cId="614219353" sldId="357"/>
            <ac:spMk id="8" creationId="{6CF85C25-FECF-02E7-8B5D-63C724E2B28B}"/>
          </ac:spMkLst>
        </pc:spChg>
      </pc:sldChg>
      <pc:sldChg chg="modSp add mod">
        <pc:chgData name="Ero Sennin" userId="03426be40f75dd1c" providerId="LiveId" clId="{59AC1DFC-6538-4039-B625-EF0FC9C0D4A9}" dt="2023-11-18T17:42:39.086" v="974" actId="20577"/>
        <pc:sldMkLst>
          <pc:docMk/>
          <pc:sldMk cId="1484790467" sldId="358"/>
        </pc:sldMkLst>
        <pc:spChg chg="mod">
          <ac:chgData name="Ero Sennin" userId="03426be40f75dd1c" providerId="LiveId" clId="{59AC1DFC-6538-4039-B625-EF0FC9C0D4A9}" dt="2023-11-18T17:42:39.086" v="974" actId="20577"/>
          <ac:spMkLst>
            <pc:docMk/>
            <pc:sldMk cId="1484790467" sldId="358"/>
            <ac:spMk id="8" creationId="{6CF85C25-FECF-02E7-8B5D-63C724E2B28B}"/>
          </ac:spMkLst>
        </pc:spChg>
      </pc:sldChg>
      <pc:sldChg chg="modSp add mod">
        <pc:chgData name="Ero Sennin" userId="03426be40f75dd1c" providerId="LiveId" clId="{59AC1DFC-6538-4039-B625-EF0FC9C0D4A9}" dt="2023-11-18T17:43:48.431" v="992" actId="20577"/>
        <pc:sldMkLst>
          <pc:docMk/>
          <pc:sldMk cId="3470068793" sldId="359"/>
        </pc:sldMkLst>
        <pc:spChg chg="mod">
          <ac:chgData name="Ero Sennin" userId="03426be40f75dd1c" providerId="LiveId" clId="{59AC1DFC-6538-4039-B625-EF0FC9C0D4A9}" dt="2023-11-18T17:43:48.431" v="992" actId="20577"/>
          <ac:spMkLst>
            <pc:docMk/>
            <pc:sldMk cId="3470068793" sldId="359"/>
            <ac:spMk id="8" creationId="{6CF85C25-FECF-02E7-8B5D-63C724E2B28B}"/>
          </ac:spMkLst>
        </pc:spChg>
      </pc:sldChg>
      <pc:sldChg chg="modSp add mod">
        <pc:chgData name="Ero Sennin" userId="03426be40f75dd1c" providerId="LiveId" clId="{59AC1DFC-6538-4039-B625-EF0FC9C0D4A9}" dt="2023-11-18T17:45:09.982" v="1006"/>
        <pc:sldMkLst>
          <pc:docMk/>
          <pc:sldMk cId="3021743333" sldId="360"/>
        </pc:sldMkLst>
        <pc:spChg chg="mod">
          <ac:chgData name="Ero Sennin" userId="03426be40f75dd1c" providerId="LiveId" clId="{59AC1DFC-6538-4039-B625-EF0FC9C0D4A9}" dt="2023-11-18T17:45:09.982" v="1006"/>
          <ac:spMkLst>
            <pc:docMk/>
            <pc:sldMk cId="3021743333" sldId="360"/>
            <ac:spMk id="8" creationId="{6CF85C25-FECF-02E7-8B5D-63C724E2B28B}"/>
          </ac:spMkLst>
        </pc:spChg>
      </pc:sldChg>
      <pc:sldChg chg="modSp add mod">
        <pc:chgData name="Ero Sennin" userId="03426be40f75dd1c" providerId="LiveId" clId="{59AC1DFC-6538-4039-B625-EF0FC9C0D4A9}" dt="2023-11-18T17:51:49.379" v="1040" actId="20577"/>
        <pc:sldMkLst>
          <pc:docMk/>
          <pc:sldMk cId="2006295453" sldId="361"/>
        </pc:sldMkLst>
        <pc:spChg chg="mod">
          <ac:chgData name="Ero Sennin" userId="03426be40f75dd1c" providerId="LiveId" clId="{59AC1DFC-6538-4039-B625-EF0FC9C0D4A9}" dt="2023-11-18T17:49:28.903" v="1015"/>
          <ac:spMkLst>
            <pc:docMk/>
            <pc:sldMk cId="2006295453" sldId="361"/>
            <ac:spMk id="3" creationId="{CAE23DEA-2710-CC0F-72B6-0E6CD7F60193}"/>
          </ac:spMkLst>
        </pc:spChg>
        <pc:spChg chg="mod">
          <ac:chgData name="Ero Sennin" userId="03426be40f75dd1c" providerId="LiveId" clId="{59AC1DFC-6538-4039-B625-EF0FC9C0D4A9}" dt="2023-11-18T17:51:49.379" v="1040" actId="20577"/>
          <ac:spMkLst>
            <pc:docMk/>
            <pc:sldMk cId="2006295453" sldId="361"/>
            <ac:spMk id="8" creationId="{6CF85C25-FECF-02E7-8B5D-63C724E2B28B}"/>
          </ac:spMkLst>
        </pc:spChg>
      </pc:sldChg>
      <pc:sldChg chg="modSp add mod">
        <pc:chgData name="Ero Sennin" userId="03426be40f75dd1c" providerId="LiveId" clId="{59AC1DFC-6538-4039-B625-EF0FC9C0D4A9}" dt="2023-11-18T17:55:31.395" v="1087" actId="20577"/>
        <pc:sldMkLst>
          <pc:docMk/>
          <pc:sldMk cId="3399441557" sldId="362"/>
        </pc:sldMkLst>
        <pc:spChg chg="mod">
          <ac:chgData name="Ero Sennin" userId="03426be40f75dd1c" providerId="LiveId" clId="{59AC1DFC-6538-4039-B625-EF0FC9C0D4A9}" dt="2023-11-18T17:55:31.395" v="1087" actId="20577"/>
          <ac:spMkLst>
            <pc:docMk/>
            <pc:sldMk cId="3399441557" sldId="362"/>
            <ac:spMk id="8" creationId="{6CF85C25-FECF-02E7-8B5D-63C724E2B28B}"/>
          </ac:spMkLst>
        </pc:spChg>
      </pc:sldChg>
      <pc:sldChg chg="modSp add mod">
        <pc:chgData name="Ero Sennin" userId="03426be40f75dd1c" providerId="LiveId" clId="{59AC1DFC-6538-4039-B625-EF0FC9C0D4A9}" dt="2023-11-18T17:56:14.077" v="1092" actId="20577"/>
        <pc:sldMkLst>
          <pc:docMk/>
          <pc:sldMk cId="3729408570" sldId="363"/>
        </pc:sldMkLst>
        <pc:spChg chg="mod">
          <ac:chgData name="Ero Sennin" userId="03426be40f75dd1c" providerId="LiveId" clId="{59AC1DFC-6538-4039-B625-EF0FC9C0D4A9}" dt="2023-11-18T17:56:14.077" v="1092" actId="20577"/>
          <ac:spMkLst>
            <pc:docMk/>
            <pc:sldMk cId="3729408570" sldId="363"/>
            <ac:spMk id="8" creationId="{6CF85C25-FECF-02E7-8B5D-63C724E2B28B}"/>
          </ac:spMkLst>
        </pc:spChg>
      </pc:sldChg>
      <pc:sldChg chg="modSp add mod">
        <pc:chgData name="Ero Sennin" userId="03426be40f75dd1c" providerId="LiveId" clId="{59AC1DFC-6538-4039-B625-EF0FC9C0D4A9}" dt="2023-11-18T17:59:14.621" v="1116" actId="20577"/>
        <pc:sldMkLst>
          <pc:docMk/>
          <pc:sldMk cId="3669757811" sldId="364"/>
        </pc:sldMkLst>
        <pc:spChg chg="mod">
          <ac:chgData name="Ero Sennin" userId="03426be40f75dd1c" providerId="LiveId" clId="{59AC1DFC-6538-4039-B625-EF0FC9C0D4A9}" dt="2023-11-18T17:59:14.621" v="1116" actId="20577"/>
          <ac:spMkLst>
            <pc:docMk/>
            <pc:sldMk cId="3669757811" sldId="364"/>
            <ac:spMk id="8" creationId="{6CF85C25-FECF-02E7-8B5D-63C724E2B28B}"/>
          </ac:spMkLst>
        </pc:spChg>
      </pc:sldChg>
    </pc:docChg>
  </pc:docChgLst>
  <pc:docChgLst>
    <pc:chgData name="Ero Sennin" userId="03426be40f75dd1c" providerId="LiveId" clId="{15652D18-7A36-4495-A4E7-27260AE19503}"/>
    <pc:docChg chg="custSel addSld modSld">
      <pc:chgData name="Ero Sennin" userId="03426be40f75dd1c" providerId="LiveId" clId="{15652D18-7A36-4495-A4E7-27260AE19503}" dt="2023-11-30T02:03:22.151" v="66" actId="313"/>
      <pc:docMkLst>
        <pc:docMk/>
      </pc:docMkLst>
      <pc:sldChg chg="modSp add mod">
        <pc:chgData name="Ero Sennin" userId="03426be40f75dd1c" providerId="LiveId" clId="{15652D18-7A36-4495-A4E7-27260AE19503}" dt="2023-11-30T02:03:22.151" v="66" actId="313"/>
        <pc:sldMkLst>
          <pc:docMk/>
          <pc:sldMk cId="1694366642" sldId="374"/>
        </pc:sldMkLst>
        <pc:spChg chg="mod">
          <ac:chgData name="Ero Sennin" userId="03426be40f75dd1c" providerId="LiveId" clId="{15652D18-7A36-4495-A4E7-27260AE19503}" dt="2023-11-30T01:58:03.846" v="7" actId="20577"/>
          <ac:spMkLst>
            <pc:docMk/>
            <pc:sldMk cId="1694366642" sldId="374"/>
            <ac:spMk id="6" creationId="{52BDBAC3-67AD-4A97-7850-28F18722F0B1}"/>
          </ac:spMkLst>
        </pc:spChg>
        <pc:spChg chg="mod">
          <ac:chgData name="Ero Sennin" userId="03426be40f75dd1c" providerId="LiveId" clId="{15652D18-7A36-4495-A4E7-27260AE19503}" dt="2023-11-30T02:03:22.151" v="66" actId="313"/>
          <ac:spMkLst>
            <pc:docMk/>
            <pc:sldMk cId="1694366642" sldId="374"/>
            <ac:spMk id="8" creationId="{6CF85C25-FECF-02E7-8B5D-63C724E2B2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1pPr>
            <a:lvl2pPr marL="914400" marR="0" lvl="1"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2pPr>
            <a:lvl3pPr marL="1371600" marR="0" lvl="2"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3pPr>
            <a:lvl4pPr marL="1828800" marR="0" lvl="3"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4pPr>
            <a:lvl5pPr marL="2286000" marR="0" lvl="4"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55" name="Google Shape;5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67" name="Google Shape;6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9"/>
        <p:cNvGrpSpPr/>
        <p:nvPr/>
      </p:nvGrpSpPr>
      <p:grpSpPr>
        <a:xfrm>
          <a:off x="0" y="0"/>
          <a:ext cx="0" cy="0"/>
          <a:chOff x="0" y="0"/>
          <a:chExt cx="0" cy="0"/>
        </a:xfrm>
      </p:grpSpPr>
      <p:sp>
        <p:nvSpPr>
          <p:cNvPr id="10" name="Google Shape;10;p72"/>
          <p:cNvSpPr txBox="1">
            <a:spLocks noGrp="1"/>
          </p:cNvSpPr>
          <p:nvPr>
            <p:ph type="title"/>
          </p:nvPr>
        </p:nvSpPr>
        <p:spPr>
          <a:xfrm>
            <a:off x="1270000" y="1638300"/>
            <a:ext cx="10464800" cy="33020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 name="Google Shape;11;p72"/>
          <p:cNvSpPr txBox="1">
            <a:spLocks noGrp="1"/>
          </p:cNvSpPr>
          <p:nvPr>
            <p:ph type="body" idx="1"/>
          </p:nvPr>
        </p:nvSpPr>
        <p:spPr>
          <a:xfrm>
            <a:off x="1270000" y="5029200"/>
            <a:ext cx="10464800" cy="11303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12" name="Google Shape;12;p72"/>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3"/>
        <p:cNvGrpSpPr/>
        <p:nvPr/>
      </p:nvGrpSpPr>
      <p:grpSpPr>
        <a:xfrm>
          <a:off x="0" y="0"/>
          <a:ext cx="0" cy="0"/>
          <a:chOff x="0" y="0"/>
          <a:chExt cx="0" cy="0"/>
        </a:xfrm>
      </p:grpSpPr>
      <p:sp>
        <p:nvSpPr>
          <p:cNvPr id="14" name="Google Shape;14;p73"/>
          <p:cNvSpPr>
            <a:spLocks noGrp="1"/>
          </p:cNvSpPr>
          <p:nvPr>
            <p:ph type="pic" idx="2"/>
          </p:nvPr>
        </p:nvSpPr>
        <p:spPr>
          <a:xfrm>
            <a:off x="1606550" y="635000"/>
            <a:ext cx="9779000" cy="5918200"/>
          </a:xfrm>
          <a:prstGeom prst="rect">
            <a:avLst/>
          </a:prstGeom>
          <a:noFill/>
          <a:ln>
            <a:noFill/>
          </a:ln>
        </p:spPr>
      </p:sp>
      <p:sp>
        <p:nvSpPr>
          <p:cNvPr id="15" name="Google Shape;15;p73"/>
          <p:cNvSpPr txBox="1">
            <a:spLocks noGrp="1"/>
          </p:cNvSpPr>
          <p:nvPr>
            <p:ph type="title"/>
          </p:nvPr>
        </p:nvSpPr>
        <p:spPr>
          <a:xfrm>
            <a:off x="1270000" y="6718300"/>
            <a:ext cx="10464800" cy="14224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6" name="Google Shape;16;p73"/>
          <p:cNvSpPr txBox="1">
            <a:spLocks noGrp="1"/>
          </p:cNvSpPr>
          <p:nvPr>
            <p:ph type="body" idx="1"/>
          </p:nvPr>
        </p:nvSpPr>
        <p:spPr>
          <a:xfrm>
            <a:off x="1270000" y="8191500"/>
            <a:ext cx="10464800" cy="11303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17" name="Google Shape;17;p73"/>
          <p:cNvSpPr txBox="1">
            <a:spLocks noGrp="1"/>
          </p:cNvSpPr>
          <p:nvPr>
            <p:ph type="sldNum" idx="12"/>
          </p:nvPr>
        </p:nvSpPr>
        <p:spPr>
          <a:xfrm>
            <a:off x="6311798" y="924560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8"/>
        <p:cNvGrpSpPr/>
        <p:nvPr/>
      </p:nvGrpSpPr>
      <p:grpSpPr>
        <a:xfrm>
          <a:off x="0" y="0"/>
          <a:ext cx="0" cy="0"/>
          <a:chOff x="0" y="0"/>
          <a:chExt cx="0" cy="0"/>
        </a:xfrm>
      </p:grpSpPr>
      <p:sp>
        <p:nvSpPr>
          <p:cNvPr id="19" name="Google Shape;19;p74"/>
          <p:cNvSpPr txBox="1">
            <a:spLocks noGrp="1"/>
          </p:cNvSpPr>
          <p:nvPr>
            <p:ph type="title"/>
          </p:nvPr>
        </p:nvSpPr>
        <p:spPr>
          <a:xfrm>
            <a:off x="1270000" y="3225800"/>
            <a:ext cx="10464800" cy="3302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0" name="Google Shape;20;p74"/>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21"/>
        <p:cNvGrpSpPr/>
        <p:nvPr/>
      </p:nvGrpSpPr>
      <p:grpSpPr>
        <a:xfrm>
          <a:off x="0" y="0"/>
          <a:ext cx="0" cy="0"/>
          <a:chOff x="0" y="0"/>
          <a:chExt cx="0" cy="0"/>
        </a:xfrm>
      </p:grpSpPr>
      <p:sp>
        <p:nvSpPr>
          <p:cNvPr id="22" name="Google Shape;22;p75"/>
          <p:cNvSpPr>
            <a:spLocks noGrp="1"/>
          </p:cNvSpPr>
          <p:nvPr>
            <p:ph type="pic" idx="2"/>
          </p:nvPr>
        </p:nvSpPr>
        <p:spPr>
          <a:xfrm>
            <a:off x="6718300" y="635000"/>
            <a:ext cx="5334000" cy="8229600"/>
          </a:xfrm>
          <a:prstGeom prst="rect">
            <a:avLst/>
          </a:prstGeom>
          <a:noFill/>
          <a:ln>
            <a:noFill/>
          </a:ln>
        </p:spPr>
      </p:sp>
      <p:sp>
        <p:nvSpPr>
          <p:cNvPr id="23" name="Google Shape;23;p75"/>
          <p:cNvSpPr txBox="1">
            <a:spLocks noGrp="1"/>
          </p:cNvSpPr>
          <p:nvPr>
            <p:ph type="title"/>
          </p:nvPr>
        </p:nvSpPr>
        <p:spPr>
          <a:xfrm>
            <a:off x="952500" y="635000"/>
            <a:ext cx="5334000" cy="39878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000000"/>
              </a:buClr>
              <a:buSzPts val="6000"/>
              <a:buFont typeface="Helvetica Neue Light"/>
              <a:buNone/>
              <a:defRPr sz="6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4" name="Google Shape;24;p75"/>
          <p:cNvSpPr txBox="1">
            <a:spLocks noGrp="1"/>
          </p:cNvSpPr>
          <p:nvPr>
            <p:ph type="body" idx="1"/>
          </p:nvPr>
        </p:nvSpPr>
        <p:spPr>
          <a:xfrm>
            <a:off x="952500" y="4762500"/>
            <a:ext cx="5334000" cy="41021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000000"/>
              </a:buClr>
              <a:buSzPts val="3200"/>
              <a:buFont typeface="Helvetica Neue Light"/>
              <a:buNone/>
              <a:defRPr sz="3200"/>
            </a:lvl1pPr>
            <a:lvl2pPr marL="914400" lvl="1" indent="-228600" algn="ctr">
              <a:lnSpc>
                <a:spcPct val="100000"/>
              </a:lnSpc>
              <a:spcBef>
                <a:spcPts val="0"/>
              </a:spcBef>
              <a:spcAft>
                <a:spcPts val="0"/>
              </a:spcAft>
              <a:buClr>
                <a:srgbClr val="000000"/>
              </a:buClr>
              <a:buSzPts val="3200"/>
              <a:buFont typeface="Helvetica Neue Light"/>
              <a:buNone/>
              <a:defRPr sz="3200"/>
            </a:lvl2pPr>
            <a:lvl3pPr marL="1371600" lvl="2" indent="-228600" algn="ctr">
              <a:lnSpc>
                <a:spcPct val="100000"/>
              </a:lnSpc>
              <a:spcBef>
                <a:spcPts val="0"/>
              </a:spcBef>
              <a:spcAft>
                <a:spcPts val="0"/>
              </a:spcAft>
              <a:buClr>
                <a:srgbClr val="000000"/>
              </a:buClr>
              <a:buSzPts val="3200"/>
              <a:buFont typeface="Helvetica Neue Light"/>
              <a:buNone/>
              <a:defRPr sz="3200"/>
            </a:lvl3pPr>
            <a:lvl4pPr marL="1828800" lvl="3" indent="-228600" algn="ctr">
              <a:lnSpc>
                <a:spcPct val="100000"/>
              </a:lnSpc>
              <a:spcBef>
                <a:spcPts val="0"/>
              </a:spcBef>
              <a:spcAft>
                <a:spcPts val="0"/>
              </a:spcAft>
              <a:buClr>
                <a:srgbClr val="000000"/>
              </a:buClr>
              <a:buSzPts val="3200"/>
              <a:buFont typeface="Helvetica Neue Light"/>
              <a:buNone/>
              <a:defRPr sz="3200"/>
            </a:lvl4pPr>
            <a:lvl5pPr marL="2286000" lvl="4" indent="-228600" algn="ctr">
              <a:lnSpc>
                <a:spcPct val="100000"/>
              </a:lnSpc>
              <a:spcBef>
                <a:spcPts val="0"/>
              </a:spcBef>
              <a:spcAft>
                <a:spcPts val="0"/>
              </a:spcAft>
              <a:buClr>
                <a:srgbClr val="000000"/>
              </a:buClr>
              <a:buSzPts val="3200"/>
              <a:buFont typeface="Helvetica Neue Light"/>
              <a:buNone/>
              <a:defRPr sz="32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25" name="Google Shape;25;p75"/>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26"/>
        <p:cNvGrpSpPr/>
        <p:nvPr/>
      </p:nvGrpSpPr>
      <p:grpSpPr>
        <a:xfrm>
          <a:off x="0" y="0"/>
          <a:ext cx="0" cy="0"/>
          <a:chOff x="0" y="0"/>
          <a:chExt cx="0" cy="0"/>
        </a:xfrm>
      </p:grpSpPr>
      <p:sp>
        <p:nvSpPr>
          <p:cNvPr id="27" name="Google Shape;27;p76"/>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8" name="Google Shape;28;p76"/>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29"/>
        <p:cNvGrpSpPr/>
        <p:nvPr/>
      </p:nvGrpSpPr>
      <p:grpSpPr>
        <a:xfrm>
          <a:off x="0" y="0"/>
          <a:ext cx="0" cy="0"/>
          <a:chOff x="0" y="0"/>
          <a:chExt cx="0" cy="0"/>
        </a:xfrm>
      </p:grpSpPr>
      <p:sp>
        <p:nvSpPr>
          <p:cNvPr id="30" name="Google Shape;30;p77"/>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1" name="Google Shape;31;p77"/>
          <p:cNvSpPr txBox="1">
            <a:spLocks noGrp="1"/>
          </p:cNvSpPr>
          <p:nvPr>
            <p:ph type="body" idx="1"/>
          </p:nvPr>
        </p:nvSpPr>
        <p:spPr>
          <a:xfrm>
            <a:off x="952500" y="2603500"/>
            <a:ext cx="11099800" cy="6286500"/>
          </a:xfrm>
          <a:prstGeom prst="rect">
            <a:avLst/>
          </a:prstGeom>
          <a:noFill/>
          <a:ln>
            <a:noFill/>
          </a:ln>
        </p:spPr>
        <p:txBody>
          <a:bodyPr spcFirstLastPara="1" wrap="square" lIns="50800" tIns="50800" rIns="50800" bIns="50800" anchor="ctr" anchorCtr="0">
            <a:normAutofit/>
          </a:bodyPr>
          <a:lstStyle>
            <a:lvl1pPr marL="457200" lvl="0" indent="-314325" algn="l">
              <a:lnSpc>
                <a:spcPct val="100000"/>
              </a:lnSpc>
              <a:spcBef>
                <a:spcPts val="4200"/>
              </a:spcBef>
              <a:spcAft>
                <a:spcPts val="0"/>
              </a:spcAft>
              <a:buClr>
                <a:srgbClr val="000000"/>
              </a:buClr>
              <a:buSzPts val="1350"/>
              <a:buChar char="•"/>
              <a:defRPr/>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32" name="Google Shape;32;p77"/>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33"/>
        <p:cNvGrpSpPr/>
        <p:nvPr/>
      </p:nvGrpSpPr>
      <p:grpSpPr>
        <a:xfrm>
          <a:off x="0" y="0"/>
          <a:ext cx="0" cy="0"/>
          <a:chOff x="0" y="0"/>
          <a:chExt cx="0" cy="0"/>
        </a:xfrm>
      </p:grpSpPr>
      <p:sp>
        <p:nvSpPr>
          <p:cNvPr id="34" name="Google Shape;34;p78"/>
          <p:cNvSpPr>
            <a:spLocks noGrp="1"/>
          </p:cNvSpPr>
          <p:nvPr>
            <p:ph type="pic" idx="2"/>
          </p:nvPr>
        </p:nvSpPr>
        <p:spPr>
          <a:xfrm>
            <a:off x="6718300" y="2603500"/>
            <a:ext cx="5334000" cy="6286500"/>
          </a:xfrm>
          <a:prstGeom prst="rect">
            <a:avLst/>
          </a:prstGeom>
          <a:noFill/>
          <a:ln>
            <a:noFill/>
          </a:ln>
        </p:spPr>
      </p:sp>
      <p:sp>
        <p:nvSpPr>
          <p:cNvPr id="35" name="Google Shape;35;p78"/>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6" name="Google Shape;36;p78"/>
          <p:cNvSpPr txBox="1">
            <a:spLocks noGrp="1"/>
          </p:cNvSpPr>
          <p:nvPr>
            <p:ph type="body" idx="1"/>
          </p:nvPr>
        </p:nvSpPr>
        <p:spPr>
          <a:xfrm>
            <a:off x="952500" y="2603500"/>
            <a:ext cx="5334000" cy="6286500"/>
          </a:xfrm>
          <a:prstGeom prst="rect">
            <a:avLst/>
          </a:prstGeom>
          <a:noFill/>
          <a:ln>
            <a:noFill/>
          </a:ln>
        </p:spPr>
        <p:txBody>
          <a:bodyPr spcFirstLastPara="1" wrap="square" lIns="50800" tIns="50800" rIns="50800" bIns="50800" anchor="ctr" anchorCtr="0">
            <a:normAutofit/>
          </a:bodyPr>
          <a:lstStyle>
            <a:lvl1pPr marL="457200" lvl="0" indent="-361950" algn="l">
              <a:lnSpc>
                <a:spcPct val="100000"/>
              </a:lnSpc>
              <a:spcBef>
                <a:spcPts val="3200"/>
              </a:spcBef>
              <a:spcAft>
                <a:spcPts val="0"/>
              </a:spcAft>
              <a:buClr>
                <a:srgbClr val="000000"/>
              </a:buClr>
              <a:buSzPts val="2100"/>
              <a:buFont typeface="Helvetica Neue Light"/>
              <a:buChar char="•"/>
              <a:defRPr sz="2800"/>
            </a:lvl1pPr>
            <a:lvl2pPr marL="914400" lvl="1" indent="-361950" algn="l">
              <a:lnSpc>
                <a:spcPct val="100000"/>
              </a:lnSpc>
              <a:spcBef>
                <a:spcPts val="3200"/>
              </a:spcBef>
              <a:spcAft>
                <a:spcPts val="0"/>
              </a:spcAft>
              <a:buClr>
                <a:srgbClr val="000000"/>
              </a:buClr>
              <a:buSzPts val="2100"/>
              <a:buFont typeface="Helvetica Neue Light"/>
              <a:buChar char="•"/>
              <a:defRPr sz="2800"/>
            </a:lvl2pPr>
            <a:lvl3pPr marL="1371600" lvl="2" indent="-361950" algn="l">
              <a:lnSpc>
                <a:spcPct val="100000"/>
              </a:lnSpc>
              <a:spcBef>
                <a:spcPts val="3200"/>
              </a:spcBef>
              <a:spcAft>
                <a:spcPts val="0"/>
              </a:spcAft>
              <a:buClr>
                <a:srgbClr val="000000"/>
              </a:buClr>
              <a:buSzPts val="2100"/>
              <a:buFont typeface="Helvetica Neue Light"/>
              <a:buChar char="•"/>
              <a:defRPr sz="2800"/>
            </a:lvl3pPr>
            <a:lvl4pPr marL="1828800" lvl="3" indent="-361950" algn="l">
              <a:lnSpc>
                <a:spcPct val="100000"/>
              </a:lnSpc>
              <a:spcBef>
                <a:spcPts val="3200"/>
              </a:spcBef>
              <a:spcAft>
                <a:spcPts val="0"/>
              </a:spcAft>
              <a:buClr>
                <a:srgbClr val="000000"/>
              </a:buClr>
              <a:buSzPts val="2100"/>
              <a:buFont typeface="Helvetica Neue Light"/>
              <a:buChar char="•"/>
              <a:defRPr sz="2800"/>
            </a:lvl4pPr>
            <a:lvl5pPr marL="2286000" lvl="4" indent="-361950" algn="l">
              <a:lnSpc>
                <a:spcPct val="100000"/>
              </a:lnSpc>
              <a:spcBef>
                <a:spcPts val="3200"/>
              </a:spcBef>
              <a:spcAft>
                <a:spcPts val="0"/>
              </a:spcAft>
              <a:buClr>
                <a:srgbClr val="000000"/>
              </a:buClr>
              <a:buSzPts val="2100"/>
              <a:buFont typeface="Helvetica Neue Light"/>
              <a:buChar char="•"/>
              <a:defRPr sz="2800"/>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37" name="Google Shape;37;p78"/>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38"/>
        <p:cNvGrpSpPr/>
        <p:nvPr/>
      </p:nvGrpSpPr>
      <p:grpSpPr>
        <a:xfrm>
          <a:off x="0" y="0"/>
          <a:ext cx="0" cy="0"/>
          <a:chOff x="0" y="0"/>
          <a:chExt cx="0" cy="0"/>
        </a:xfrm>
      </p:grpSpPr>
      <p:sp>
        <p:nvSpPr>
          <p:cNvPr id="39" name="Google Shape;39;p79"/>
          <p:cNvSpPr txBox="1">
            <a:spLocks noGrp="1"/>
          </p:cNvSpPr>
          <p:nvPr>
            <p:ph type="body" idx="1"/>
          </p:nvPr>
        </p:nvSpPr>
        <p:spPr>
          <a:xfrm>
            <a:off x="952500" y="1270000"/>
            <a:ext cx="11099800" cy="7213600"/>
          </a:xfrm>
          <a:prstGeom prst="rect">
            <a:avLst/>
          </a:prstGeom>
          <a:noFill/>
          <a:ln>
            <a:noFill/>
          </a:ln>
        </p:spPr>
        <p:txBody>
          <a:bodyPr spcFirstLastPara="1" wrap="square" lIns="50800" tIns="50800" rIns="50800" bIns="50800" anchor="ctr" anchorCtr="0">
            <a:normAutofit/>
          </a:bodyPr>
          <a:lstStyle>
            <a:lvl1pPr marL="457200" lvl="0" indent="-314325" algn="l">
              <a:lnSpc>
                <a:spcPct val="100000"/>
              </a:lnSpc>
              <a:spcBef>
                <a:spcPts val="4200"/>
              </a:spcBef>
              <a:spcAft>
                <a:spcPts val="0"/>
              </a:spcAft>
              <a:buClr>
                <a:srgbClr val="000000"/>
              </a:buClr>
              <a:buSzPts val="1350"/>
              <a:buChar char="•"/>
              <a:defRPr/>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0" name="Google Shape;40;p79"/>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41"/>
        <p:cNvGrpSpPr/>
        <p:nvPr/>
      </p:nvGrpSpPr>
      <p:grpSpPr>
        <a:xfrm>
          <a:off x="0" y="0"/>
          <a:ext cx="0" cy="0"/>
          <a:chOff x="0" y="0"/>
          <a:chExt cx="0" cy="0"/>
        </a:xfrm>
      </p:grpSpPr>
      <p:sp>
        <p:nvSpPr>
          <p:cNvPr id="42" name="Google Shape;42;p80"/>
          <p:cNvSpPr>
            <a:spLocks noGrp="1"/>
          </p:cNvSpPr>
          <p:nvPr>
            <p:ph type="pic" idx="2"/>
          </p:nvPr>
        </p:nvSpPr>
        <p:spPr>
          <a:xfrm>
            <a:off x="6718300" y="5092700"/>
            <a:ext cx="5334000" cy="3771900"/>
          </a:xfrm>
          <a:prstGeom prst="rect">
            <a:avLst/>
          </a:prstGeom>
          <a:noFill/>
          <a:ln>
            <a:noFill/>
          </a:ln>
        </p:spPr>
      </p:sp>
      <p:sp>
        <p:nvSpPr>
          <p:cNvPr id="43" name="Google Shape;43;p80"/>
          <p:cNvSpPr>
            <a:spLocks noGrp="1"/>
          </p:cNvSpPr>
          <p:nvPr>
            <p:ph type="pic" idx="3"/>
          </p:nvPr>
        </p:nvSpPr>
        <p:spPr>
          <a:xfrm>
            <a:off x="6724518" y="889000"/>
            <a:ext cx="5334001" cy="3771900"/>
          </a:xfrm>
          <a:prstGeom prst="rect">
            <a:avLst/>
          </a:prstGeom>
          <a:noFill/>
          <a:ln>
            <a:noFill/>
          </a:ln>
        </p:spPr>
      </p:sp>
      <p:sp>
        <p:nvSpPr>
          <p:cNvPr id="44" name="Google Shape;44;p80"/>
          <p:cNvSpPr>
            <a:spLocks noGrp="1"/>
          </p:cNvSpPr>
          <p:nvPr>
            <p:ph type="pic" idx="4"/>
          </p:nvPr>
        </p:nvSpPr>
        <p:spPr>
          <a:xfrm>
            <a:off x="952500" y="889000"/>
            <a:ext cx="5334000" cy="7975600"/>
          </a:xfrm>
          <a:prstGeom prst="rect">
            <a:avLst/>
          </a:prstGeom>
          <a:noFill/>
          <a:ln>
            <a:noFill/>
          </a:ln>
        </p:spPr>
      </p:sp>
      <p:sp>
        <p:nvSpPr>
          <p:cNvPr id="45" name="Google Shape;45;p80"/>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6"/>
        <p:cNvGrpSpPr/>
        <p:nvPr/>
      </p:nvGrpSpPr>
      <p:grpSpPr>
        <a:xfrm>
          <a:off x="0" y="0"/>
          <a:ext cx="0" cy="0"/>
          <a:chOff x="0" y="0"/>
          <a:chExt cx="0" cy="0"/>
        </a:xfrm>
      </p:grpSpPr>
      <p:sp>
        <p:nvSpPr>
          <p:cNvPr id="47" name="Google Shape;47;p81"/>
          <p:cNvSpPr txBox="1">
            <a:spLocks noGrp="1"/>
          </p:cNvSpPr>
          <p:nvPr>
            <p:ph type="body" idx="1"/>
          </p:nvPr>
        </p:nvSpPr>
        <p:spPr>
          <a:xfrm>
            <a:off x="1270000" y="6362700"/>
            <a:ext cx="10464800" cy="469900"/>
          </a:xfrm>
          <a:prstGeom prst="rect">
            <a:avLst/>
          </a:prstGeom>
          <a:noFill/>
          <a:ln>
            <a:noFill/>
          </a:ln>
        </p:spPr>
        <p:txBody>
          <a:bodyPr spcFirstLastPara="1" wrap="square" lIns="50800" tIns="50800" rIns="50800" bIns="50800" anchor="t" anchorCtr="0">
            <a:spAutoFit/>
          </a:bodyPr>
          <a:lstStyle>
            <a:lvl1pPr marL="457200" lvl="0" indent="-228600" algn="ctr">
              <a:lnSpc>
                <a:spcPct val="100000"/>
              </a:lnSpc>
              <a:spcBef>
                <a:spcPts val="0"/>
              </a:spcBef>
              <a:spcAft>
                <a:spcPts val="0"/>
              </a:spcAft>
              <a:buClr>
                <a:srgbClr val="000000"/>
              </a:buClr>
              <a:buSzPts val="2400"/>
              <a:buFont typeface="Helvetica Neue Light"/>
              <a:buNone/>
              <a:defRPr sz="2400"/>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8" name="Google Shape;48;p81"/>
          <p:cNvSpPr txBox="1">
            <a:spLocks noGrp="1"/>
          </p:cNvSpPr>
          <p:nvPr>
            <p:ph type="body" idx="2"/>
          </p:nvPr>
        </p:nvSpPr>
        <p:spPr>
          <a:xfrm>
            <a:off x="1270000" y="4267200"/>
            <a:ext cx="10464800" cy="685800"/>
          </a:xfrm>
          <a:prstGeom prst="rect">
            <a:avLst/>
          </a:prstGeom>
          <a:noFill/>
          <a:ln>
            <a:noFill/>
          </a:ln>
        </p:spPr>
        <p:txBody>
          <a:bodyPr spcFirstLastPara="1" wrap="square" lIns="50800" tIns="50800" rIns="50800" bIns="50800" anchor="ctr" anchorCtr="0">
            <a:spAutoFit/>
          </a:bodyPr>
          <a:lstStyle>
            <a:lvl1pPr marL="457200" lvl="0" indent="-228600" algn="ctr">
              <a:lnSpc>
                <a:spcPct val="100000"/>
              </a:lnSpc>
              <a:spcBef>
                <a:spcPts val="0"/>
              </a:spcBef>
              <a:spcAft>
                <a:spcPts val="0"/>
              </a:spcAft>
              <a:buClr>
                <a:srgbClr val="000000"/>
              </a:buClr>
              <a:buSzPts val="3800"/>
              <a:buFont typeface="Helvetica Neue Light"/>
              <a:buNone/>
              <a:defRPr sz="3800"/>
            </a:lvl1pPr>
            <a:lvl2pPr marL="914400" lvl="1" indent="-314325" algn="l">
              <a:lnSpc>
                <a:spcPct val="100000"/>
              </a:lnSpc>
              <a:spcBef>
                <a:spcPts val="4200"/>
              </a:spcBef>
              <a:spcAft>
                <a:spcPts val="0"/>
              </a:spcAft>
              <a:buClr>
                <a:srgbClr val="000000"/>
              </a:buClr>
              <a:buSzPts val="1350"/>
              <a:buChar char="•"/>
              <a:defRPr/>
            </a:lvl2pPr>
            <a:lvl3pPr marL="1371600" lvl="2" indent="-314325" algn="l">
              <a:lnSpc>
                <a:spcPct val="100000"/>
              </a:lnSpc>
              <a:spcBef>
                <a:spcPts val="4200"/>
              </a:spcBef>
              <a:spcAft>
                <a:spcPts val="0"/>
              </a:spcAft>
              <a:buClr>
                <a:srgbClr val="000000"/>
              </a:buClr>
              <a:buSzPts val="1350"/>
              <a:buChar char="•"/>
              <a:defRPr/>
            </a:lvl3pPr>
            <a:lvl4pPr marL="1828800" lvl="3" indent="-314325" algn="l">
              <a:lnSpc>
                <a:spcPct val="100000"/>
              </a:lnSpc>
              <a:spcBef>
                <a:spcPts val="4200"/>
              </a:spcBef>
              <a:spcAft>
                <a:spcPts val="0"/>
              </a:spcAft>
              <a:buClr>
                <a:srgbClr val="000000"/>
              </a:buClr>
              <a:buSzPts val="1350"/>
              <a:buChar char="•"/>
              <a:defRPr/>
            </a:lvl4pPr>
            <a:lvl5pPr marL="2286000" lvl="4" indent="-314325" algn="l">
              <a:lnSpc>
                <a:spcPct val="100000"/>
              </a:lnSpc>
              <a:spcBef>
                <a:spcPts val="4200"/>
              </a:spcBef>
              <a:spcAft>
                <a:spcPts val="0"/>
              </a:spcAft>
              <a:buClr>
                <a:srgbClr val="000000"/>
              </a:buClr>
              <a:buSzPts val="1350"/>
              <a:buChar char="•"/>
              <a:defRPr/>
            </a:lvl5pPr>
            <a:lvl6pPr marL="2743200" lvl="5" indent="-314325" algn="l">
              <a:lnSpc>
                <a:spcPct val="100000"/>
              </a:lnSpc>
              <a:spcBef>
                <a:spcPts val="4200"/>
              </a:spcBef>
              <a:spcAft>
                <a:spcPts val="0"/>
              </a:spcAft>
              <a:buClr>
                <a:srgbClr val="000000"/>
              </a:buClr>
              <a:buSzPts val="1350"/>
              <a:buChar char="•"/>
              <a:defRPr/>
            </a:lvl6pPr>
            <a:lvl7pPr marL="3200400" lvl="6" indent="-314325" algn="l">
              <a:lnSpc>
                <a:spcPct val="100000"/>
              </a:lnSpc>
              <a:spcBef>
                <a:spcPts val="4200"/>
              </a:spcBef>
              <a:spcAft>
                <a:spcPts val="0"/>
              </a:spcAft>
              <a:buClr>
                <a:srgbClr val="000000"/>
              </a:buClr>
              <a:buSzPts val="1350"/>
              <a:buChar char="•"/>
              <a:defRPr/>
            </a:lvl7pPr>
            <a:lvl8pPr marL="3657600" lvl="7" indent="-314325" algn="l">
              <a:lnSpc>
                <a:spcPct val="100000"/>
              </a:lnSpc>
              <a:spcBef>
                <a:spcPts val="4200"/>
              </a:spcBef>
              <a:spcAft>
                <a:spcPts val="0"/>
              </a:spcAft>
              <a:buClr>
                <a:srgbClr val="000000"/>
              </a:buClr>
              <a:buSzPts val="1350"/>
              <a:buChar char="•"/>
              <a:defRPr/>
            </a:lvl8pPr>
            <a:lvl9pPr marL="4114800" lvl="8" indent="-314325" algn="l">
              <a:lnSpc>
                <a:spcPct val="100000"/>
              </a:lnSpc>
              <a:spcBef>
                <a:spcPts val="4200"/>
              </a:spcBef>
              <a:spcAft>
                <a:spcPts val="0"/>
              </a:spcAft>
              <a:buClr>
                <a:srgbClr val="000000"/>
              </a:buClr>
              <a:buSzPts val="1350"/>
              <a:buChar char="•"/>
              <a:defRPr/>
            </a:lvl9pPr>
          </a:lstStyle>
          <a:p>
            <a:endParaRPr/>
          </a:p>
        </p:txBody>
      </p:sp>
      <p:sp>
        <p:nvSpPr>
          <p:cNvPr id="49" name="Google Shape;49;p81"/>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50"/>
        <p:cNvGrpSpPr/>
        <p:nvPr/>
      </p:nvGrpSpPr>
      <p:grpSpPr>
        <a:xfrm>
          <a:off x="0" y="0"/>
          <a:ext cx="0" cy="0"/>
          <a:chOff x="0" y="0"/>
          <a:chExt cx="0" cy="0"/>
        </a:xfrm>
      </p:grpSpPr>
      <p:sp>
        <p:nvSpPr>
          <p:cNvPr id="51" name="Google Shape;51;p82"/>
          <p:cNvSpPr>
            <a:spLocks noGrp="1"/>
          </p:cNvSpPr>
          <p:nvPr>
            <p:ph type="pic" idx="2"/>
          </p:nvPr>
        </p:nvSpPr>
        <p:spPr>
          <a:xfrm>
            <a:off x="0" y="0"/>
            <a:ext cx="13004800" cy="9753600"/>
          </a:xfrm>
          <a:prstGeom prst="rect">
            <a:avLst/>
          </a:prstGeom>
          <a:noFill/>
          <a:ln>
            <a:noFill/>
          </a:ln>
        </p:spPr>
      </p:sp>
      <p:sp>
        <p:nvSpPr>
          <p:cNvPr id="52" name="Google Shape;52;p82"/>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71"/>
          <p:cNvSpPr txBox="1">
            <a:spLocks noGrp="1"/>
          </p:cNvSpPr>
          <p:nvPr>
            <p:ph type="title"/>
          </p:nvPr>
        </p:nvSpPr>
        <p:spPr>
          <a:xfrm>
            <a:off x="952500" y="444500"/>
            <a:ext cx="11099800" cy="2159000"/>
          </a:xfrm>
          <a:prstGeom prst="rect">
            <a:avLst/>
          </a:prstGeom>
          <a:noFill/>
          <a:ln>
            <a:noFill/>
          </a:ln>
        </p:spPr>
        <p:txBody>
          <a:bodyPr spcFirstLastPara="1" wrap="square" lIns="50800" tIns="50800" rIns="50800" bIns="50800" anchor="ctr" anchorCtr="0">
            <a:normAutofit/>
          </a:bodyPr>
          <a:lstStyle>
            <a:lvl1pPr marR="0" lvl="0"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1pPr>
            <a:lvl2pPr marR="0" lvl="1"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8000"/>
              <a:buFont typeface="Helvetica Neue Light"/>
              <a:buNone/>
              <a:defRPr sz="80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7" name="Google Shape;7;p71"/>
          <p:cNvSpPr txBox="1">
            <a:spLocks noGrp="1"/>
          </p:cNvSpPr>
          <p:nvPr>
            <p:ph type="body" idx="1"/>
          </p:nvPr>
        </p:nvSpPr>
        <p:spPr>
          <a:xfrm>
            <a:off x="952500" y="2603500"/>
            <a:ext cx="11099800" cy="6286500"/>
          </a:xfrm>
          <a:prstGeom prst="rect">
            <a:avLst/>
          </a:prstGeom>
          <a:noFill/>
          <a:ln>
            <a:noFill/>
          </a:ln>
        </p:spPr>
        <p:txBody>
          <a:bodyPr spcFirstLastPara="1" wrap="square" lIns="50800" tIns="50800" rIns="50800" bIns="50800" anchor="ctr" anchorCtr="0">
            <a:normAutofit/>
          </a:bodyPr>
          <a:lstStyle>
            <a:lvl1pPr marL="457200" marR="0" lvl="0"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1pPr>
            <a:lvl2pPr marL="914400" marR="0" lvl="1"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2pPr>
            <a:lvl3pPr marL="1371600" marR="0" lvl="2"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3pPr>
            <a:lvl4pPr marL="1828800" marR="0" lvl="3"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4pPr>
            <a:lvl5pPr marL="2286000" marR="0" lvl="4"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5pPr>
            <a:lvl6pPr marL="2743200" marR="0" lvl="5"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6pPr>
            <a:lvl7pPr marL="3200400" marR="0" lvl="6"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7pPr>
            <a:lvl8pPr marL="3657600" marR="0" lvl="7"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8pPr>
            <a:lvl9pPr marL="4114800" marR="0" lvl="8" indent="-400050" algn="l" rtl="0">
              <a:lnSpc>
                <a:spcPct val="100000"/>
              </a:lnSpc>
              <a:spcBef>
                <a:spcPts val="4200"/>
              </a:spcBef>
              <a:spcAft>
                <a:spcPts val="0"/>
              </a:spcAft>
              <a:buClr>
                <a:srgbClr val="000000"/>
              </a:buClr>
              <a:buSzPts val="2700"/>
              <a:buFont typeface="Helvetica Neue Light"/>
              <a:buChar char="•"/>
              <a:defRPr sz="3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8" name="Google Shape;8;p71"/>
          <p:cNvSpPr txBox="1">
            <a:spLocks noGrp="1"/>
          </p:cNvSpPr>
          <p:nvPr>
            <p:ph type="sldNum" idx="12"/>
          </p:nvPr>
        </p:nvSpPr>
        <p:spPr>
          <a:xfrm>
            <a:off x="6311798" y="9251950"/>
            <a:ext cx="368504" cy="381000"/>
          </a:xfrm>
          <a:prstGeom prst="rect">
            <a:avLst/>
          </a:prstGeom>
          <a:noFill/>
          <a:ln>
            <a:noFill/>
          </a:ln>
        </p:spPr>
        <p:txBody>
          <a:bodyPr spcFirstLastPara="1" wrap="square" lIns="50800" tIns="50800" rIns="50800" bIns="50800" anchor="t" anchorCtr="0">
            <a:spAutoFit/>
          </a:bodyPr>
          <a:lstStyle>
            <a:lvl1pPr marL="0" marR="0" lvl="0"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1800"/>
              <a:buFont typeface="Helvetica Neue Light"/>
              <a:buNone/>
              <a:defRPr sz="18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pic>
        <p:nvPicPr>
          <p:cNvPr id="57" name="Google Shape;57;p1" descr="PP-01.jpg"/>
          <p:cNvPicPr preferRelativeResize="0"/>
          <p:nvPr/>
        </p:nvPicPr>
        <p:blipFill rotWithShape="1">
          <a:blip r:embed="rId3">
            <a:alphaModFix/>
          </a:blip>
          <a:srcRect/>
          <a:stretch/>
        </p:blipFill>
        <p:spPr>
          <a:xfrm>
            <a:off x="0" y="0"/>
            <a:ext cx="13004800" cy="9771488"/>
          </a:xfrm>
          <a:prstGeom prst="rect">
            <a:avLst/>
          </a:prstGeom>
          <a:noFill/>
          <a:ln>
            <a:noFill/>
          </a:ln>
        </p:spPr>
      </p:pic>
      <p:sp>
        <p:nvSpPr>
          <p:cNvPr id="58" name="Google Shape;58;p1"/>
          <p:cNvSpPr txBox="1">
            <a:spLocks noGrp="1"/>
          </p:cNvSpPr>
          <p:nvPr>
            <p:ph type="ctrTitle" idx="4294967295"/>
          </p:nvPr>
        </p:nvSpPr>
        <p:spPr>
          <a:xfrm>
            <a:off x="376446" y="7601338"/>
            <a:ext cx="7713454" cy="1540500"/>
          </a:xfrm>
          <a:prstGeom prst="rect">
            <a:avLst/>
          </a:prstGeom>
          <a:noFill/>
          <a:ln>
            <a:noFill/>
          </a:ln>
        </p:spPr>
        <p:txBody>
          <a:bodyPr spcFirstLastPara="1" wrap="square" lIns="50800" tIns="50800" rIns="50800" bIns="50800" anchor="t" anchorCtr="0">
            <a:normAutofit/>
          </a:bodyPr>
          <a:lstStyle/>
          <a:p>
            <a:pPr marL="0" marR="0" lvl="0" indent="0" algn="l" rtl="0">
              <a:lnSpc>
                <a:spcPct val="110000"/>
              </a:lnSpc>
              <a:spcBef>
                <a:spcPts val="0"/>
              </a:spcBef>
              <a:spcAft>
                <a:spcPts val="0"/>
              </a:spcAft>
              <a:buClr>
                <a:schemeClr val="dk1"/>
              </a:buClr>
              <a:buSzPct val="83333"/>
              <a:buFont typeface="Arial"/>
              <a:buNone/>
            </a:pPr>
            <a:r>
              <a:rPr lang="en-US" sz="4800" b="1" i="0" u="none" strike="noStrike" cap="none" dirty="0">
                <a:solidFill>
                  <a:schemeClr val="dk1"/>
                </a:solidFill>
                <a:latin typeface="Arial"/>
                <a:ea typeface="Arial"/>
                <a:cs typeface="Arial"/>
                <a:sym typeface="Arial"/>
              </a:rPr>
              <a:t>Chapter 5: SQL injection</a:t>
            </a:r>
            <a:endParaRPr sz="48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111111"/>
              <a:buFont typeface="Arial"/>
              <a:buNone/>
            </a:pPr>
            <a:endParaRPr sz="2790" b="0" i="0" u="none" strike="noStrike" cap="none" dirty="0">
              <a:solidFill>
                <a:schemeClr val="dk1"/>
              </a:solidFill>
              <a:latin typeface="Helvetica Neue Light"/>
              <a:ea typeface="Helvetica Neue Light"/>
              <a:cs typeface="Helvetica Neue Light"/>
              <a:sym typeface="Helvetica Neue Light"/>
            </a:endParaRPr>
          </a:p>
        </p:txBody>
      </p:sp>
      <p:pic>
        <p:nvPicPr>
          <p:cNvPr id="59" name="Google Shape;59;p1" descr="2017-FE-Black-01.png"/>
          <p:cNvPicPr preferRelativeResize="0"/>
          <p:nvPr/>
        </p:nvPicPr>
        <p:blipFill rotWithShape="1">
          <a:blip r:embed="rId4">
            <a:alphaModFix/>
          </a:blip>
          <a:srcRect/>
          <a:stretch/>
        </p:blipFill>
        <p:spPr>
          <a:xfrm>
            <a:off x="376446" y="611762"/>
            <a:ext cx="4183172" cy="13951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70" name="Google Shape;70;p3" descr="Untitled-1.png"/>
          <p:cNvPicPr preferRelativeResize="0"/>
          <p:nvPr/>
        </p:nvPicPr>
        <p:blipFill rotWithShape="1">
          <a:blip r:embed="rId3">
            <a:alphaModFix/>
          </a:blip>
          <a:srcRect/>
          <a:stretch/>
        </p:blipFill>
        <p:spPr>
          <a:xfrm>
            <a:off x="-332437" y="-250619"/>
            <a:ext cx="7033878" cy="2176098"/>
          </a:xfrm>
          <a:prstGeom prst="rect">
            <a:avLst/>
          </a:prstGeom>
          <a:noFill/>
          <a:ln>
            <a:noFill/>
          </a:ln>
        </p:spPr>
      </p:pic>
      <p:sp>
        <p:nvSpPr>
          <p:cNvPr id="71" name="Google Shape;71;p3"/>
          <p:cNvSpPr txBox="1"/>
          <p:nvPr/>
        </p:nvSpPr>
        <p:spPr>
          <a:xfrm>
            <a:off x="1536858" y="462955"/>
            <a:ext cx="4381220" cy="610423"/>
          </a:xfrm>
          <a:prstGeom prst="rect">
            <a:avLst/>
          </a:prstGeom>
          <a:noFill/>
          <a:ln>
            <a:noFill/>
          </a:ln>
        </p:spPr>
        <p:txBody>
          <a:bodyPr spcFirstLastPara="1" wrap="square" lIns="50800" tIns="50800" rIns="50800" bIns="50800" anchor="ctr" anchorCtr="0">
            <a:spAutoFit/>
          </a:bodyPr>
          <a:lstStyle/>
          <a:p>
            <a:pPr marL="0" marR="0" lvl="0" indent="0" algn="ctr" rtl="0">
              <a:lnSpc>
                <a:spcPct val="100000"/>
              </a:lnSpc>
              <a:spcBef>
                <a:spcPts val="0"/>
              </a:spcBef>
              <a:spcAft>
                <a:spcPts val="0"/>
              </a:spcAft>
              <a:buClr>
                <a:srgbClr val="000000"/>
              </a:buClr>
              <a:buSzPts val="3300"/>
              <a:buFont typeface="Arial"/>
              <a:buNone/>
            </a:pPr>
            <a:r>
              <a:rPr lang="en-US" sz="3300" b="1" i="0" u="none" strike="noStrike" cap="none" dirty="0">
                <a:solidFill>
                  <a:srgbClr val="000000"/>
                </a:solidFill>
                <a:latin typeface="Arial"/>
                <a:ea typeface="Arial"/>
                <a:cs typeface="Arial"/>
                <a:sym typeface="Arial"/>
              </a:rPr>
              <a:t>Key concept</a:t>
            </a:r>
            <a:endParaRPr sz="3300" b="1" i="0" u="none" strike="noStrike" cap="none" dirty="0">
              <a:solidFill>
                <a:srgbClr val="000000"/>
              </a:solidFill>
              <a:latin typeface="Arial"/>
              <a:ea typeface="Arial"/>
              <a:cs typeface="Arial"/>
              <a:sym typeface="Arial"/>
            </a:endParaRPr>
          </a:p>
        </p:txBody>
      </p:sp>
      <p:sp>
        <p:nvSpPr>
          <p:cNvPr id="72" name="Google Shape;72;p3"/>
          <p:cNvSpPr txBox="1"/>
          <p:nvPr/>
        </p:nvSpPr>
        <p:spPr>
          <a:xfrm>
            <a:off x="1536858" y="2485631"/>
            <a:ext cx="10073620" cy="2343206"/>
          </a:xfrm>
          <a:prstGeom prst="rect">
            <a:avLst/>
          </a:prstGeom>
          <a:noFill/>
          <a:ln>
            <a:noFill/>
          </a:ln>
        </p:spPr>
        <p:txBody>
          <a:bodyPr spcFirstLastPara="1" wrap="square" lIns="50800" tIns="50800" rIns="50800" bIns="50800" anchor="ctr" anchorCtr="0">
            <a:spAutoFit/>
          </a:bodyPr>
          <a:lstStyle/>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What is SQL injection</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Common SQL injection</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Impact of SQL injection</a:t>
            </a:r>
          </a:p>
          <a:p>
            <a:pPr marL="457200" marR="0" lvl="0" indent="-457200" algn="l" rtl="0">
              <a:lnSpc>
                <a:spcPct val="130000"/>
              </a:lnSpc>
              <a:spcBef>
                <a:spcPts val="0"/>
              </a:spcBef>
              <a:spcAft>
                <a:spcPts val="0"/>
              </a:spcAft>
              <a:buClr>
                <a:srgbClr val="000000"/>
              </a:buClr>
              <a:buSzPts val="2600"/>
              <a:buFont typeface="Arial"/>
              <a:buChar char="•"/>
            </a:pPr>
            <a:r>
              <a:rPr lang="en-US" sz="2800" b="1" i="0" u="none" strike="noStrike" cap="none" dirty="0">
                <a:solidFill>
                  <a:srgbClr val="000000"/>
                </a:solidFill>
                <a:latin typeface="Arial"/>
                <a:ea typeface="Arial"/>
                <a:cs typeface="Arial"/>
                <a:sym typeface="Arial"/>
              </a:rPr>
              <a:t>Prevention Strategies</a:t>
            </a:r>
          </a:p>
        </p:txBody>
      </p:sp>
      <p:pic>
        <p:nvPicPr>
          <p:cNvPr id="2" name="Google Shape;59;p1" descr="2017-FE-Black-01.png">
            <a:extLst>
              <a:ext uri="{FF2B5EF4-FFF2-40B4-BE49-F238E27FC236}">
                <a16:creationId xmlns:a16="http://schemas.microsoft.com/office/drawing/2014/main" id="{27AEA11D-58DC-E73A-C89B-4CF0EC2B9DE0}"/>
              </a:ext>
            </a:extLst>
          </p:cNvPr>
          <p:cNvPicPr preferRelativeResize="0"/>
          <p:nvPr/>
        </p:nvPicPr>
        <p:blipFill rotWithShape="1">
          <a:blip r:embed="rId4">
            <a:alphaModFix/>
          </a:blip>
          <a:srcRect/>
          <a:stretch/>
        </p:blipFill>
        <p:spPr>
          <a:xfrm>
            <a:off x="173246" y="8970335"/>
            <a:ext cx="1920772" cy="6406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676573"/>
            <a:ext cx="9758884" cy="584775"/>
          </a:xfrm>
          <a:prstGeom prst="rect">
            <a:avLst/>
          </a:prstGeom>
          <a:noFill/>
        </p:spPr>
        <p:txBody>
          <a:bodyPr wrap="square" rtlCol="0">
            <a:spAutoFit/>
          </a:bodyPr>
          <a:lstStyle/>
          <a:p>
            <a:r>
              <a:rPr lang="en-US" sz="3200" b="1" dirty="0"/>
              <a:t>1. What is SQL Injection?</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539430"/>
          </a:xfrm>
          <a:prstGeom prst="rect">
            <a:avLst/>
          </a:prstGeom>
          <a:noFill/>
        </p:spPr>
        <p:txBody>
          <a:bodyPr wrap="square" rtlCol="0">
            <a:spAutoFit/>
          </a:bodyPr>
          <a:lstStyle/>
          <a:p>
            <a:pPr marL="342900" indent="-342900">
              <a:buFont typeface="Arial" panose="020B0604020202020204" pitchFamily="34" charset="0"/>
              <a:buChar char="•"/>
            </a:pPr>
            <a:r>
              <a:rPr lang="en-US" sz="2800" i="0" dirty="0">
                <a:solidFill>
                  <a:srgbClr val="0F0F0F"/>
                </a:solidFill>
                <a:effectLst/>
                <a:latin typeface="+mj-lt"/>
              </a:rPr>
              <a:t>SQL Injection is an attack technique that exploits vulnerabilities in an application's software to execute malicious SQL code on a database.</a:t>
            </a:r>
          </a:p>
          <a:p>
            <a:pPr marL="342900" indent="-342900">
              <a:buFont typeface="Arial" panose="020B0604020202020204" pitchFamily="34" charset="0"/>
              <a:buChar char="•"/>
            </a:pPr>
            <a:endParaRPr lang="en-US" sz="2800" i="0" dirty="0">
              <a:solidFill>
                <a:srgbClr val="0F0F0F"/>
              </a:solidFill>
              <a:effectLst/>
              <a:latin typeface="+mj-lt"/>
            </a:endParaRPr>
          </a:p>
          <a:p>
            <a:pPr marL="342900" indent="-342900">
              <a:buFont typeface="Arial" panose="020B0604020202020204" pitchFamily="34" charset="0"/>
              <a:buChar char="•"/>
            </a:pPr>
            <a:r>
              <a:rPr lang="en-US" sz="2800" i="0" dirty="0">
                <a:solidFill>
                  <a:srgbClr val="0F0F0F"/>
                </a:solidFill>
                <a:effectLst/>
                <a:latin typeface="+mj-lt"/>
              </a:rPr>
              <a:t>This happens when user inputs are not properly sanitized, and the application mistakenly executes harmful SQL statements. For example, an attacker inputs ' OR '1'='1 in a login form, tricking the system into granting access without valid credentials.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909956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89910"/>
            <a:ext cx="9758884" cy="584775"/>
          </a:xfrm>
          <a:prstGeom prst="rect">
            <a:avLst/>
          </a:prstGeom>
          <a:noFill/>
        </p:spPr>
        <p:txBody>
          <a:bodyPr wrap="square" rtlCol="0">
            <a:spAutoFit/>
          </a:bodyPr>
          <a:lstStyle/>
          <a:p>
            <a:r>
              <a:rPr lang="en-US" sz="3200" b="1" dirty="0"/>
              <a:t>2. SQL Injection UNION Attacks</a:t>
            </a:r>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108543"/>
          </a:xfrm>
          <a:prstGeom prst="rect">
            <a:avLst/>
          </a:prstGeom>
          <a:noFill/>
        </p:spPr>
        <p:txBody>
          <a:bodyPr wrap="square" rtlCol="0">
            <a:spAutoFit/>
          </a:bodyPr>
          <a:lstStyle/>
          <a:p>
            <a:pPr marL="342900" indent="-342900">
              <a:buFont typeface="Arial" panose="020B0604020202020204" pitchFamily="34" charset="0"/>
              <a:buChar char="•"/>
            </a:pPr>
            <a:r>
              <a:rPr lang="en-US" sz="2800" i="0" dirty="0">
                <a:solidFill>
                  <a:srgbClr val="0F0F0F"/>
                </a:solidFill>
                <a:effectLst/>
                <a:latin typeface="+mj-lt"/>
              </a:rPr>
              <a:t>UNION attacks exploit the UNION SQL operator to combine results from multiple SQL queries into a single response.</a:t>
            </a:r>
          </a:p>
          <a:p>
            <a:pPr marL="342900" indent="-342900">
              <a:buFont typeface="Arial" panose="020B0604020202020204" pitchFamily="34" charset="0"/>
              <a:buChar char="•"/>
            </a:pPr>
            <a:endParaRPr lang="en-US" sz="2800" i="0" dirty="0">
              <a:solidFill>
                <a:srgbClr val="0F0F0F"/>
              </a:solidFill>
              <a:effectLst/>
              <a:latin typeface="+mj-lt"/>
            </a:endParaRPr>
          </a:p>
          <a:p>
            <a:pPr marL="342900" indent="-342900">
              <a:buFont typeface="Arial" panose="020B0604020202020204" pitchFamily="34" charset="0"/>
              <a:buChar char="•"/>
            </a:pPr>
            <a:r>
              <a:rPr lang="en-US" sz="2800" i="0" dirty="0">
                <a:solidFill>
                  <a:srgbClr val="0F0F0F"/>
                </a:solidFill>
                <a:effectLst/>
                <a:latin typeface="+mj-lt"/>
              </a:rPr>
              <a:t>An attacker might input </a:t>
            </a:r>
            <a:r>
              <a:rPr lang="en-US" sz="2800" b="1" i="0" dirty="0">
                <a:solidFill>
                  <a:srgbClr val="0F0F0F"/>
                </a:solidFill>
                <a:effectLst/>
                <a:latin typeface="+mj-lt"/>
              </a:rPr>
              <a:t>' UNION SELECT username, password FROM users --</a:t>
            </a:r>
            <a:r>
              <a:rPr lang="en-US" sz="2800" i="0" dirty="0">
                <a:solidFill>
                  <a:srgbClr val="0F0F0F"/>
                </a:solidFill>
                <a:effectLst/>
                <a:latin typeface="+mj-lt"/>
              </a:rPr>
              <a:t> in a search box. If the input is not properly sanitized, this query could retrieve all usernames and passwords from the users' table, breaching data privacy.</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3079585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2. Time-based SQL Injection</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539430"/>
          </a:xfrm>
          <a:prstGeom prst="rect">
            <a:avLst/>
          </a:prstGeom>
          <a:noFill/>
        </p:spPr>
        <p:txBody>
          <a:bodyPr wrap="square" rtlCol="0">
            <a:spAutoFit/>
          </a:bodyPr>
          <a:lstStyle/>
          <a:p>
            <a:r>
              <a:rPr lang="en-US" sz="2800" i="0" dirty="0">
                <a:solidFill>
                  <a:srgbClr val="0F0F0F"/>
                </a:solidFill>
                <a:effectLst/>
                <a:latin typeface="+mj-lt"/>
              </a:rPr>
              <a:t>Time-based SQL Injection involves queries that force the database to wait for a certain period, revealing information based on the response time.</a:t>
            </a:r>
          </a:p>
          <a:p>
            <a:endParaRPr lang="en-US" sz="2800" i="0" dirty="0">
              <a:solidFill>
                <a:srgbClr val="0F0F0F"/>
              </a:solidFill>
              <a:effectLst/>
              <a:latin typeface="+mj-lt"/>
            </a:endParaRPr>
          </a:p>
          <a:p>
            <a:r>
              <a:rPr lang="en-US" sz="2800" i="0" dirty="0">
                <a:solidFill>
                  <a:srgbClr val="0F0F0F"/>
                </a:solidFill>
                <a:effectLst/>
                <a:latin typeface="+mj-lt"/>
              </a:rPr>
              <a:t>For example, by injecting </a:t>
            </a:r>
            <a:r>
              <a:rPr lang="en-US" sz="2800" b="1" i="0" dirty="0">
                <a:solidFill>
                  <a:srgbClr val="0F0F0F"/>
                </a:solidFill>
                <a:effectLst/>
                <a:latin typeface="+mj-lt"/>
              </a:rPr>
              <a:t>' WAITFOR DELAY '00:00:05' --</a:t>
            </a:r>
            <a:r>
              <a:rPr lang="en-US" sz="2800" i="0" dirty="0">
                <a:solidFill>
                  <a:srgbClr val="0F0F0F"/>
                </a:solidFill>
                <a:effectLst/>
                <a:latin typeface="+mj-lt"/>
              </a:rPr>
              <a:t>, an attacker can determine if a query executed successfully by observing a five-second delay in the server's response, indicating a successful injection.</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179856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2. Error-based SQL Injection</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108543"/>
          </a:xfrm>
          <a:prstGeom prst="rect">
            <a:avLst/>
          </a:prstGeom>
          <a:noFill/>
        </p:spPr>
        <p:txBody>
          <a:bodyPr wrap="square" rtlCol="0">
            <a:spAutoFit/>
          </a:bodyPr>
          <a:lstStyle/>
          <a:p>
            <a:r>
              <a:rPr lang="en-US" sz="2800" i="0" dirty="0">
                <a:solidFill>
                  <a:srgbClr val="0F0F0F"/>
                </a:solidFill>
                <a:effectLst/>
                <a:latin typeface="+mj-lt"/>
              </a:rPr>
              <a:t>This technique triggers errors from the database server, using the error messages to glean information about its structure.</a:t>
            </a:r>
          </a:p>
          <a:p>
            <a:endParaRPr lang="en-US" sz="2800" i="0" dirty="0">
              <a:solidFill>
                <a:srgbClr val="0F0F0F"/>
              </a:solidFill>
              <a:effectLst/>
              <a:latin typeface="+mj-lt"/>
            </a:endParaRPr>
          </a:p>
          <a:p>
            <a:r>
              <a:rPr lang="en-US" sz="2800" i="0" dirty="0">
                <a:solidFill>
                  <a:srgbClr val="0F0F0F"/>
                </a:solidFill>
                <a:effectLst/>
                <a:latin typeface="+mj-lt"/>
              </a:rPr>
              <a:t>An attacker might input something like </a:t>
            </a:r>
            <a:r>
              <a:rPr lang="en-US" sz="2800" b="1" i="0" dirty="0">
                <a:solidFill>
                  <a:srgbClr val="0F0F0F"/>
                </a:solidFill>
                <a:effectLst/>
                <a:latin typeface="+mj-lt"/>
              </a:rPr>
              <a:t>' SELECT from users </a:t>
            </a:r>
            <a:r>
              <a:rPr lang="en-US" sz="2800" i="0" dirty="0">
                <a:solidFill>
                  <a:srgbClr val="0F0F0F"/>
                </a:solidFill>
                <a:effectLst/>
                <a:latin typeface="+mj-lt"/>
              </a:rPr>
              <a:t>(an intentionally malformed SQL query) to generate an error message, which could inadvertently reveal details about the database schema or SQL version.</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166055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2. Common SQL Injection Techniques</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821935"/>
            <a:ext cx="11341100" cy="3108543"/>
          </a:xfrm>
          <a:prstGeom prst="rect">
            <a:avLst/>
          </a:prstGeom>
          <a:noFill/>
        </p:spPr>
        <p:txBody>
          <a:bodyPr wrap="square" rtlCol="0">
            <a:spAutoFit/>
          </a:bodyPr>
          <a:lstStyle/>
          <a:p>
            <a:r>
              <a:rPr lang="en-US" sz="2800" dirty="0">
                <a:solidFill>
                  <a:srgbClr val="0F0F0F"/>
                </a:solidFill>
                <a:latin typeface="+mj-lt"/>
              </a:rPr>
              <a:t>O</a:t>
            </a:r>
            <a:r>
              <a:rPr lang="en-US" sz="2800" i="0" dirty="0">
                <a:solidFill>
                  <a:srgbClr val="0F0F0F"/>
                </a:solidFill>
                <a:effectLst/>
                <a:latin typeface="+mj-lt"/>
              </a:rPr>
              <a:t>ther techniques such as Boolean-based blind SQL Injection, where an attacker sends a SQL query to the database, which results in a true or false response, influencing the content returned to the user.</a:t>
            </a:r>
          </a:p>
          <a:p>
            <a:endParaRPr lang="en-US" sz="2800" i="0" dirty="0">
              <a:solidFill>
                <a:srgbClr val="0F0F0F"/>
              </a:solidFill>
              <a:effectLst/>
              <a:latin typeface="+mj-lt"/>
            </a:endParaRPr>
          </a:p>
          <a:p>
            <a:r>
              <a:rPr lang="en-US" sz="2800" i="0" dirty="0">
                <a:solidFill>
                  <a:srgbClr val="0F0F0F"/>
                </a:solidFill>
                <a:effectLst/>
                <a:latin typeface="+mj-lt"/>
              </a:rPr>
              <a:t>Attacker stacked queries, where attackers inject multiple queries separated by a semicolon, potentially allowing them to perform additional unauthorized queries or actions on the database.</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542159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3. Impact of SQL Injection</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470124"/>
            <a:ext cx="11341100" cy="6555641"/>
          </a:xfrm>
          <a:prstGeom prst="rect">
            <a:avLst/>
          </a:prstGeom>
          <a:noFill/>
        </p:spPr>
        <p:txBody>
          <a:bodyPr wrap="square" rtlCol="0">
            <a:spAutoFit/>
          </a:bodyPr>
          <a:lstStyle/>
          <a:p>
            <a:pPr marL="457200" indent="-457200">
              <a:buFont typeface="Arial" panose="020B0604020202020204" pitchFamily="34" charset="0"/>
              <a:buChar char="•"/>
            </a:pPr>
            <a:r>
              <a:rPr lang="en-US" sz="2800" b="1" i="0" dirty="0">
                <a:solidFill>
                  <a:srgbClr val="0F0F0F"/>
                </a:solidFill>
                <a:effectLst/>
                <a:latin typeface="+mj-lt"/>
              </a:rPr>
              <a:t>Data Theft</a:t>
            </a:r>
            <a:r>
              <a:rPr lang="en-US" sz="2800" i="0" dirty="0">
                <a:solidFill>
                  <a:srgbClr val="0F0F0F"/>
                </a:solidFill>
                <a:effectLst/>
                <a:latin typeface="+mj-lt"/>
              </a:rPr>
              <a:t>: SQL Injection can result in unauthorized access to vast amounts of sensitive data. For instance, an attacker might extract entire tables containing personal user information, financial details, or confidential business data.</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i="0" dirty="0">
                <a:solidFill>
                  <a:srgbClr val="0F0F0F"/>
                </a:solidFill>
                <a:effectLst/>
                <a:latin typeface="+mj-lt"/>
              </a:rPr>
              <a:t>Data Integrity and Loss</a:t>
            </a:r>
            <a:r>
              <a:rPr lang="en-US" sz="2800" i="0" dirty="0">
                <a:solidFill>
                  <a:srgbClr val="0F0F0F"/>
                </a:solidFill>
                <a:effectLst/>
                <a:latin typeface="+mj-lt"/>
              </a:rPr>
              <a:t>: Attackers can alter or delete data, causing significant integrity issues. An SQL Injection attack might modify account balances, alter transaction records, or even delete critical data, leading to operational disruptions and data recovery challenges.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i="0" dirty="0">
                <a:solidFill>
                  <a:srgbClr val="0F0F0F"/>
                </a:solidFill>
                <a:effectLst/>
                <a:latin typeface="+mj-lt"/>
              </a:rPr>
              <a:t>Secondary Attacks</a:t>
            </a:r>
            <a:r>
              <a:rPr lang="en-US" sz="2800" i="0" dirty="0">
                <a:solidFill>
                  <a:srgbClr val="0F0F0F"/>
                </a:solidFill>
                <a:effectLst/>
                <a:latin typeface="+mj-lt"/>
              </a:rPr>
              <a:t>: Compromised databases can serve as a launchpad for further attacks. For example, stolen credentials can be used for credential stuffing attacks on other platforms, or sensitive data can be leveraged in targeted phishing campaigns.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780176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3. Impact of SQL Injection</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470124"/>
            <a:ext cx="11341100" cy="3108543"/>
          </a:xfrm>
          <a:prstGeom prst="rect">
            <a:avLst/>
          </a:prstGeom>
          <a:noFill/>
        </p:spPr>
        <p:txBody>
          <a:bodyPr wrap="square" rtlCol="0">
            <a:spAutoFit/>
          </a:bodyPr>
          <a:lstStyle/>
          <a:p>
            <a:pPr marL="457200" indent="-457200">
              <a:buFont typeface="Arial" panose="020B0604020202020204" pitchFamily="34" charset="0"/>
              <a:buChar char="•"/>
            </a:pPr>
            <a:r>
              <a:rPr lang="en-US" sz="2800" b="1" i="0" dirty="0">
                <a:solidFill>
                  <a:srgbClr val="0F0F0F"/>
                </a:solidFill>
                <a:effectLst/>
                <a:latin typeface="+mj-lt"/>
              </a:rPr>
              <a:t>Legal and Compliance Violations</a:t>
            </a:r>
            <a:r>
              <a:rPr lang="en-US" sz="2800" i="0" dirty="0">
                <a:solidFill>
                  <a:srgbClr val="0F0F0F"/>
                </a:solidFill>
                <a:effectLst/>
                <a:latin typeface="+mj-lt"/>
              </a:rPr>
              <a:t>: Breaches resulting from SQL Injection may lead to violations of data protection laws like GDPR or HIPAA, incurring heavy fines and legal actions.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i="0" dirty="0">
                <a:solidFill>
                  <a:srgbClr val="0F0F0F"/>
                </a:solidFill>
                <a:effectLst/>
                <a:latin typeface="+mj-lt"/>
              </a:rPr>
              <a:t>Reputation Damage</a:t>
            </a:r>
            <a:r>
              <a:rPr lang="en-US" sz="2800" i="0" dirty="0">
                <a:solidFill>
                  <a:srgbClr val="0F0F0F"/>
                </a:solidFill>
                <a:effectLst/>
                <a:latin typeface="+mj-lt"/>
              </a:rPr>
              <a:t>: Public knowledge of a data breach, particularly due to a well-known vulnerability like SQL Injection, can severely damage a company's reputation and erode customer trust.</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2339601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709368"/>
            <a:ext cx="12141410" cy="1077218"/>
          </a:xfrm>
          <a:prstGeom prst="rect">
            <a:avLst/>
          </a:prstGeom>
          <a:noFill/>
        </p:spPr>
        <p:txBody>
          <a:bodyPr wrap="square" rtlCol="0">
            <a:spAutoFit/>
          </a:bodyPr>
          <a:lstStyle/>
          <a:p>
            <a:r>
              <a:rPr lang="en-US" sz="3200" b="1" dirty="0"/>
              <a:t>4. Prevention Strategies: Input Validation</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016763"/>
            <a:ext cx="11341100" cy="6986528"/>
          </a:xfrm>
          <a:prstGeom prst="rect">
            <a:avLst/>
          </a:prstGeom>
          <a:noFill/>
        </p:spPr>
        <p:txBody>
          <a:bodyPr wrap="square" rtlCol="0">
            <a:spAutoFit/>
          </a:bodyPr>
          <a:lstStyle/>
          <a:p>
            <a:pPr marL="457200" indent="-457200">
              <a:buFont typeface="Arial" panose="020B0604020202020204" pitchFamily="34" charset="0"/>
              <a:buChar char="•"/>
            </a:pPr>
            <a:r>
              <a:rPr lang="en-US" sz="2800" b="1" i="0" dirty="0">
                <a:solidFill>
                  <a:srgbClr val="0F0F0F"/>
                </a:solidFill>
                <a:effectLst/>
                <a:latin typeface="+mj-lt"/>
              </a:rPr>
              <a:t>Whitelisting Acceptable Characters</a:t>
            </a:r>
            <a:r>
              <a:rPr lang="en-US" sz="2800" i="0" dirty="0">
                <a:solidFill>
                  <a:srgbClr val="0F0F0F"/>
                </a:solidFill>
                <a:effectLst/>
                <a:latin typeface="+mj-lt"/>
              </a:rPr>
              <a:t>: Implementing a whitelist approach, where only a specific set of safe characters are allowed, can effectively mitigate the risk of SQL Injection. For example, allowing only alphanumeric characters for a username field.</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i="0" dirty="0">
                <a:solidFill>
                  <a:srgbClr val="0F0F0F"/>
                </a:solidFill>
                <a:effectLst/>
                <a:latin typeface="+mj-lt"/>
              </a:rPr>
              <a:t>Pattern Checking</a:t>
            </a:r>
            <a:r>
              <a:rPr lang="en-US" sz="2800" i="0" dirty="0">
                <a:solidFill>
                  <a:srgbClr val="0F0F0F"/>
                </a:solidFill>
                <a:effectLst/>
                <a:latin typeface="+mj-lt"/>
              </a:rPr>
              <a:t>: Utilizing regular expressions to check for patterns typical of SQL Injection, like unexpected SQL keywords or sequences of characters that might alter SQL commands.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i="0" dirty="0">
                <a:solidFill>
                  <a:srgbClr val="0F0F0F"/>
                </a:solidFill>
                <a:effectLst/>
                <a:latin typeface="+mj-lt"/>
              </a:rPr>
              <a:t>Length Limitation</a:t>
            </a:r>
            <a:r>
              <a:rPr lang="en-US" sz="2800" i="0" dirty="0">
                <a:solidFill>
                  <a:srgbClr val="0F0F0F"/>
                </a:solidFill>
                <a:effectLst/>
                <a:latin typeface="+mj-lt"/>
              </a:rPr>
              <a:t>: Setting stringent length limits on user inputs can prevent attackers from injecting lengthy malicious SQL code into input fields.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i="0" dirty="0">
                <a:solidFill>
                  <a:srgbClr val="0F0F0F"/>
                </a:solidFill>
                <a:effectLst/>
                <a:latin typeface="+mj-lt"/>
              </a:rPr>
              <a:t>Error Handling</a:t>
            </a:r>
            <a:r>
              <a:rPr lang="en-US" sz="2800" i="0" dirty="0">
                <a:solidFill>
                  <a:srgbClr val="0F0F0F"/>
                </a:solidFill>
                <a:effectLst/>
                <a:latin typeface="+mj-lt"/>
              </a:rPr>
              <a:t>: Customizing error messages to prevent the disclosure of database information. Instead of specific SQL error messages, displaying generic error messages to users.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4227814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537642"/>
            <a:ext cx="12141410" cy="1569660"/>
          </a:xfrm>
          <a:prstGeom prst="rect">
            <a:avLst/>
          </a:prstGeom>
          <a:noFill/>
        </p:spPr>
        <p:txBody>
          <a:bodyPr wrap="square" rtlCol="0">
            <a:spAutoFit/>
          </a:bodyPr>
          <a:lstStyle/>
          <a:p>
            <a:r>
              <a:rPr lang="en-US" sz="3200" b="1" dirty="0"/>
              <a:t>4. Prevention Strategies: Prepared Statements and Stored Procedures</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016763"/>
            <a:ext cx="11341100" cy="6124754"/>
          </a:xfrm>
          <a:prstGeom prst="rect">
            <a:avLst/>
          </a:prstGeom>
          <a:noFill/>
        </p:spPr>
        <p:txBody>
          <a:bodyPr wrap="square" rtlCol="0">
            <a:spAutoFit/>
          </a:bodyPr>
          <a:lstStyle/>
          <a:p>
            <a:pPr marL="457200" indent="-457200">
              <a:buFont typeface="Arial" panose="020B0604020202020204" pitchFamily="34" charset="0"/>
              <a:buChar char="•"/>
            </a:pPr>
            <a:r>
              <a:rPr lang="en-US" sz="2800" b="1" i="0" dirty="0">
                <a:solidFill>
                  <a:srgbClr val="0F0F0F"/>
                </a:solidFill>
                <a:effectLst/>
                <a:latin typeface="+mj-lt"/>
              </a:rPr>
              <a:t>Use of Parameterized Queries</a:t>
            </a:r>
            <a:r>
              <a:rPr lang="en-US" sz="2800" i="0" dirty="0">
                <a:solidFill>
                  <a:srgbClr val="0F0F0F"/>
                </a:solidFill>
                <a:effectLst/>
                <a:latin typeface="+mj-lt"/>
              </a:rPr>
              <a:t>: Prepared statements use parameters rather than embedding user input directly into the SQL query. For example, a query like SELECT * FROM users WHERE username = ? prevents the user input from being treated as part of the SQL command.</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i="0" dirty="0">
                <a:solidFill>
                  <a:srgbClr val="0F0F0F"/>
                </a:solidFill>
                <a:effectLst/>
                <a:latin typeface="+mj-lt"/>
              </a:rPr>
              <a:t>Benefits of Stored Procedures</a:t>
            </a:r>
            <a:r>
              <a:rPr lang="en-US" sz="2800" i="0" dirty="0">
                <a:solidFill>
                  <a:srgbClr val="0F0F0F"/>
                </a:solidFill>
                <a:effectLst/>
                <a:latin typeface="+mj-lt"/>
              </a:rPr>
              <a:t>: Stored procedures encapsulate SQL logic within the database, reducing exposure to SQL Injection. They are predefined and stored in the database, which means user inputs are handled more securely.</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i="0" dirty="0">
                <a:solidFill>
                  <a:srgbClr val="0F0F0F"/>
                </a:solidFill>
                <a:effectLst/>
                <a:latin typeface="+mj-lt"/>
              </a:rPr>
              <a:t>Avoiding Dynamic SQL in Stored Procedures</a:t>
            </a:r>
            <a:r>
              <a:rPr lang="en-US" sz="2800" i="0" dirty="0">
                <a:solidFill>
                  <a:srgbClr val="0F0F0F"/>
                </a:solidFill>
                <a:effectLst/>
                <a:latin typeface="+mj-lt"/>
              </a:rPr>
              <a:t>: Care should be taken to avoid constructing dynamic SQL within stored procedures, as this can reintroduce SQL Injection risks.</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3257347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676573"/>
            <a:ext cx="12141410" cy="1077218"/>
          </a:xfrm>
          <a:prstGeom prst="rect">
            <a:avLst/>
          </a:prstGeom>
          <a:noFill/>
        </p:spPr>
        <p:txBody>
          <a:bodyPr wrap="square" rtlCol="0">
            <a:spAutoFit/>
          </a:bodyPr>
          <a:lstStyle/>
          <a:p>
            <a:r>
              <a:rPr lang="en-US" sz="3200" b="1" dirty="0"/>
              <a:t>4. Prevention Strategies: ORM Tools and WAF</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140169"/>
            <a:ext cx="11341100" cy="6555641"/>
          </a:xfrm>
          <a:prstGeom prst="rect">
            <a:avLst/>
          </a:prstGeom>
          <a:noFill/>
        </p:spPr>
        <p:txBody>
          <a:bodyPr wrap="square" rtlCol="0">
            <a:spAutoFit/>
          </a:bodyPr>
          <a:lstStyle/>
          <a:p>
            <a:pPr marL="457200" indent="-457200">
              <a:buFont typeface="Arial" panose="020B0604020202020204" pitchFamily="34" charset="0"/>
              <a:buChar char="•"/>
            </a:pPr>
            <a:r>
              <a:rPr lang="en-US" sz="2800" b="1" i="0" dirty="0">
                <a:solidFill>
                  <a:srgbClr val="0F0F0F"/>
                </a:solidFill>
                <a:effectLst/>
                <a:latin typeface="+mj-lt"/>
              </a:rPr>
              <a:t>Role of ORM Tools: </a:t>
            </a:r>
            <a:r>
              <a:rPr lang="en-US" sz="2800" i="0" dirty="0">
                <a:solidFill>
                  <a:srgbClr val="0F0F0F"/>
                </a:solidFill>
                <a:effectLst/>
                <a:latin typeface="+mj-lt"/>
              </a:rPr>
              <a:t>Object-Relational Mapping (ORM) tools automate the process of converting data between incompatible systems, generating SQL queries in a way that naturally avoids injection. They act as an intermediary, ensuring that database queries are not constructed from user inputs.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i="0" dirty="0">
                <a:solidFill>
                  <a:srgbClr val="0F0F0F"/>
                </a:solidFill>
                <a:effectLst/>
                <a:latin typeface="+mj-lt"/>
              </a:rPr>
              <a:t>Implementing Web Application Firewalls: </a:t>
            </a:r>
            <a:r>
              <a:rPr lang="en-US" sz="2800" i="0" dirty="0">
                <a:solidFill>
                  <a:srgbClr val="0F0F0F"/>
                </a:solidFill>
                <a:effectLst/>
                <a:latin typeface="+mj-lt"/>
              </a:rPr>
              <a:t>WAFs act as a shield between the web application and the Internet. They can inspect incoming traffic for suspicious patterns, blocking SQL Injection attempts. For example, they might block requests that contain SQL syntax, or that deviate from normal request patterns.</a:t>
            </a: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i="0" dirty="0">
                <a:solidFill>
                  <a:srgbClr val="0F0F0F"/>
                </a:solidFill>
                <a:effectLst/>
                <a:latin typeface="+mj-lt"/>
              </a:rPr>
              <a:t>Regular Updates and Custom Rules: </a:t>
            </a:r>
            <a:r>
              <a:rPr lang="en-US" sz="2800" i="0" dirty="0">
                <a:solidFill>
                  <a:srgbClr val="0F0F0F"/>
                </a:solidFill>
                <a:effectLst/>
                <a:latin typeface="+mj-lt"/>
              </a:rPr>
              <a:t>Keeping the WAF updated with the latest threat intelligence and customizing rules to fit the specific use cases and vulnerabilities of the web application.</a:t>
            </a:r>
            <a:endParaRPr lang="en-US" sz="2000" dirty="0">
              <a:latin typeface="+mj-lt"/>
            </a:endParaRP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3853773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474"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70;p3" descr="Untitled-1.png">
            <a:extLst>
              <a:ext uri="{FF2B5EF4-FFF2-40B4-BE49-F238E27FC236}">
                <a16:creationId xmlns:a16="http://schemas.microsoft.com/office/drawing/2014/main" id="{A9B5D548-0AEB-B038-A729-DB2AC0FFECF5}"/>
              </a:ext>
            </a:extLst>
          </p:cNvPr>
          <p:cNvPicPr preferRelativeResize="0"/>
          <p:nvPr/>
        </p:nvPicPr>
        <p:blipFill rotWithShape="1">
          <a:blip r:embed="rId2"/>
          <a:srcRect l="20809" r="20428"/>
          <a:stretch/>
        </p:blipFill>
        <p:spPr>
          <a:xfrm>
            <a:off x="5074" y="-549050"/>
            <a:ext cx="13004801" cy="3262696"/>
          </a:xfrm>
          <a:prstGeom prst="rect">
            <a:avLst/>
          </a:prstGeom>
          <a:noFill/>
        </p:spPr>
      </p:pic>
      <p:grpSp>
        <p:nvGrpSpPr>
          <p:cNvPr id="12" name="Group 11">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4183911"/>
            <a:ext cx="13001548" cy="2600960"/>
            <a:chOff x="-305" y="3144820"/>
            <a:chExt cx="9182100" cy="1551136"/>
          </a:xfrm>
        </p:grpSpPr>
        <p:sp useBgFill="1">
          <p:nvSpPr>
            <p:cNvPr id="13" name="Freeform: Shape 12">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6" name="Hộp Văn bản 5">
            <a:extLst>
              <a:ext uri="{FF2B5EF4-FFF2-40B4-BE49-F238E27FC236}">
                <a16:creationId xmlns:a16="http://schemas.microsoft.com/office/drawing/2014/main" id="{52BDBAC3-67AD-4A97-7850-28F18722F0B1}"/>
              </a:ext>
            </a:extLst>
          </p:cNvPr>
          <p:cNvSpPr txBox="1"/>
          <p:nvPr/>
        </p:nvSpPr>
        <p:spPr>
          <a:xfrm>
            <a:off x="858316" y="676573"/>
            <a:ext cx="12141410" cy="1077218"/>
          </a:xfrm>
          <a:prstGeom prst="rect">
            <a:avLst/>
          </a:prstGeom>
          <a:noFill/>
        </p:spPr>
        <p:txBody>
          <a:bodyPr wrap="square" rtlCol="0">
            <a:spAutoFit/>
          </a:bodyPr>
          <a:lstStyle/>
          <a:p>
            <a:r>
              <a:rPr lang="en-US" sz="3200" b="1" dirty="0"/>
              <a:t>Summary</a:t>
            </a:r>
          </a:p>
          <a:p>
            <a:endParaRPr lang="en-US" sz="3200" b="1" dirty="0"/>
          </a:p>
        </p:txBody>
      </p:sp>
      <p:sp>
        <p:nvSpPr>
          <p:cNvPr id="8" name="Hộp Văn bản 7">
            <a:extLst>
              <a:ext uri="{FF2B5EF4-FFF2-40B4-BE49-F238E27FC236}">
                <a16:creationId xmlns:a16="http://schemas.microsoft.com/office/drawing/2014/main" id="{6CF85C25-FECF-02E7-8B5D-63C724E2B28B}"/>
              </a:ext>
            </a:extLst>
          </p:cNvPr>
          <p:cNvSpPr txBox="1"/>
          <p:nvPr/>
        </p:nvSpPr>
        <p:spPr>
          <a:xfrm>
            <a:off x="858316" y="2140169"/>
            <a:ext cx="11341100" cy="5693866"/>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800" b="1" i="0" dirty="0">
                <a:solidFill>
                  <a:srgbClr val="0F0F0F"/>
                </a:solidFill>
                <a:effectLst/>
                <a:latin typeface="+mj-lt"/>
              </a:rPr>
              <a:t>Definition of SQL Injection: </a:t>
            </a:r>
            <a:r>
              <a:rPr lang="en-US" sz="2800" i="0" dirty="0">
                <a:solidFill>
                  <a:srgbClr val="0F0F0F"/>
                </a:solidFill>
                <a:effectLst/>
                <a:latin typeface="+mj-lt"/>
              </a:rPr>
              <a:t>SQL Injection is an attack technique that exploits vulnerabilities in an application's software to execute malicious SQL code on a database</a:t>
            </a:r>
            <a:r>
              <a:rPr lang="en-US" sz="2800" dirty="0">
                <a:solidFill>
                  <a:srgbClr val="0F0F0F"/>
                </a:solidFill>
                <a:latin typeface="+mj-lt"/>
              </a:rPr>
              <a:t>.</a:t>
            </a:r>
            <a:endParaRPr lang="en-US" sz="2800" i="0" dirty="0">
              <a:solidFill>
                <a:srgbClr val="0F0F0F"/>
              </a:solidFill>
              <a:effectLst/>
              <a:latin typeface="+mj-lt"/>
            </a:endParaRPr>
          </a:p>
          <a:p>
            <a:pPr marL="457200" indent="-457200">
              <a:buFont typeface="Arial" panose="020B0604020202020204" pitchFamily="34" charset="0"/>
              <a:buChar char="•"/>
            </a:pPr>
            <a:endParaRPr lang="en-US" sz="2800" i="0" dirty="0">
              <a:solidFill>
                <a:srgbClr val="0F0F0F"/>
              </a:solidFill>
              <a:effectLst/>
              <a:latin typeface="+mj-lt"/>
            </a:endParaRPr>
          </a:p>
          <a:p>
            <a:pPr marL="457200" indent="-457200">
              <a:buFont typeface="Arial" panose="020B0604020202020204" pitchFamily="34" charset="0"/>
              <a:buChar char="•"/>
            </a:pPr>
            <a:r>
              <a:rPr lang="en-US" sz="2800" b="1" dirty="0">
                <a:solidFill>
                  <a:srgbClr val="0F0F0F"/>
                </a:solidFill>
                <a:latin typeface="+mj-lt"/>
              </a:rPr>
              <a:t>Types of SQL Injection Attacks: </a:t>
            </a:r>
            <a:r>
              <a:rPr lang="en-US" sz="2800" dirty="0">
                <a:solidFill>
                  <a:srgbClr val="0F0F0F"/>
                </a:solidFill>
                <a:latin typeface="+mj-lt"/>
              </a:rPr>
              <a:t>UNION Attacks, Time-based SQL Injection, Error-based SQL Injection, Boolean-based blind SQL Injection.</a:t>
            </a:r>
          </a:p>
          <a:p>
            <a:pPr marL="457200" indent="-457200">
              <a:buFont typeface="Arial" panose="020B0604020202020204" pitchFamily="34" charset="0"/>
              <a:buChar char="•"/>
            </a:pPr>
            <a:endParaRPr lang="en-US" sz="2800" dirty="0">
              <a:solidFill>
                <a:srgbClr val="0F0F0F"/>
              </a:solidFill>
              <a:latin typeface="+mj-lt"/>
            </a:endParaRPr>
          </a:p>
          <a:p>
            <a:pPr marL="457200" indent="-457200">
              <a:buFont typeface="Arial" panose="020B0604020202020204" pitchFamily="34" charset="0"/>
              <a:buChar char="•"/>
            </a:pPr>
            <a:r>
              <a:rPr lang="en-US" sz="2800" b="1" dirty="0">
                <a:solidFill>
                  <a:srgbClr val="0F0F0F"/>
                </a:solidFill>
                <a:latin typeface="+mj-lt"/>
              </a:rPr>
              <a:t>Impact of SQL Injection: </a:t>
            </a:r>
            <a:r>
              <a:rPr lang="en-US" sz="2800" dirty="0">
                <a:solidFill>
                  <a:srgbClr val="0F0F0F"/>
                </a:solidFill>
                <a:latin typeface="+mj-lt"/>
              </a:rPr>
              <a:t>Data Theft, Integrity and Loss, Secondary Attacks and Legal Implications.</a:t>
            </a:r>
          </a:p>
          <a:p>
            <a:pPr marL="457200" indent="-457200">
              <a:buFont typeface="Arial" panose="020B0604020202020204" pitchFamily="34" charset="0"/>
              <a:buChar char="•"/>
            </a:pPr>
            <a:endParaRPr lang="en-US" sz="2800" dirty="0">
              <a:solidFill>
                <a:srgbClr val="0F0F0F"/>
              </a:solidFill>
              <a:latin typeface="+mj-lt"/>
            </a:endParaRPr>
          </a:p>
          <a:p>
            <a:pPr marL="457200" indent="-457200">
              <a:buFont typeface="Arial" panose="020B0604020202020204" pitchFamily="34" charset="0"/>
              <a:buChar char="•"/>
            </a:pPr>
            <a:r>
              <a:rPr lang="en-US" sz="2800" b="1" dirty="0">
                <a:solidFill>
                  <a:srgbClr val="0F0F0F"/>
                </a:solidFill>
                <a:latin typeface="+mj-lt"/>
              </a:rPr>
              <a:t>Prevention Strategies</a:t>
            </a:r>
            <a:r>
              <a:rPr lang="en-US" sz="2800" dirty="0">
                <a:solidFill>
                  <a:srgbClr val="0F0F0F"/>
                </a:solidFill>
                <a:latin typeface="+mj-lt"/>
              </a:rPr>
              <a:t>: Input Validation, Prepared Statements and Stored Procedures, ORM Tools and WAFs</a:t>
            </a:r>
          </a:p>
        </p:txBody>
      </p:sp>
      <p:pic>
        <p:nvPicPr>
          <p:cNvPr id="9" name="Google Shape;59;p1" descr="2017-FE-Black-01.png">
            <a:extLst>
              <a:ext uri="{FF2B5EF4-FFF2-40B4-BE49-F238E27FC236}">
                <a16:creationId xmlns:a16="http://schemas.microsoft.com/office/drawing/2014/main" id="{052C2FDB-C94D-AB7D-702F-49B6289B816C}"/>
              </a:ext>
            </a:extLst>
          </p:cNvPr>
          <p:cNvPicPr preferRelativeResize="0"/>
          <p:nvPr/>
        </p:nvPicPr>
        <p:blipFill rotWithShape="1">
          <a:blip r:embed="rId3">
            <a:alphaModFix/>
          </a:blip>
          <a:srcRect/>
          <a:stretch/>
        </p:blipFill>
        <p:spPr>
          <a:xfrm>
            <a:off x="173246" y="8970335"/>
            <a:ext cx="1920772" cy="640619"/>
          </a:xfrm>
          <a:prstGeom prst="rect">
            <a:avLst/>
          </a:prstGeom>
          <a:noFill/>
          <a:ln>
            <a:noFill/>
          </a:ln>
        </p:spPr>
      </p:pic>
    </p:spTree>
    <p:extLst>
      <p:ext uri="{BB962C8B-B14F-4D97-AF65-F5344CB8AC3E}">
        <p14:creationId xmlns:p14="http://schemas.microsoft.com/office/powerpoint/2010/main" val="1694366642"/>
      </p:ext>
    </p:extLst>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1035</Words>
  <Application>Microsoft Office PowerPoint</Application>
  <PresentationFormat>Custom</PresentationFormat>
  <Paragraphs>64</Paragraphs>
  <Slides>13</Slides>
  <Notes>2</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White</vt:lpstr>
      <vt:lpstr>Chapter 5: SQL injection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Web Security Introduction </dc:title>
  <cp:lastModifiedBy>Ero Sennin</cp:lastModifiedBy>
  <cp:revision>4</cp:revision>
  <dcterms:modified xsi:type="dcterms:W3CDTF">2023-11-30T03:28:21Z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4419168</vt:lpwstr>
  </property>
  <property fmtid="{D5CDD505-2E9C-101B-9397-08002B2CF9AE}" pid="3" name="NXPowerLiteSettings">
    <vt:lpwstr>C700052003A000</vt:lpwstr>
  </property>
  <property fmtid="{D5CDD505-2E9C-101B-9397-08002B2CF9AE}" pid="4" name="NXPowerLiteVersion">
    <vt:lpwstr>D8.0.4</vt:lpwstr>
  </property>
</Properties>
</file>