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8" r:id="rId3"/>
    <p:sldId id="331" r:id="rId4"/>
    <p:sldId id="365" r:id="rId5"/>
    <p:sldId id="366" r:id="rId6"/>
    <p:sldId id="367" r:id="rId7"/>
    <p:sldId id="368" r:id="rId8"/>
    <p:sldId id="369" r:id="rId9"/>
    <p:sldId id="370" r:id="rId10"/>
    <p:sldId id="371" r:id="rId11"/>
    <p:sldId id="372" r:id="rId12"/>
    <p:sldId id="373" r:id="rId13"/>
  </p:sldIdLst>
  <p:sldSz cx="13004800" cy="9753600"/>
  <p:notesSz cx="6858000" cy="9144000"/>
  <p:embeddedFontLst>
    <p:embeddedFont>
      <p:font typeface="Helvetica Neue" panose="020B0604020202020204" charset="0"/>
      <p:regular r:id="rId15"/>
      <p:bold r:id="rId16"/>
      <p:italic r:id="rId17"/>
      <p:boldItalic r:id="rId18"/>
    </p:embeddedFont>
    <p:embeddedFont>
      <p:font typeface="Helvetica Neue Light"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3" roundtripDataSignature="AMtx7mhnKKISbOK9ISA8HSU8hUwhbZbYe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094" y="110"/>
      </p:cViewPr>
      <p:guideLst>
        <p:guide orient="horz" pos="3072"/>
        <p:guide pos="40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93" Type="http://customschemas.google.com/relationships/presentationmetadata" Target="metadata"/><Relationship Id="rId98"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7.fntdata"/><Relationship Id="rId9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9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o Sennin" userId="03426be40f75dd1c" providerId="LiveId" clId="{D0E502A0-A6DA-4CC1-86CC-25483B08AD6F}"/>
    <pc:docChg chg="undo custSel addSld delSld modSld">
      <pc:chgData name="Ero Sennin" userId="03426be40f75dd1c" providerId="LiveId" clId="{D0E502A0-A6DA-4CC1-86CC-25483B08AD6F}" dt="2023-11-18T18:20:51.137" v="84" actId="47"/>
      <pc:docMkLst>
        <pc:docMk/>
      </pc:docMkLst>
      <pc:sldChg chg="modSp mod">
        <pc:chgData name="Ero Sennin" userId="03426be40f75dd1c" providerId="LiveId" clId="{D0E502A0-A6DA-4CC1-86CC-25483B08AD6F}" dt="2023-11-18T18:07:03.251" v="20" actId="1076"/>
        <pc:sldMkLst>
          <pc:docMk/>
          <pc:sldMk cId="0" sldId="256"/>
        </pc:sldMkLst>
        <pc:spChg chg="mod">
          <ac:chgData name="Ero Sennin" userId="03426be40f75dd1c" providerId="LiveId" clId="{D0E502A0-A6DA-4CC1-86CC-25483B08AD6F}" dt="2023-11-18T18:07:03.251" v="20" actId="1076"/>
          <ac:spMkLst>
            <pc:docMk/>
            <pc:sldMk cId="0" sldId="256"/>
            <ac:spMk id="58" creationId="{00000000-0000-0000-0000-000000000000}"/>
          </ac:spMkLst>
        </pc:spChg>
        <pc:picChg chg="mod">
          <ac:chgData name="Ero Sennin" userId="03426be40f75dd1c" providerId="LiveId" clId="{D0E502A0-A6DA-4CC1-86CC-25483B08AD6F}" dt="2023-11-18T18:06:55.577" v="17" actId="1076"/>
          <ac:picMkLst>
            <pc:docMk/>
            <pc:sldMk cId="0" sldId="256"/>
            <ac:picMk id="57" creationId="{00000000-0000-0000-0000-000000000000}"/>
          </ac:picMkLst>
        </pc:picChg>
      </pc:sldChg>
      <pc:sldChg chg="addSp delSp modSp mod">
        <pc:chgData name="Ero Sennin" userId="03426be40f75dd1c" providerId="LiveId" clId="{D0E502A0-A6DA-4CC1-86CC-25483B08AD6F}" dt="2023-11-18T18:06:35.050" v="11" actId="1076"/>
        <pc:sldMkLst>
          <pc:docMk/>
          <pc:sldMk cId="0" sldId="258"/>
        </pc:sldMkLst>
        <pc:spChg chg="mod">
          <ac:chgData name="Ero Sennin" userId="03426be40f75dd1c" providerId="LiveId" clId="{D0E502A0-A6DA-4CC1-86CC-25483B08AD6F}" dt="2023-11-18T18:06:35.050" v="11" actId="1076"/>
          <ac:spMkLst>
            <pc:docMk/>
            <pc:sldMk cId="0" sldId="258"/>
            <ac:spMk id="72" creationId="{00000000-0000-0000-0000-000000000000}"/>
          </ac:spMkLst>
        </pc:spChg>
        <pc:graphicFrameChg chg="add del mod">
          <ac:chgData name="Ero Sennin" userId="03426be40f75dd1c" providerId="LiveId" clId="{D0E502A0-A6DA-4CC1-86CC-25483B08AD6F}" dt="2023-11-18T18:05:51.841" v="1"/>
          <ac:graphicFrameMkLst>
            <pc:docMk/>
            <pc:sldMk cId="0" sldId="258"/>
            <ac:graphicFrameMk id="3" creationId="{F466027A-CC25-3537-B686-7A6E9D1986A2}"/>
          </ac:graphicFrameMkLst>
        </pc:graphicFrameChg>
      </pc:sldChg>
      <pc:sldChg chg="modSp add del mod">
        <pc:chgData name="Ero Sennin" userId="03426be40f75dd1c" providerId="LiveId" clId="{D0E502A0-A6DA-4CC1-86CC-25483B08AD6F}" dt="2023-11-18T18:15:02.068" v="31" actId="20577"/>
        <pc:sldMkLst>
          <pc:docMk/>
          <pc:sldMk cId="1909956528" sldId="331"/>
        </pc:sldMkLst>
        <pc:spChg chg="mod">
          <ac:chgData name="Ero Sennin" userId="03426be40f75dd1c" providerId="LiveId" clId="{D0E502A0-A6DA-4CC1-86CC-25483B08AD6F}" dt="2023-11-18T18:10:49.445" v="26" actId="14100"/>
          <ac:spMkLst>
            <pc:docMk/>
            <pc:sldMk cId="1909956528" sldId="331"/>
            <ac:spMk id="6" creationId="{52BDBAC3-67AD-4A97-7850-28F18722F0B1}"/>
          </ac:spMkLst>
        </pc:spChg>
        <pc:spChg chg="mod">
          <ac:chgData name="Ero Sennin" userId="03426be40f75dd1c" providerId="LiveId" clId="{D0E502A0-A6DA-4CC1-86CC-25483B08AD6F}" dt="2023-11-18T18:15:02.068" v="31" actId="20577"/>
          <ac:spMkLst>
            <pc:docMk/>
            <pc:sldMk cId="1909956528" sldId="331"/>
            <ac:spMk id="8" creationId="{6CF85C25-FECF-02E7-8B5D-63C724E2B28B}"/>
          </ac:spMkLst>
        </pc:spChg>
      </pc:sldChg>
      <pc:sldChg chg="add del">
        <pc:chgData name="Ero Sennin" userId="03426be40f75dd1c" providerId="LiveId" clId="{D0E502A0-A6DA-4CC1-86CC-25483B08AD6F}" dt="2023-11-18T18:10:33.488" v="23" actId="47"/>
        <pc:sldMkLst>
          <pc:docMk/>
          <pc:sldMk cId="265992425" sldId="332"/>
        </pc:sldMkLst>
      </pc:sldChg>
      <pc:sldChg chg="add del">
        <pc:chgData name="Ero Sennin" userId="03426be40f75dd1c" providerId="LiveId" clId="{D0E502A0-A6DA-4CC1-86CC-25483B08AD6F}" dt="2023-11-18T18:10:33.488" v="23" actId="47"/>
        <pc:sldMkLst>
          <pc:docMk/>
          <pc:sldMk cId="3161217611" sldId="333"/>
        </pc:sldMkLst>
      </pc:sldChg>
      <pc:sldChg chg="add del">
        <pc:chgData name="Ero Sennin" userId="03426be40f75dd1c" providerId="LiveId" clId="{D0E502A0-A6DA-4CC1-86CC-25483B08AD6F}" dt="2023-11-18T18:10:33.488" v="23" actId="47"/>
        <pc:sldMkLst>
          <pc:docMk/>
          <pc:sldMk cId="2794045480" sldId="334"/>
        </pc:sldMkLst>
      </pc:sldChg>
      <pc:sldChg chg="add del">
        <pc:chgData name="Ero Sennin" userId="03426be40f75dd1c" providerId="LiveId" clId="{D0E502A0-A6DA-4CC1-86CC-25483B08AD6F}" dt="2023-11-18T18:10:33.488" v="23" actId="47"/>
        <pc:sldMkLst>
          <pc:docMk/>
          <pc:sldMk cId="4204554352" sldId="335"/>
        </pc:sldMkLst>
      </pc:sldChg>
      <pc:sldChg chg="add del">
        <pc:chgData name="Ero Sennin" userId="03426be40f75dd1c" providerId="LiveId" clId="{D0E502A0-A6DA-4CC1-86CC-25483B08AD6F}" dt="2023-11-18T18:10:33.488" v="23" actId="47"/>
        <pc:sldMkLst>
          <pc:docMk/>
          <pc:sldMk cId="1789055924" sldId="336"/>
        </pc:sldMkLst>
      </pc:sldChg>
      <pc:sldChg chg="add del">
        <pc:chgData name="Ero Sennin" userId="03426be40f75dd1c" providerId="LiveId" clId="{D0E502A0-A6DA-4CC1-86CC-25483B08AD6F}" dt="2023-11-18T18:10:33.488" v="23" actId="47"/>
        <pc:sldMkLst>
          <pc:docMk/>
          <pc:sldMk cId="2941605581" sldId="337"/>
        </pc:sldMkLst>
      </pc:sldChg>
      <pc:sldChg chg="add del">
        <pc:chgData name="Ero Sennin" userId="03426be40f75dd1c" providerId="LiveId" clId="{D0E502A0-A6DA-4CC1-86CC-25483B08AD6F}" dt="2023-11-18T18:10:33.488" v="23" actId="47"/>
        <pc:sldMkLst>
          <pc:docMk/>
          <pc:sldMk cId="3117361790" sldId="339"/>
        </pc:sldMkLst>
      </pc:sldChg>
      <pc:sldChg chg="add del">
        <pc:chgData name="Ero Sennin" userId="03426be40f75dd1c" providerId="LiveId" clId="{D0E502A0-A6DA-4CC1-86CC-25483B08AD6F}" dt="2023-11-18T18:10:33.488" v="23" actId="47"/>
        <pc:sldMkLst>
          <pc:docMk/>
          <pc:sldMk cId="379817075" sldId="340"/>
        </pc:sldMkLst>
      </pc:sldChg>
      <pc:sldChg chg="add del">
        <pc:chgData name="Ero Sennin" userId="03426be40f75dd1c" providerId="LiveId" clId="{D0E502A0-A6DA-4CC1-86CC-25483B08AD6F}" dt="2023-11-18T18:10:33.488" v="23" actId="47"/>
        <pc:sldMkLst>
          <pc:docMk/>
          <pc:sldMk cId="424304537" sldId="341"/>
        </pc:sldMkLst>
      </pc:sldChg>
      <pc:sldChg chg="add del">
        <pc:chgData name="Ero Sennin" userId="03426be40f75dd1c" providerId="LiveId" clId="{D0E502A0-A6DA-4CC1-86CC-25483B08AD6F}" dt="2023-11-18T18:10:33.488" v="23" actId="47"/>
        <pc:sldMkLst>
          <pc:docMk/>
          <pc:sldMk cId="2187594355" sldId="342"/>
        </pc:sldMkLst>
      </pc:sldChg>
      <pc:sldChg chg="add del">
        <pc:chgData name="Ero Sennin" userId="03426be40f75dd1c" providerId="LiveId" clId="{D0E502A0-A6DA-4CC1-86CC-25483B08AD6F}" dt="2023-11-18T18:10:33.488" v="23" actId="47"/>
        <pc:sldMkLst>
          <pc:docMk/>
          <pc:sldMk cId="3977605819" sldId="343"/>
        </pc:sldMkLst>
      </pc:sldChg>
      <pc:sldChg chg="add del">
        <pc:chgData name="Ero Sennin" userId="03426be40f75dd1c" providerId="LiveId" clId="{D0E502A0-A6DA-4CC1-86CC-25483B08AD6F}" dt="2023-11-18T18:10:33.488" v="23" actId="47"/>
        <pc:sldMkLst>
          <pc:docMk/>
          <pc:sldMk cId="71056339" sldId="344"/>
        </pc:sldMkLst>
      </pc:sldChg>
      <pc:sldChg chg="add del">
        <pc:chgData name="Ero Sennin" userId="03426be40f75dd1c" providerId="LiveId" clId="{D0E502A0-A6DA-4CC1-86CC-25483B08AD6F}" dt="2023-11-18T18:10:33.488" v="23" actId="47"/>
        <pc:sldMkLst>
          <pc:docMk/>
          <pc:sldMk cId="3362010045" sldId="345"/>
        </pc:sldMkLst>
      </pc:sldChg>
      <pc:sldChg chg="add del">
        <pc:chgData name="Ero Sennin" userId="03426be40f75dd1c" providerId="LiveId" clId="{D0E502A0-A6DA-4CC1-86CC-25483B08AD6F}" dt="2023-11-18T18:10:33.488" v="23" actId="47"/>
        <pc:sldMkLst>
          <pc:docMk/>
          <pc:sldMk cId="1608157032" sldId="346"/>
        </pc:sldMkLst>
      </pc:sldChg>
      <pc:sldChg chg="add del">
        <pc:chgData name="Ero Sennin" userId="03426be40f75dd1c" providerId="LiveId" clId="{D0E502A0-A6DA-4CC1-86CC-25483B08AD6F}" dt="2023-11-18T18:10:33.488" v="23" actId="47"/>
        <pc:sldMkLst>
          <pc:docMk/>
          <pc:sldMk cId="1396905398" sldId="347"/>
        </pc:sldMkLst>
      </pc:sldChg>
      <pc:sldChg chg="add del">
        <pc:chgData name="Ero Sennin" userId="03426be40f75dd1c" providerId="LiveId" clId="{D0E502A0-A6DA-4CC1-86CC-25483B08AD6F}" dt="2023-11-18T18:10:33.488" v="23" actId="47"/>
        <pc:sldMkLst>
          <pc:docMk/>
          <pc:sldMk cId="775201600" sldId="348"/>
        </pc:sldMkLst>
      </pc:sldChg>
      <pc:sldChg chg="add del">
        <pc:chgData name="Ero Sennin" userId="03426be40f75dd1c" providerId="LiveId" clId="{D0E502A0-A6DA-4CC1-86CC-25483B08AD6F}" dt="2023-11-18T18:10:33.488" v="23" actId="47"/>
        <pc:sldMkLst>
          <pc:docMk/>
          <pc:sldMk cId="271087555" sldId="349"/>
        </pc:sldMkLst>
      </pc:sldChg>
      <pc:sldChg chg="add del">
        <pc:chgData name="Ero Sennin" userId="03426be40f75dd1c" providerId="LiveId" clId="{D0E502A0-A6DA-4CC1-86CC-25483B08AD6F}" dt="2023-11-18T18:10:33.488" v="23" actId="47"/>
        <pc:sldMkLst>
          <pc:docMk/>
          <pc:sldMk cId="2540738932" sldId="350"/>
        </pc:sldMkLst>
      </pc:sldChg>
      <pc:sldChg chg="add del">
        <pc:chgData name="Ero Sennin" userId="03426be40f75dd1c" providerId="LiveId" clId="{D0E502A0-A6DA-4CC1-86CC-25483B08AD6F}" dt="2023-11-18T18:10:33.488" v="23" actId="47"/>
        <pc:sldMkLst>
          <pc:docMk/>
          <pc:sldMk cId="1629030163" sldId="351"/>
        </pc:sldMkLst>
      </pc:sldChg>
      <pc:sldChg chg="del">
        <pc:chgData name="Ero Sennin" userId="03426be40f75dd1c" providerId="LiveId" clId="{D0E502A0-A6DA-4CC1-86CC-25483B08AD6F}" dt="2023-11-18T18:06:37.066" v="12" actId="47"/>
        <pc:sldMkLst>
          <pc:docMk/>
          <pc:sldMk cId="1241933059" sldId="352"/>
        </pc:sldMkLst>
      </pc:sldChg>
      <pc:sldChg chg="add del">
        <pc:chgData name="Ero Sennin" userId="03426be40f75dd1c" providerId="LiveId" clId="{D0E502A0-A6DA-4CC1-86CC-25483B08AD6F}" dt="2023-11-18T18:10:33.488" v="23" actId="47"/>
        <pc:sldMkLst>
          <pc:docMk/>
          <pc:sldMk cId="3583452087" sldId="353"/>
        </pc:sldMkLst>
      </pc:sldChg>
      <pc:sldChg chg="add del">
        <pc:chgData name="Ero Sennin" userId="03426be40f75dd1c" providerId="LiveId" clId="{D0E502A0-A6DA-4CC1-86CC-25483B08AD6F}" dt="2023-11-18T18:10:33.488" v="23" actId="47"/>
        <pc:sldMkLst>
          <pc:docMk/>
          <pc:sldMk cId="4106494306" sldId="354"/>
        </pc:sldMkLst>
      </pc:sldChg>
      <pc:sldChg chg="add del">
        <pc:chgData name="Ero Sennin" userId="03426be40f75dd1c" providerId="LiveId" clId="{D0E502A0-A6DA-4CC1-86CC-25483B08AD6F}" dt="2023-11-18T18:10:33.488" v="23" actId="47"/>
        <pc:sldMkLst>
          <pc:docMk/>
          <pc:sldMk cId="1657417804" sldId="355"/>
        </pc:sldMkLst>
      </pc:sldChg>
      <pc:sldChg chg="add del">
        <pc:chgData name="Ero Sennin" userId="03426be40f75dd1c" providerId="LiveId" clId="{D0E502A0-A6DA-4CC1-86CC-25483B08AD6F}" dt="2023-11-18T18:10:33.488" v="23" actId="47"/>
        <pc:sldMkLst>
          <pc:docMk/>
          <pc:sldMk cId="1436753255" sldId="356"/>
        </pc:sldMkLst>
      </pc:sldChg>
      <pc:sldChg chg="add del">
        <pc:chgData name="Ero Sennin" userId="03426be40f75dd1c" providerId="LiveId" clId="{D0E502A0-A6DA-4CC1-86CC-25483B08AD6F}" dt="2023-11-18T18:10:33.488" v="23" actId="47"/>
        <pc:sldMkLst>
          <pc:docMk/>
          <pc:sldMk cId="614219353" sldId="357"/>
        </pc:sldMkLst>
      </pc:sldChg>
      <pc:sldChg chg="add del">
        <pc:chgData name="Ero Sennin" userId="03426be40f75dd1c" providerId="LiveId" clId="{D0E502A0-A6DA-4CC1-86CC-25483B08AD6F}" dt="2023-11-18T18:10:33.488" v="23" actId="47"/>
        <pc:sldMkLst>
          <pc:docMk/>
          <pc:sldMk cId="1484790467" sldId="358"/>
        </pc:sldMkLst>
      </pc:sldChg>
      <pc:sldChg chg="add del">
        <pc:chgData name="Ero Sennin" userId="03426be40f75dd1c" providerId="LiveId" clId="{D0E502A0-A6DA-4CC1-86CC-25483B08AD6F}" dt="2023-11-18T18:10:33.488" v="23" actId="47"/>
        <pc:sldMkLst>
          <pc:docMk/>
          <pc:sldMk cId="3470068793" sldId="359"/>
        </pc:sldMkLst>
      </pc:sldChg>
      <pc:sldChg chg="add del">
        <pc:chgData name="Ero Sennin" userId="03426be40f75dd1c" providerId="LiveId" clId="{D0E502A0-A6DA-4CC1-86CC-25483B08AD6F}" dt="2023-11-18T18:10:33.488" v="23" actId="47"/>
        <pc:sldMkLst>
          <pc:docMk/>
          <pc:sldMk cId="3021743333" sldId="360"/>
        </pc:sldMkLst>
      </pc:sldChg>
      <pc:sldChg chg="add del">
        <pc:chgData name="Ero Sennin" userId="03426be40f75dd1c" providerId="LiveId" clId="{D0E502A0-A6DA-4CC1-86CC-25483B08AD6F}" dt="2023-11-18T18:10:33.488" v="23" actId="47"/>
        <pc:sldMkLst>
          <pc:docMk/>
          <pc:sldMk cId="2006295453" sldId="361"/>
        </pc:sldMkLst>
      </pc:sldChg>
      <pc:sldChg chg="add del">
        <pc:chgData name="Ero Sennin" userId="03426be40f75dd1c" providerId="LiveId" clId="{D0E502A0-A6DA-4CC1-86CC-25483B08AD6F}" dt="2023-11-18T18:10:33.488" v="23" actId="47"/>
        <pc:sldMkLst>
          <pc:docMk/>
          <pc:sldMk cId="3399441557" sldId="362"/>
        </pc:sldMkLst>
      </pc:sldChg>
      <pc:sldChg chg="add del">
        <pc:chgData name="Ero Sennin" userId="03426be40f75dd1c" providerId="LiveId" clId="{D0E502A0-A6DA-4CC1-86CC-25483B08AD6F}" dt="2023-11-18T18:10:33.488" v="23" actId="47"/>
        <pc:sldMkLst>
          <pc:docMk/>
          <pc:sldMk cId="3729408570" sldId="363"/>
        </pc:sldMkLst>
      </pc:sldChg>
      <pc:sldChg chg="del">
        <pc:chgData name="Ero Sennin" userId="03426be40f75dd1c" providerId="LiveId" clId="{D0E502A0-A6DA-4CC1-86CC-25483B08AD6F}" dt="2023-11-18T18:20:51.137" v="84" actId="47"/>
        <pc:sldMkLst>
          <pc:docMk/>
          <pc:sldMk cId="3669757811" sldId="364"/>
        </pc:sldMkLst>
      </pc:sldChg>
      <pc:sldChg chg="modSp add mod">
        <pc:chgData name="Ero Sennin" userId="03426be40f75dd1c" providerId="LiveId" clId="{D0E502A0-A6DA-4CC1-86CC-25483B08AD6F}" dt="2023-11-18T18:15:53.973" v="34" actId="20577"/>
        <pc:sldMkLst>
          <pc:docMk/>
          <pc:sldMk cId="3079585306" sldId="365"/>
        </pc:sldMkLst>
        <pc:spChg chg="mod">
          <ac:chgData name="Ero Sennin" userId="03426be40f75dd1c" providerId="LiveId" clId="{D0E502A0-A6DA-4CC1-86CC-25483B08AD6F}" dt="2023-11-18T18:15:53.973" v="34" actId="20577"/>
          <ac:spMkLst>
            <pc:docMk/>
            <pc:sldMk cId="3079585306" sldId="365"/>
            <ac:spMk id="8" creationId="{6CF85C25-FECF-02E7-8B5D-63C724E2B28B}"/>
          </ac:spMkLst>
        </pc:spChg>
      </pc:sldChg>
      <pc:sldChg chg="modSp add mod">
        <pc:chgData name="Ero Sennin" userId="03426be40f75dd1c" providerId="LiveId" clId="{D0E502A0-A6DA-4CC1-86CC-25483B08AD6F}" dt="2023-11-18T18:16:46.487" v="45" actId="20577"/>
        <pc:sldMkLst>
          <pc:docMk/>
          <pc:sldMk cId="1179856051" sldId="366"/>
        </pc:sldMkLst>
        <pc:spChg chg="mod">
          <ac:chgData name="Ero Sennin" userId="03426be40f75dd1c" providerId="LiveId" clId="{D0E502A0-A6DA-4CC1-86CC-25483B08AD6F}" dt="2023-11-18T18:16:24.145" v="38" actId="14100"/>
          <ac:spMkLst>
            <pc:docMk/>
            <pc:sldMk cId="1179856051" sldId="366"/>
            <ac:spMk id="6" creationId="{52BDBAC3-67AD-4A97-7850-28F18722F0B1}"/>
          </ac:spMkLst>
        </pc:spChg>
        <pc:spChg chg="mod">
          <ac:chgData name="Ero Sennin" userId="03426be40f75dd1c" providerId="LiveId" clId="{D0E502A0-A6DA-4CC1-86CC-25483B08AD6F}" dt="2023-11-18T18:16:46.487" v="45" actId="20577"/>
          <ac:spMkLst>
            <pc:docMk/>
            <pc:sldMk cId="1179856051" sldId="366"/>
            <ac:spMk id="8" creationId="{6CF85C25-FECF-02E7-8B5D-63C724E2B28B}"/>
          </ac:spMkLst>
        </pc:spChg>
      </pc:sldChg>
      <pc:sldChg chg="modSp add mod">
        <pc:chgData name="Ero Sennin" userId="03426be40f75dd1c" providerId="LiveId" clId="{D0E502A0-A6DA-4CC1-86CC-25483B08AD6F}" dt="2023-11-18T18:17:15.464" v="49" actId="20577"/>
        <pc:sldMkLst>
          <pc:docMk/>
          <pc:sldMk cId="1166055557" sldId="367"/>
        </pc:sldMkLst>
        <pc:spChg chg="mod">
          <ac:chgData name="Ero Sennin" userId="03426be40f75dd1c" providerId="LiveId" clId="{D0E502A0-A6DA-4CC1-86CC-25483B08AD6F}" dt="2023-11-18T18:17:15.464" v="49" actId="20577"/>
          <ac:spMkLst>
            <pc:docMk/>
            <pc:sldMk cId="1166055557" sldId="367"/>
            <ac:spMk id="8" creationId="{6CF85C25-FECF-02E7-8B5D-63C724E2B28B}"/>
          </ac:spMkLst>
        </pc:spChg>
      </pc:sldChg>
      <pc:sldChg chg="modSp add mod">
        <pc:chgData name="Ero Sennin" userId="03426be40f75dd1c" providerId="LiveId" clId="{D0E502A0-A6DA-4CC1-86CC-25483B08AD6F}" dt="2023-11-18T18:17:47.664" v="53" actId="20577"/>
        <pc:sldMkLst>
          <pc:docMk/>
          <pc:sldMk cId="1542159574" sldId="368"/>
        </pc:sldMkLst>
        <pc:spChg chg="mod">
          <ac:chgData name="Ero Sennin" userId="03426be40f75dd1c" providerId="LiveId" clId="{D0E502A0-A6DA-4CC1-86CC-25483B08AD6F}" dt="2023-11-18T18:17:47.664" v="53" actId="20577"/>
          <ac:spMkLst>
            <pc:docMk/>
            <pc:sldMk cId="1542159574" sldId="368"/>
            <ac:spMk id="8" creationId="{6CF85C25-FECF-02E7-8B5D-63C724E2B28B}"/>
          </ac:spMkLst>
        </pc:spChg>
      </pc:sldChg>
      <pc:sldChg chg="addSp delSp modSp add mod">
        <pc:chgData name="Ero Sennin" userId="03426be40f75dd1c" providerId="LiveId" clId="{D0E502A0-A6DA-4CC1-86CC-25483B08AD6F}" dt="2023-11-18T18:19:03.660" v="68" actId="22"/>
        <pc:sldMkLst>
          <pc:docMk/>
          <pc:sldMk cId="780176159" sldId="369"/>
        </pc:sldMkLst>
        <pc:spChg chg="add del">
          <ac:chgData name="Ero Sennin" userId="03426be40f75dd1c" providerId="LiveId" clId="{D0E502A0-A6DA-4CC1-86CC-25483B08AD6F}" dt="2023-11-18T18:19:03.660" v="68" actId="22"/>
          <ac:spMkLst>
            <pc:docMk/>
            <pc:sldMk cId="780176159" sldId="369"/>
            <ac:spMk id="3" creationId="{2310BC17-30A7-2068-C1C3-35F6BE4FE6E8}"/>
          </ac:spMkLst>
        </pc:spChg>
        <pc:spChg chg="mod">
          <ac:chgData name="Ero Sennin" userId="03426be40f75dd1c" providerId="LiveId" clId="{D0E502A0-A6DA-4CC1-86CC-25483B08AD6F}" dt="2023-11-18T18:18:23.849" v="62"/>
          <ac:spMkLst>
            <pc:docMk/>
            <pc:sldMk cId="780176159" sldId="369"/>
            <ac:spMk id="6" creationId="{52BDBAC3-67AD-4A97-7850-28F18722F0B1}"/>
          </ac:spMkLst>
        </pc:spChg>
        <pc:spChg chg="mod">
          <ac:chgData name="Ero Sennin" userId="03426be40f75dd1c" providerId="LiveId" clId="{D0E502A0-A6DA-4CC1-86CC-25483B08AD6F}" dt="2023-11-18T18:18:39.867" v="66" actId="12"/>
          <ac:spMkLst>
            <pc:docMk/>
            <pc:sldMk cId="780176159" sldId="369"/>
            <ac:spMk id="8" creationId="{6CF85C25-FECF-02E7-8B5D-63C724E2B28B}"/>
          </ac:spMkLst>
        </pc:spChg>
      </pc:sldChg>
      <pc:sldChg chg="modSp add mod">
        <pc:chgData name="Ero Sennin" userId="03426be40f75dd1c" providerId="LiveId" clId="{D0E502A0-A6DA-4CC1-86CC-25483B08AD6F}" dt="2023-11-18T18:19:09.997" v="71" actId="20577"/>
        <pc:sldMkLst>
          <pc:docMk/>
          <pc:sldMk cId="4227814038" sldId="370"/>
        </pc:sldMkLst>
        <pc:spChg chg="mod">
          <ac:chgData name="Ero Sennin" userId="03426be40f75dd1c" providerId="LiveId" clId="{D0E502A0-A6DA-4CC1-86CC-25483B08AD6F}" dt="2023-11-18T18:19:09.997" v="71" actId="20577"/>
          <ac:spMkLst>
            <pc:docMk/>
            <pc:sldMk cId="4227814038" sldId="370"/>
            <ac:spMk id="8" creationId="{6CF85C25-FECF-02E7-8B5D-63C724E2B28B}"/>
          </ac:spMkLst>
        </pc:spChg>
      </pc:sldChg>
      <pc:sldChg chg="modSp add mod">
        <pc:chgData name="Ero Sennin" userId="03426be40f75dd1c" providerId="LiveId" clId="{D0E502A0-A6DA-4CC1-86CC-25483B08AD6F}" dt="2023-11-18T18:19:41.903" v="76" actId="20577"/>
        <pc:sldMkLst>
          <pc:docMk/>
          <pc:sldMk cId="3853773006" sldId="371"/>
        </pc:sldMkLst>
        <pc:spChg chg="mod">
          <ac:chgData name="Ero Sennin" userId="03426be40f75dd1c" providerId="LiveId" clId="{D0E502A0-A6DA-4CC1-86CC-25483B08AD6F}" dt="2023-11-18T18:19:33.123" v="74"/>
          <ac:spMkLst>
            <pc:docMk/>
            <pc:sldMk cId="3853773006" sldId="371"/>
            <ac:spMk id="6" creationId="{52BDBAC3-67AD-4A97-7850-28F18722F0B1}"/>
          </ac:spMkLst>
        </pc:spChg>
        <pc:spChg chg="mod">
          <ac:chgData name="Ero Sennin" userId="03426be40f75dd1c" providerId="LiveId" clId="{D0E502A0-A6DA-4CC1-86CC-25483B08AD6F}" dt="2023-11-18T18:19:41.903" v="76" actId="20577"/>
          <ac:spMkLst>
            <pc:docMk/>
            <pc:sldMk cId="3853773006" sldId="371"/>
            <ac:spMk id="8" creationId="{6CF85C25-FECF-02E7-8B5D-63C724E2B28B}"/>
          </ac:spMkLst>
        </pc:spChg>
      </pc:sldChg>
      <pc:sldChg chg="modSp add mod">
        <pc:chgData name="Ero Sennin" userId="03426be40f75dd1c" providerId="LiveId" clId="{D0E502A0-A6DA-4CC1-86CC-25483B08AD6F}" dt="2023-11-18T18:20:44.409" v="83" actId="20577"/>
        <pc:sldMkLst>
          <pc:docMk/>
          <pc:sldMk cId="784932187" sldId="372"/>
        </pc:sldMkLst>
        <pc:spChg chg="mod">
          <ac:chgData name="Ero Sennin" userId="03426be40f75dd1c" providerId="LiveId" clId="{D0E502A0-A6DA-4CC1-86CC-25483B08AD6F}" dt="2023-11-18T18:19:58.188" v="79"/>
          <ac:spMkLst>
            <pc:docMk/>
            <pc:sldMk cId="784932187" sldId="372"/>
            <ac:spMk id="6" creationId="{52BDBAC3-67AD-4A97-7850-28F18722F0B1}"/>
          </ac:spMkLst>
        </pc:spChg>
        <pc:spChg chg="mod">
          <ac:chgData name="Ero Sennin" userId="03426be40f75dd1c" providerId="LiveId" clId="{D0E502A0-A6DA-4CC1-86CC-25483B08AD6F}" dt="2023-11-18T18:20:44.409" v="83" actId="20577"/>
          <ac:spMkLst>
            <pc:docMk/>
            <pc:sldMk cId="784932187" sldId="372"/>
            <ac:spMk id="8" creationId="{6CF85C25-FECF-02E7-8B5D-63C724E2B28B}"/>
          </ac:spMkLst>
        </pc:spChg>
      </pc:sldChg>
    </pc:docChg>
  </pc:docChgLst>
  <pc:docChgLst>
    <pc:chgData name="Ero Sennin" userId="03426be40f75dd1c" providerId="LiveId" clId="{8D0F3D04-AD0C-407F-8D7C-208379228472}"/>
    <pc:docChg chg="undo custSel addSld modSld">
      <pc:chgData name="Ero Sennin" userId="03426be40f75dd1c" providerId="LiveId" clId="{8D0F3D04-AD0C-407F-8D7C-208379228472}" dt="2023-11-30T01:45:39.917" v="42" actId="20577"/>
      <pc:docMkLst>
        <pc:docMk/>
      </pc:docMkLst>
      <pc:sldChg chg="modSp add mod">
        <pc:chgData name="Ero Sennin" userId="03426be40f75dd1c" providerId="LiveId" clId="{8D0F3D04-AD0C-407F-8D7C-208379228472}" dt="2023-11-30T01:45:39.917" v="42" actId="20577"/>
        <pc:sldMkLst>
          <pc:docMk/>
          <pc:sldMk cId="598010075" sldId="373"/>
        </pc:sldMkLst>
        <pc:spChg chg="mod">
          <ac:chgData name="Ero Sennin" userId="03426be40f75dd1c" providerId="LiveId" clId="{8D0F3D04-AD0C-407F-8D7C-208379228472}" dt="2023-11-30T01:41:33.354" v="1"/>
          <ac:spMkLst>
            <pc:docMk/>
            <pc:sldMk cId="598010075" sldId="373"/>
            <ac:spMk id="6" creationId="{52BDBAC3-67AD-4A97-7850-28F18722F0B1}"/>
          </ac:spMkLst>
        </pc:spChg>
        <pc:spChg chg="mod">
          <ac:chgData name="Ero Sennin" userId="03426be40f75dd1c" providerId="LiveId" clId="{8D0F3D04-AD0C-407F-8D7C-208379228472}" dt="2023-11-30T01:45:39.917" v="42" actId="20577"/>
          <ac:spMkLst>
            <pc:docMk/>
            <pc:sldMk cId="598010075" sldId="373"/>
            <ac:spMk id="8" creationId="{6CF85C25-FECF-02E7-8B5D-63C724E2B28B}"/>
          </ac:spMkLst>
        </pc:spChg>
      </pc:sldChg>
    </pc:docChg>
  </pc:docChgLst>
  <pc:docChgLst>
    <pc:chgData name="Ero Sennin" userId="03426be40f75dd1c" providerId="LiveId" clId="{59AC1DFC-6538-4039-B625-EF0FC9C0D4A9}"/>
    <pc:docChg chg="undo redo custSel addSld delSld modSld sldOrd">
      <pc:chgData name="Ero Sennin" userId="03426be40f75dd1c" providerId="LiveId" clId="{59AC1DFC-6538-4039-B625-EF0FC9C0D4A9}" dt="2023-11-18T17:59:14.621" v="1116" actId="20577"/>
      <pc:docMkLst>
        <pc:docMk/>
      </pc:docMkLst>
      <pc:sldChg chg="modSp mod">
        <pc:chgData name="Ero Sennin" userId="03426be40f75dd1c" providerId="LiveId" clId="{59AC1DFC-6538-4039-B625-EF0FC9C0D4A9}" dt="2023-11-18T14:54:26.230" v="165" actId="1076"/>
        <pc:sldMkLst>
          <pc:docMk/>
          <pc:sldMk cId="0" sldId="256"/>
        </pc:sldMkLst>
        <pc:spChg chg="mod">
          <ac:chgData name="Ero Sennin" userId="03426be40f75dd1c" providerId="LiveId" clId="{59AC1DFC-6538-4039-B625-EF0FC9C0D4A9}" dt="2023-11-18T14:54:26.230" v="165" actId="1076"/>
          <ac:spMkLst>
            <pc:docMk/>
            <pc:sldMk cId="0" sldId="256"/>
            <ac:spMk id="58" creationId="{00000000-0000-0000-0000-000000000000}"/>
          </ac:spMkLst>
        </pc:spChg>
      </pc:sldChg>
      <pc:sldChg chg="del">
        <pc:chgData name="Ero Sennin" userId="03426be40f75dd1c" providerId="LiveId" clId="{59AC1DFC-6538-4039-B625-EF0FC9C0D4A9}" dt="2023-11-18T14:50:22.157" v="0" actId="47"/>
        <pc:sldMkLst>
          <pc:docMk/>
          <pc:sldMk cId="0" sldId="257"/>
        </pc:sldMkLst>
      </pc:sldChg>
      <pc:sldChg chg="addSp delSp modSp mod">
        <pc:chgData name="Ero Sennin" userId="03426be40f75dd1c" providerId="LiveId" clId="{59AC1DFC-6538-4039-B625-EF0FC9C0D4A9}" dt="2023-11-18T17:21:37.591" v="800" actId="1076"/>
        <pc:sldMkLst>
          <pc:docMk/>
          <pc:sldMk cId="0" sldId="258"/>
        </pc:sldMkLst>
        <pc:spChg chg="mod">
          <ac:chgData name="Ero Sennin" userId="03426be40f75dd1c" providerId="LiveId" clId="{59AC1DFC-6538-4039-B625-EF0FC9C0D4A9}" dt="2023-11-18T14:53:27.289" v="139" actId="20577"/>
          <ac:spMkLst>
            <pc:docMk/>
            <pc:sldMk cId="0" sldId="258"/>
            <ac:spMk id="71" creationId="{00000000-0000-0000-0000-000000000000}"/>
          </ac:spMkLst>
        </pc:spChg>
        <pc:spChg chg="mod">
          <ac:chgData name="Ero Sennin" userId="03426be40f75dd1c" providerId="LiveId" clId="{59AC1DFC-6538-4039-B625-EF0FC9C0D4A9}" dt="2023-11-18T17:21:37.591" v="800" actId="1076"/>
          <ac:spMkLst>
            <pc:docMk/>
            <pc:sldMk cId="0" sldId="258"/>
            <ac:spMk id="72" creationId="{00000000-0000-0000-0000-000000000000}"/>
          </ac:spMkLst>
        </pc:spChg>
        <pc:picChg chg="add mod">
          <ac:chgData name="Ero Sennin" userId="03426be40f75dd1c" providerId="LiveId" clId="{59AC1DFC-6538-4039-B625-EF0FC9C0D4A9}" dt="2023-11-18T15:58:49.678" v="487" actId="1076"/>
          <ac:picMkLst>
            <pc:docMk/>
            <pc:sldMk cId="0" sldId="258"/>
            <ac:picMk id="2" creationId="{27AEA11D-58DC-E73A-C89B-4CF0EC2B9DE0}"/>
          </ac:picMkLst>
        </pc:picChg>
        <pc:picChg chg="del">
          <ac:chgData name="Ero Sennin" userId="03426be40f75dd1c" providerId="LiveId" clId="{59AC1DFC-6538-4039-B625-EF0FC9C0D4A9}" dt="2023-11-18T14:50:29.025" v="1" actId="478"/>
          <ac:picMkLst>
            <pc:docMk/>
            <pc:sldMk cId="0" sldId="258"/>
            <ac:picMk id="69" creationId="{00000000-0000-0000-0000-000000000000}"/>
          </ac:picMkLst>
        </pc:picChg>
      </pc:sldChg>
      <pc:sldChg chg="del">
        <pc:chgData name="Ero Sennin" userId="03426be40f75dd1c" providerId="LiveId" clId="{59AC1DFC-6538-4039-B625-EF0FC9C0D4A9}" dt="2023-11-18T14:50:36.162" v="2" actId="47"/>
        <pc:sldMkLst>
          <pc:docMk/>
          <pc:sldMk cId="0" sldId="259"/>
        </pc:sldMkLst>
      </pc:sldChg>
      <pc:sldChg chg="delSp modSp del mod">
        <pc:chgData name="Ero Sennin" userId="03426be40f75dd1c" providerId="LiveId" clId="{59AC1DFC-6538-4039-B625-EF0FC9C0D4A9}" dt="2023-11-18T17:13:22.272" v="765" actId="47"/>
        <pc:sldMkLst>
          <pc:docMk/>
          <pc:sldMk cId="0" sldId="260"/>
        </pc:sldMkLst>
        <pc:picChg chg="del mod">
          <ac:chgData name="Ero Sennin" userId="03426be40f75dd1c" providerId="LiveId" clId="{59AC1DFC-6538-4039-B625-EF0FC9C0D4A9}" dt="2023-11-18T14:54:41.683" v="167" actId="478"/>
          <ac:picMkLst>
            <pc:docMk/>
            <pc:sldMk cId="0" sldId="260"/>
            <ac:picMk id="91" creationId="{00000000-0000-0000-0000-000000000000}"/>
          </ac:picMkLst>
        </pc:picChg>
      </pc:sldChg>
      <pc:sldChg chg="del">
        <pc:chgData name="Ero Sennin" userId="03426be40f75dd1c" providerId="LiveId" clId="{59AC1DFC-6538-4039-B625-EF0FC9C0D4A9}" dt="2023-11-18T17:13:22.272" v="765" actId="47"/>
        <pc:sldMkLst>
          <pc:docMk/>
          <pc:sldMk cId="0" sldId="261"/>
        </pc:sldMkLst>
      </pc:sldChg>
      <pc:sldChg chg="del">
        <pc:chgData name="Ero Sennin" userId="03426be40f75dd1c" providerId="LiveId" clId="{59AC1DFC-6538-4039-B625-EF0FC9C0D4A9}" dt="2023-11-18T17:13:22.272" v="765" actId="47"/>
        <pc:sldMkLst>
          <pc:docMk/>
          <pc:sldMk cId="0" sldId="262"/>
        </pc:sldMkLst>
      </pc:sldChg>
      <pc:sldChg chg="del">
        <pc:chgData name="Ero Sennin" userId="03426be40f75dd1c" providerId="LiveId" clId="{59AC1DFC-6538-4039-B625-EF0FC9C0D4A9}" dt="2023-11-18T17:13:22.272" v="765" actId="47"/>
        <pc:sldMkLst>
          <pc:docMk/>
          <pc:sldMk cId="0" sldId="263"/>
        </pc:sldMkLst>
      </pc:sldChg>
      <pc:sldChg chg="add del">
        <pc:chgData name="Ero Sennin" userId="03426be40f75dd1c" providerId="LiveId" clId="{59AC1DFC-6538-4039-B625-EF0FC9C0D4A9}" dt="2023-11-18T17:13:22.272" v="765" actId="47"/>
        <pc:sldMkLst>
          <pc:docMk/>
          <pc:sldMk cId="0" sldId="264"/>
        </pc:sldMkLst>
      </pc:sldChg>
      <pc:sldChg chg="del">
        <pc:chgData name="Ero Sennin" userId="03426be40f75dd1c" providerId="LiveId" clId="{59AC1DFC-6538-4039-B625-EF0FC9C0D4A9}" dt="2023-11-18T17:13:22.272" v="765" actId="47"/>
        <pc:sldMkLst>
          <pc:docMk/>
          <pc:sldMk cId="0" sldId="265"/>
        </pc:sldMkLst>
      </pc:sldChg>
      <pc:sldChg chg="del">
        <pc:chgData name="Ero Sennin" userId="03426be40f75dd1c" providerId="LiveId" clId="{59AC1DFC-6538-4039-B625-EF0FC9C0D4A9}" dt="2023-11-18T17:13:22.272" v="765" actId="47"/>
        <pc:sldMkLst>
          <pc:docMk/>
          <pc:sldMk cId="0" sldId="266"/>
        </pc:sldMkLst>
      </pc:sldChg>
      <pc:sldChg chg="del">
        <pc:chgData name="Ero Sennin" userId="03426be40f75dd1c" providerId="LiveId" clId="{59AC1DFC-6538-4039-B625-EF0FC9C0D4A9}" dt="2023-11-18T17:13:22.272" v="765" actId="47"/>
        <pc:sldMkLst>
          <pc:docMk/>
          <pc:sldMk cId="0" sldId="267"/>
        </pc:sldMkLst>
      </pc:sldChg>
      <pc:sldChg chg="del">
        <pc:chgData name="Ero Sennin" userId="03426be40f75dd1c" providerId="LiveId" clId="{59AC1DFC-6538-4039-B625-EF0FC9C0D4A9}" dt="2023-11-18T17:13:22.272" v="765" actId="47"/>
        <pc:sldMkLst>
          <pc:docMk/>
          <pc:sldMk cId="0" sldId="268"/>
        </pc:sldMkLst>
      </pc:sldChg>
      <pc:sldChg chg="del">
        <pc:chgData name="Ero Sennin" userId="03426be40f75dd1c" providerId="LiveId" clId="{59AC1DFC-6538-4039-B625-EF0FC9C0D4A9}" dt="2023-11-18T17:13:22.272" v="765" actId="47"/>
        <pc:sldMkLst>
          <pc:docMk/>
          <pc:sldMk cId="0" sldId="269"/>
        </pc:sldMkLst>
      </pc:sldChg>
      <pc:sldChg chg="del">
        <pc:chgData name="Ero Sennin" userId="03426be40f75dd1c" providerId="LiveId" clId="{59AC1DFC-6538-4039-B625-EF0FC9C0D4A9}" dt="2023-11-18T17:13:22.272" v="765" actId="47"/>
        <pc:sldMkLst>
          <pc:docMk/>
          <pc:sldMk cId="0" sldId="270"/>
        </pc:sldMkLst>
      </pc:sldChg>
      <pc:sldChg chg="del">
        <pc:chgData name="Ero Sennin" userId="03426be40f75dd1c" providerId="LiveId" clId="{59AC1DFC-6538-4039-B625-EF0FC9C0D4A9}" dt="2023-11-18T17:13:22.272" v="765" actId="47"/>
        <pc:sldMkLst>
          <pc:docMk/>
          <pc:sldMk cId="0" sldId="271"/>
        </pc:sldMkLst>
      </pc:sldChg>
      <pc:sldChg chg="del">
        <pc:chgData name="Ero Sennin" userId="03426be40f75dd1c" providerId="LiveId" clId="{59AC1DFC-6538-4039-B625-EF0FC9C0D4A9}" dt="2023-11-18T17:13:22.272" v="765" actId="47"/>
        <pc:sldMkLst>
          <pc:docMk/>
          <pc:sldMk cId="0" sldId="272"/>
        </pc:sldMkLst>
      </pc:sldChg>
      <pc:sldChg chg="del">
        <pc:chgData name="Ero Sennin" userId="03426be40f75dd1c" providerId="LiveId" clId="{59AC1DFC-6538-4039-B625-EF0FC9C0D4A9}" dt="2023-11-18T17:13:22.272" v="765" actId="47"/>
        <pc:sldMkLst>
          <pc:docMk/>
          <pc:sldMk cId="0" sldId="273"/>
        </pc:sldMkLst>
      </pc:sldChg>
      <pc:sldChg chg="del">
        <pc:chgData name="Ero Sennin" userId="03426be40f75dd1c" providerId="LiveId" clId="{59AC1DFC-6538-4039-B625-EF0FC9C0D4A9}" dt="2023-11-18T17:13:22.272" v="765" actId="47"/>
        <pc:sldMkLst>
          <pc:docMk/>
          <pc:sldMk cId="0" sldId="274"/>
        </pc:sldMkLst>
      </pc:sldChg>
      <pc:sldChg chg="del">
        <pc:chgData name="Ero Sennin" userId="03426be40f75dd1c" providerId="LiveId" clId="{59AC1DFC-6538-4039-B625-EF0FC9C0D4A9}" dt="2023-11-18T17:13:22.272" v="765" actId="47"/>
        <pc:sldMkLst>
          <pc:docMk/>
          <pc:sldMk cId="0" sldId="275"/>
        </pc:sldMkLst>
      </pc:sldChg>
      <pc:sldChg chg="del">
        <pc:chgData name="Ero Sennin" userId="03426be40f75dd1c" providerId="LiveId" clId="{59AC1DFC-6538-4039-B625-EF0FC9C0D4A9}" dt="2023-11-18T17:13:22.272" v="765" actId="47"/>
        <pc:sldMkLst>
          <pc:docMk/>
          <pc:sldMk cId="0" sldId="276"/>
        </pc:sldMkLst>
      </pc:sldChg>
      <pc:sldChg chg="del">
        <pc:chgData name="Ero Sennin" userId="03426be40f75dd1c" providerId="LiveId" clId="{59AC1DFC-6538-4039-B625-EF0FC9C0D4A9}" dt="2023-11-18T17:13:22.272" v="765" actId="47"/>
        <pc:sldMkLst>
          <pc:docMk/>
          <pc:sldMk cId="0" sldId="277"/>
        </pc:sldMkLst>
      </pc:sldChg>
      <pc:sldChg chg="del">
        <pc:chgData name="Ero Sennin" userId="03426be40f75dd1c" providerId="LiveId" clId="{59AC1DFC-6538-4039-B625-EF0FC9C0D4A9}" dt="2023-11-18T17:13:22.272" v="765" actId="47"/>
        <pc:sldMkLst>
          <pc:docMk/>
          <pc:sldMk cId="0" sldId="278"/>
        </pc:sldMkLst>
      </pc:sldChg>
      <pc:sldChg chg="del">
        <pc:chgData name="Ero Sennin" userId="03426be40f75dd1c" providerId="LiveId" clId="{59AC1DFC-6538-4039-B625-EF0FC9C0D4A9}" dt="2023-11-18T17:13:22.272" v="765" actId="47"/>
        <pc:sldMkLst>
          <pc:docMk/>
          <pc:sldMk cId="0" sldId="279"/>
        </pc:sldMkLst>
      </pc:sldChg>
      <pc:sldChg chg="del">
        <pc:chgData name="Ero Sennin" userId="03426be40f75dd1c" providerId="LiveId" clId="{59AC1DFC-6538-4039-B625-EF0FC9C0D4A9}" dt="2023-11-18T17:13:22.272" v="765" actId="47"/>
        <pc:sldMkLst>
          <pc:docMk/>
          <pc:sldMk cId="0" sldId="280"/>
        </pc:sldMkLst>
      </pc:sldChg>
      <pc:sldChg chg="del">
        <pc:chgData name="Ero Sennin" userId="03426be40f75dd1c" providerId="LiveId" clId="{59AC1DFC-6538-4039-B625-EF0FC9C0D4A9}" dt="2023-11-18T17:13:22.272" v="765" actId="47"/>
        <pc:sldMkLst>
          <pc:docMk/>
          <pc:sldMk cId="0" sldId="281"/>
        </pc:sldMkLst>
      </pc:sldChg>
      <pc:sldChg chg="del">
        <pc:chgData name="Ero Sennin" userId="03426be40f75dd1c" providerId="LiveId" clId="{59AC1DFC-6538-4039-B625-EF0FC9C0D4A9}" dt="2023-11-18T17:13:22.272" v="765" actId="47"/>
        <pc:sldMkLst>
          <pc:docMk/>
          <pc:sldMk cId="0" sldId="282"/>
        </pc:sldMkLst>
      </pc:sldChg>
      <pc:sldChg chg="del">
        <pc:chgData name="Ero Sennin" userId="03426be40f75dd1c" providerId="LiveId" clId="{59AC1DFC-6538-4039-B625-EF0FC9C0D4A9}" dt="2023-11-18T17:13:22.272" v="765" actId="47"/>
        <pc:sldMkLst>
          <pc:docMk/>
          <pc:sldMk cId="0" sldId="283"/>
        </pc:sldMkLst>
      </pc:sldChg>
      <pc:sldChg chg="del">
        <pc:chgData name="Ero Sennin" userId="03426be40f75dd1c" providerId="LiveId" clId="{59AC1DFC-6538-4039-B625-EF0FC9C0D4A9}" dt="2023-11-18T17:13:22.272" v="765" actId="47"/>
        <pc:sldMkLst>
          <pc:docMk/>
          <pc:sldMk cId="0" sldId="284"/>
        </pc:sldMkLst>
      </pc:sldChg>
      <pc:sldChg chg="del">
        <pc:chgData name="Ero Sennin" userId="03426be40f75dd1c" providerId="LiveId" clId="{59AC1DFC-6538-4039-B625-EF0FC9C0D4A9}" dt="2023-11-18T17:13:22.272" v="765" actId="47"/>
        <pc:sldMkLst>
          <pc:docMk/>
          <pc:sldMk cId="0" sldId="285"/>
        </pc:sldMkLst>
      </pc:sldChg>
      <pc:sldChg chg="del">
        <pc:chgData name="Ero Sennin" userId="03426be40f75dd1c" providerId="LiveId" clId="{59AC1DFC-6538-4039-B625-EF0FC9C0D4A9}" dt="2023-11-18T17:13:22.272" v="765" actId="47"/>
        <pc:sldMkLst>
          <pc:docMk/>
          <pc:sldMk cId="0" sldId="286"/>
        </pc:sldMkLst>
      </pc:sldChg>
      <pc:sldChg chg="del">
        <pc:chgData name="Ero Sennin" userId="03426be40f75dd1c" providerId="LiveId" clId="{59AC1DFC-6538-4039-B625-EF0FC9C0D4A9}" dt="2023-11-18T17:13:22.272" v="765" actId="47"/>
        <pc:sldMkLst>
          <pc:docMk/>
          <pc:sldMk cId="0" sldId="287"/>
        </pc:sldMkLst>
      </pc:sldChg>
      <pc:sldChg chg="del">
        <pc:chgData name="Ero Sennin" userId="03426be40f75dd1c" providerId="LiveId" clId="{59AC1DFC-6538-4039-B625-EF0FC9C0D4A9}" dt="2023-11-18T17:13:22.272" v="765" actId="47"/>
        <pc:sldMkLst>
          <pc:docMk/>
          <pc:sldMk cId="0" sldId="288"/>
        </pc:sldMkLst>
      </pc:sldChg>
      <pc:sldChg chg="del">
        <pc:chgData name="Ero Sennin" userId="03426be40f75dd1c" providerId="LiveId" clId="{59AC1DFC-6538-4039-B625-EF0FC9C0D4A9}" dt="2023-11-18T17:13:22.272" v="765" actId="47"/>
        <pc:sldMkLst>
          <pc:docMk/>
          <pc:sldMk cId="0" sldId="289"/>
        </pc:sldMkLst>
      </pc:sldChg>
      <pc:sldChg chg="del">
        <pc:chgData name="Ero Sennin" userId="03426be40f75dd1c" providerId="LiveId" clId="{59AC1DFC-6538-4039-B625-EF0FC9C0D4A9}" dt="2023-11-18T17:13:22.272" v="765" actId="47"/>
        <pc:sldMkLst>
          <pc:docMk/>
          <pc:sldMk cId="0" sldId="290"/>
        </pc:sldMkLst>
      </pc:sldChg>
      <pc:sldChg chg="del">
        <pc:chgData name="Ero Sennin" userId="03426be40f75dd1c" providerId="LiveId" clId="{59AC1DFC-6538-4039-B625-EF0FC9C0D4A9}" dt="2023-11-18T17:13:22.272" v="765" actId="47"/>
        <pc:sldMkLst>
          <pc:docMk/>
          <pc:sldMk cId="0" sldId="291"/>
        </pc:sldMkLst>
      </pc:sldChg>
      <pc:sldChg chg="del">
        <pc:chgData name="Ero Sennin" userId="03426be40f75dd1c" providerId="LiveId" clId="{59AC1DFC-6538-4039-B625-EF0FC9C0D4A9}" dt="2023-11-18T17:13:22.272" v="765" actId="47"/>
        <pc:sldMkLst>
          <pc:docMk/>
          <pc:sldMk cId="0" sldId="292"/>
        </pc:sldMkLst>
      </pc:sldChg>
      <pc:sldChg chg="del">
        <pc:chgData name="Ero Sennin" userId="03426be40f75dd1c" providerId="LiveId" clId="{59AC1DFC-6538-4039-B625-EF0FC9C0D4A9}" dt="2023-11-18T17:13:22.272" v="765" actId="47"/>
        <pc:sldMkLst>
          <pc:docMk/>
          <pc:sldMk cId="0" sldId="293"/>
        </pc:sldMkLst>
      </pc:sldChg>
      <pc:sldChg chg="del">
        <pc:chgData name="Ero Sennin" userId="03426be40f75dd1c" providerId="LiveId" clId="{59AC1DFC-6538-4039-B625-EF0FC9C0D4A9}" dt="2023-11-18T17:13:22.272" v="765" actId="47"/>
        <pc:sldMkLst>
          <pc:docMk/>
          <pc:sldMk cId="0" sldId="294"/>
        </pc:sldMkLst>
      </pc:sldChg>
      <pc:sldChg chg="del">
        <pc:chgData name="Ero Sennin" userId="03426be40f75dd1c" providerId="LiveId" clId="{59AC1DFC-6538-4039-B625-EF0FC9C0D4A9}" dt="2023-11-18T17:13:22.272" v="765" actId="47"/>
        <pc:sldMkLst>
          <pc:docMk/>
          <pc:sldMk cId="0" sldId="295"/>
        </pc:sldMkLst>
      </pc:sldChg>
      <pc:sldChg chg="del">
        <pc:chgData name="Ero Sennin" userId="03426be40f75dd1c" providerId="LiveId" clId="{59AC1DFC-6538-4039-B625-EF0FC9C0D4A9}" dt="2023-11-18T17:13:22.272" v="765" actId="47"/>
        <pc:sldMkLst>
          <pc:docMk/>
          <pc:sldMk cId="0" sldId="296"/>
        </pc:sldMkLst>
      </pc:sldChg>
      <pc:sldChg chg="del">
        <pc:chgData name="Ero Sennin" userId="03426be40f75dd1c" providerId="LiveId" clId="{59AC1DFC-6538-4039-B625-EF0FC9C0D4A9}" dt="2023-11-18T17:13:22.272" v="765" actId="47"/>
        <pc:sldMkLst>
          <pc:docMk/>
          <pc:sldMk cId="0" sldId="297"/>
        </pc:sldMkLst>
      </pc:sldChg>
      <pc:sldChg chg="del">
        <pc:chgData name="Ero Sennin" userId="03426be40f75dd1c" providerId="LiveId" clId="{59AC1DFC-6538-4039-B625-EF0FC9C0D4A9}" dt="2023-11-18T17:13:22.272" v="765" actId="47"/>
        <pc:sldMkLst>
          <pc:docMk/>
          <pc:sldMk cId="0" sldId="298"/>
        </pc:sldMkLst>
      </pc:sldChg>
      <pc:sldChg chg="del">
        <pc:chgData name="Ero Sennin" userId="03426be40f75dd1c" providerId="LiveId" clId="{59AC1DFC-6538-4039-B625-EF0FC9C0D4A9}" dt="2023-11-18T17:13:22.272" v="765" actId="47"/>
        <pc:sldMkLst>
          <pc:docMk/>
          <pc:sldMk cId="0" sldId="299"/>
        </pc:sldMkLst>
      </pc:sldChg>
      <pc:sldChg chg="del">
        <pc:chgData name="Ero Sennin" userId="03426be40f75dd1c" providerId="LiveId" clId="{59AC1DFC-6538-4039-B625-EF0FC9C0D4A9}" dt="2023-11-18T17:13:22.272" v="765" actId="47"/>
        <pc:sldMkLst>
          <pc:docMk/>
          <pc:sldMk cId="0" sldId="300"/>
        </pc:sldMkLst>
      </pc:sldChg>
      <pc:sldChg chg="del">
        <pc:chgData name="Ero Sennin" userId="03426be40f75dd1c" providerId="LiveId" clId="{59AC1DFC-6538-4039-B625-EF0FC9C0D4A9}" dt="2023-11-18T17:13:22.272" v="765" actId="47"/>
        <pc:sldMkLst>
          <pc:docMk/>
          <pc:sldMk cId="0" sldId="301"/>
        </pc:sldMkLst>
      </pc:sldChg>
      <pc:sldChg chg="del">
        <pc:chgData name="Ero Sennin" userId="03426be40f75dd1c" providerId="LiveId" clId="{59AC1DFC-6538-4039-B625-EF0FC9C0D4A9}" dt="2023-11-18T17:13:22.272" v="765" actId="47"/>
        <pc:sldMkLst>
          <pc:docMk/>
          <pc:sldMk cId="0" sldId="302"/>
        </pc:sldMkLst>
      </pc:sldChg>
      <pc:sldChg chg="del">
        <pc:chgData name="Ero Sennin" userId="03426be40f75dd1c" providerId="LiveId" clId="{59AC1DFC-6538-4039-B625-EF0FC9C0D4A9}" dt="2023-11-18T17:13:22.272" v="765" actId="47"/>
        <pc:sldMkLst>
          <pc:docMk/>
          <pc:sldMk cId="0" sldId="303"/>
        </pc:sldMkLst>
      </pc:sldChg>
      <pc:sldChg chg="del">
        <pc:chgData name="Ero Sennin" userId="03426be40f75dd1c" providerId="LiveId" clId="{59AC1DFC-6538-4039-B625-EF0FC9C0D4A9}" dt="2023-11-18T17:13:22.272" v="765" actId="47"/>
        <pc:sldMkLst>
          <pc:docMk/>
          <pc:sldMk cId="0" sldId="304"/>
        </pc:sldMkLst>
      </pc:sldChg>
      <pc:sldChg chg="del">
        <pc:chgData name="Ero Sennin" userId="03426be40f75dd1c" providerId="LiveId" clId="{59AC1DFC-6538-4039-B625-EF0FC9C0D4A9}" dt="2023-11-18T17:13:22.272" v="765" actId="47"/>
        <pc:sldMkLst>
          <pc:docMk/>
          <pc:sldMk cId="0" sldId="305"/>
        </pc:sldMkLst>
      </pc:sldChg>
      <pc:sldChg chg="del">
        <pc:chgData name="Ero Sennin" userId="03426be40f75dd1c" providerId="LiveId" clId="{59AC1DFC-6538-4039-B625-EF0FC9C0D4A9}" dt="2023-11-18T17:13:22.272" v="765" actId="47"/>
        <pc:sldMkLst>
          <pc:docMk/>
          <pc:sldMk cId="0" sldId="306"/>
        </pc:sldMkLst>
      </pc:sldChg>
      <pc:sldChg chg="del">
        <pc:chgData name="Ero Sennin" userId="03426be40f75dd1c" providerId="LiveId" clId="{59AC1DFC-6538-4039-B625-EF0FC9C0D4A9}" dt="2023-11-18T17:13:22.272" v="765" actId="47"/>
        <pc:sldMkLst>
          <pc:docMk/>
          <pc:sldMk cId="0" sldId="307"/>
        </pc:sldMkLst>
      </pc:sldChg>
      <pc:sldChg chg="del">
        <pc:chgData name="Ero Sennin" userId="03426be40f75dd1c" providerId="LiveId" clId="{59AC1DFC-6538-4039-B625-EF0FC9C0D4A9}" dt="2023-11-18T17:13:22.272" v="765" actId="47"/>
        <pc:sldMkLst>
          <pc:docMk/>
          <pc:sldMk cId="0" sldId="308"/>
        </pc:sldMkLst>
      </pc:sldChg>
      <pc:sldChg chg="del">
        <pc:chgData name="Ero Sennin" userId="03426be40f75dd1c" providerId="LiveId" clId="{59AC1DFC-6538-4039-B625-EF0FC9C0D4A9}" dt="2023-11-18T17:13:22.272" v="765" actId="47"/>
        <pc:sldMkLst>
          <pc:docMk/>
          <pc:sldMk cId="0" sldId="309"/>
        </pc:sldMkLst>
      </pc:sldChg>
      <pc:sldChg chg="del">
        <pc:chgData name="Ero Sennin" userId="03426be40f75dd1c" providerId="LiveId" clId="{59AC1DFC-6538-4039-B625-EF0FC9C0D4A9}" dt="2023-11-18T17:13:22.272" v="765" actId="47"/>
        <pc:sldMkLst>
          <pc:docMk/>
          <pc:sldMk cId="0" sldId="310"/>
        </pc:sldMkLst>
      </pc:sldChg>
      <pc:sldChg chg="del">
        <pc:chgData name="Ero Sennin" userId="03426be40f75dd1c" providerId="LiveId" clId="{59AC1DFC-6538-4039-B625-EF0FC9C0D4A9}" dt="2023-11-18T17:13:22.272" v="765" actId="47"/>
        <pc:sldMkLst>
          <pc:docMk/>
          <pc:sldMk cId="0" sldId="311"/>
        </pc:sldMkLst>
      </pc:sldChg>
      <pc:sldChg chg="del">
        <pc:chgData name="Ero Sennin" userId="03426be40f75dd1c" providerId="LiveId" clId="{59AC1DFC-6538-4039-B625-EF0FC9C0D4A9}" dt="2023-11-18T17:13:22.272" v="765" actId="47"/>
        <pc:sldMkLst>
          <pc:docMk/>
          <pc:sldMk cId="0" sldId="312"/>
        </pc:sldMkLst>
      </pc:sldChg>
      <pc:sldChg chg="del">
        <pc:chgData name="Ero Sennin" userId="03426be40f75dd1c" providerId="LiveId" clId="{59AC1DFC-6538-4039-B625-EF0FC9C0D4A9}" dt="2023-11-18T17:13:22.272" v="765" actId="47"/>
        <pc:sldMkLst>
          <pc:docMk/>
          <pc:sldMk cId="0" sldId="313"/>
        </pc:sldMkLst>
      </pc:sldChg>
      <pc:sldChg chg="del">
        <pc:chgData name="Ero Sennin" userId="03426be40f75dd1c" providerId="LiveId" clId="{59AC1DFC-6538-4039-B625-EF0FC9C0D4A9}" dt="2023-11-18T17:13:22.272" v="765" actId="47"/>
        <pc:sldMkLst>
          <pc:docMk/>
          <pc:sldMk cId="0" sldId="314"/>
        </pc:sldMkLst>
      </pc:sldChg>
      <pc:sldChg chg="del">
        <pc:chgData name="Ero Sennin" userId="03426be40f75dd1c" providerId="LiveId" clId="{59AC1DFC-6538-4039-B625-EF0FC9C0D4A9}" dt="2023-11-18T17:13:22.272" v="765" actId="47"/>
        <pc:sldMkLst>
          <pc:docMk/>
          <pc:sldMk cId="0" sldId="315"/>
        </pc:sldMkLst>
      </pc:sldChg>
      <pc:sldChg chg="del">
        <pc:chgData name="Ero Sennin" userId="03426be40f75dd1c" providerId="LiveId" clId="{59AC1DFC-6538-4039-B625-EF0FC9C0D4A9}" dt="2023-11-18T17:13:22.272" v="765" actId="47"/>
        <pc:sldMkLst>
          <pc:docMk/>
          <pc:sldMk cId="0" sldId="316"/>
        </pc:sldMkLst>
      </pc:sldChg>
      <pc:sldChg chg="del">
        <pc:chgData name="Ero Sennin" userId="03426be40f75dd1c" providerId="LiveId" clId="{59AC1DFC-6538-4039-B625-EF0FC9C0D4A9}" dt="2023-11-18T17:13:22.272" v="765" actId="47"/>
        <pc:sldMkLst>
          <pc:docMk/>
          <pc:sldMk cId="0" sldId="317"/>
        </pc:sldMkLst>
      </pc:sldChg>
      <pc:sldChg chg="del">
        <pc:chgData name="Ero Sennin" userId="03426be40f75dd1c" providerId="LiveId" clId="{59AC1DFC-6538-4039-B625-EF0FC9C0D4A9}" dt="2023-11-18T17:13:22.272" v="765" actId="47"/>
        <pc:sldMkLst>
          <pc:docMk/>
          <pc:sldMk cId="0" sldId="318"/>
        </pc:sldMkLst>
      </pc:sldChg>
      <pc:sldChg chg="del">
        <pc:chgData name="Ero Sennin" userId="03426be40f75dd1c" providerId="LiveId" clId="{59AC1DFC-6538-4039-B625-EF0FC9C0D4A9}" dt="2023-11-18T17:13:22.272" v="765" actId="47"/>
        <pc:sldMkLst>
          <pc:docMk/>
          <pc:sldMk cId="0" sldId="319"/>
        </pc:sldMkLst>
      </pc:sldChg>
      <pc:sldChg chg="del">
        <pc:chgData name="Ero Sennin" userId="03426be40f75dd1c" providerId="LiveId" clId="{59AC1DFC-6538-4039-B625-EF0FC9C0D4A9}" dt="2023-11-18T17:13:22.272" v="765" actId="47"/>
        <pc:sldMkLst>
          <pc:docMk/>
          <pc:sldMk cId="0" sldId="320"/>
        </pc:sldMkLst>
      </pc:sldChg>
      <pc:sldChg chg="del">
        <pc:chgData name="Ero Sennin" userId="03426be40f75dd1c" providerId="LiveId" clId="{59AC1DFC-6538-4039-B625-EF0FC9C0D4A9}" dt="2023-11-18T17:13:22.272" v="765" actId="47"/>
        <pc:sldMkLst>
          <pc:docMk/>
          <pc:sldMk cId="0" sldId="321"/>
        </pc:sldMkLst>
      </pc:sldChg>
      <pc:sldChg chg="del">
        <pc:chgData name="Ero Sennin" userId="03426be40f75dd1c" providerId="LiveId" clId="{59AC1DFC-6538-4039-B625-EF0FC9C0D4A9}" dt="2023-11-18T17:13:22.272" v="765" actId="47"/>
        <pc:sldMkLst>
          <pc:docMk/>
          <pc:sldMk cId="0" sldId="322"/>
        </pc:sldMkLst>
      </pc:sldChg>
      <pc:sldChg chg="del">
        <pc:chgData name="Ero Sennin" userId="03426be40f75dd1c" providerId="LiveId" clId="{59AC1DFC-6538-4039-B625-EF0FC9C0D4A9}" dt="2023-11-18T17:13:22.272" v="765" actId="47"/>
        <pc:sldMkLst>
          <pc:docMk/>
          <pc:sldMk cId="0" sldId="323"/>
        </pc:sldMkLst>
      </pc:sldChg>
      <pc:sldChg chg="del">
        <pc:chgData name="Ero Sennin" userId="03426be40f75dd1c" providerId="LiveId" clId="{59AC1DFC-6538-4039-B625-EF0FC9C0D4A9}" dt="2023-11-18T17:13:22.272" v="765" actId="47"/>
        <pc:sldMkLst>
          <pc:docMk/>
          <pc:sldMk cId="0" sldId="324"/>
        </pc:sldMkLst>
      </pc:sldChg>
      <pc:sldChg chg="del">
        <pc:chgData name="Ero Sennin" userId="03426be40f75dd1c" providerId="LiveId" clId="{59AC1DFC-6538-4039-B625-EF0FC9C0D4A9}" dt="2023-11-18T17:13:22.272" v="765" actId="47"/>
        <pc:sldMkLst>
          <pc:docMk/>
          <pc:sldMk cId="0" sldId="325"/>
        </pc:sldMkLst>
      </pc:sldChg>
      <pc:sldChg chg="del">
        <pc:chgData name="Ero Sennin" userId="03426be40f75dd1c" providerId="LiveId" clId="{59AC1DFC-6538-4039-B625-EF0FC9C0D4A9}" dt="2023-11-18T17:13:22.272" v="765" actId="47"/>
        <pc:sldMkLst>
          <pc:docMk/>
          <pc:sldMk cId="0" sldId="326"/>
        </pc:sldMkLst>
      </pc:sldChg>
      <pc:sldChg chg="del">
        <pc:chgData name="Ero Sennin" userId="03426be40f75dd1c" providerId="LiveId" clId="{59AC1DFC-6538-4039-B625-EF0FC9C0D4A9}" dt="2023-11-18T17:13:22.272" v="765" actId="47"/>
        <pc:sldMkLst>
          <pc:docMk/>
          <pc:sldMk cId="0" sldId="327"/>
        </pc:sldMkLst>
      </pc:sldChg>
      <pc:sldChg chg="del">
        <pc:chgData name="Ero Sennin" userId="03426be40f75dd1c" providerId="LiveId" clId="{59AC1DFC-6538-4039-B625-EF0FC9C0D4A9}" dt="2023-11-18T17:13:22.272" v="765" actId="47"/>
        <pc:sldMkLst>
          <pc:docMk/>
          <pc:sldMk cId="0" sldId="328"/>
        </pc:sldMkLst>
      </pc:sldChg>
      <pc:sldChg chg="del">
        <pc:chgData name="Ero Sennin" userId="03426be40f75dd1c" providerId="LiveId" clId="{59AC1DFC-6538-4039-B625-EF0FC9C0D4A9}" dt="2023-11-18T17:13:22.272" v="765" actId="47"/>
        <pc:sldMkLst>
          <pc:docMk/>
          <pc:sldMk cId="0" sldId="329"/>
        </pc:sldMkLst>
      </pc:sldChg>
      <pc:sldChg chg="del">
        <pc:chgData name="Ero Sennin" userId="03426be40f75dd1c" providerId="LiveId" clId="{59AC1DFC-6538-4039-B625-EF0FC9C0D4A9}" dt="2023-11-18T17:14:28.804" v="767" actId="47"/>
        <pc:sldMkLst>
          <pc:docMk/>
          <pc:sldMk cId="0" sldId="330"/>
        </pc:sldMkLst>
      </pc:sldChg>
      <pc:sldChg chg="new del">
        <pc:chgData name="Ero Sennin" userId="03426be40f75dd1c" providerId="LiveId" clId="{59AC1DFC-6538-4039-B625-EF0FC9C0D4A9}" dt="2023-11-18T15:27:26.347" v="230" actId="47"/>
        <pc:sldMkLst>
          <pc:docMk/>
          <pc:sldMk cId="222447800" sldId="331"/>
        </pc:sldMkLst>
      </pc:sldChg>
      <pc:sldChg chg="addSp delSp modSp new mod ord setBg modShow">
        <pc:chgData name="Ero Sennin" userId="03426be40f75dd1c" providerId="LiveId" clId="{59AC1DFC-6538-4039-B625-EF0FC9C0D4A9}" dt="2023-11-18T16:29:23.497" v="645" actId="729"/>
        <pc:sldMkLst>
          <pc:docMk/>
          <pc:sldMk cId="1909956528" sldId="331"/>
        </pc:sldMkLst>
        <pc:spChg chg="del">
          <ac:chgData name="Ero Sennin" userId="03426be40f75dd1c" providerId="LiveId" clId="{59AC1DFC-6538-4039-B625-EF0FC9C0D4A9}" dt="2023-11-18T15:38:53.571" v="234" actId="478"/>
          <ac:spMkLst>
            <pc:docMk/>
            <pc:sldMk cId="1909956528" sldId="331"/>
            <ac:spMk id="2" creationId="{D38A0210-C9DA-1AB6-2CDE-33860E092688}"/>
          </ac:spMkLst>
        </pc:spChg>
        <pc:spChg chg="add del mod">
          <ac:chgData name="Ero Sennin" userId="03426be40f75dd1c" providerId="LiveId" clId="{59AC1DFC-6538-4039-B625-EF0FC9C0D4A9}" dt="2023-11-18T15:42:32.216" v="303" actId="478"/>
          <ac:spMkLst>
            <pc:docMk/>
            <pc:sldMk cId="1909956528" sldId="331"/>
            <ac:spMk id="4" creationId="{EB36F7DD-CDB7-2C65-BCE0-D40070DA3FCD}"/>
          </ac:spMkLst>
        </pc:spChg>
        <pc:spChg chg="add mod">
          <ac:chgData name="Ero Sennin" userId="03426be40f75dd1c" providerId="LiveId" clId="{59AC1DFC-6538-4039-B625-EF0FC9C0D4A9}" dt="2023-11-18T15:42:14.885" v="299" actId="1076"/>
          <ac:spMkLst>
            <pc:docMk/>
            <pc:sldMk cId="1909956528" sldId="331"/>
            <ac:spMk id="6" creationId="{52BDBAC3-67AD-4A97-7850-28F18722F0B1}"/>
          </ac:spMkLst>
        </pc:spChg>
        <pc:spChg chg="add del mod">
          <ac:chgData name="Ero Sennin" userId="03426be40f75dd1c" providerId="LiveId" clId="{59AC1DFC-6538-4039-B625-EF0FC9C0D4A9}" dt="2023-11-18T15:42:30.665" v="302"/>
          <ac:spMkLst>
            <pc:docMk/>
            <pc:sldMk cId="1909956528" sldId="331"/>
            <ac:spMk id="7" creationId="{1FEBF161-9BE4-8605-2202-A0496952536B}"/>
          </ac:spMkLst>
        </pc:spChg>
        <pc:spChg chg="add mod">
          <ac:chgData name="Ero Sennin" userId="03426be40f75dd1c" providerId="LiveId" clId="{59AC1DFC-6538-4039-B625-EF0FC9C0D4A9}" dt="2023-11-18T16:07:18.834" v="533" actId="404"/>
          <ac:spMkLst>
            <pc:docMk/>
            <pc:sldMk cId="1909956528" sldId="331"/>
            <ac:spMk id="8" creationId="{6CF85C25-FECF-02E7-8B5D-63C724E2B28B}"/>
          </ac:spMkLst>
        </pc:spChg>
        <pc:spChg chg="add">
          <ac:chgData name="Ero Sennin" userId="03426be40f75dd1c" providerId="LiveId" clId="{59AC1DFC-6538-4039-B625-EF0FC9C0D4A9}" dt="2023-11-18T15:40:44.222" v="269" actId="26606"/>
          <ac:spMkLst>
            <pc:docMk/>
            <pc:sldMk cId="1909956528" sldId="331"/>
            <ac:spMk id="10" creationId="{870A1295-61BC-4214-AA3E-D396673024D0}"/>
          </ac:spMkLst>
        </pc:spChg>
        <pc:grpChg chg="add">
          <ac:chgData name="Ero Sennin" userId="03426be40f75dd1c" providerId="LiveId" clId="{59AC1DFC-6538-4039-B625-EF0FC9C0D4A9}" dt="2023-11-18T15:40:44.222" v="269" actId="26606"/>
          <ac:grpSpMkLst>
            <pc:docMk/>
            <pc:sldMk cId="1909956528" sldId="331"/>
            <ac:grpSpMk id="12" creationId="{0B139475-2B26-4CA9-9413-DE741E49F7BB}"/>
          </ac:grpSpMkLst>
        </pc:grpChg>
        <pc:picChg chg="add mod">
          <ac:chgData name="Ero Sennin" userId="03426be40f75dd1c" providerId="LiveId" clId="{59AC1DFC-6538-4039-B625-EF0FC9C0D4A9}" dt="2023-11-18T15:42:49.033" v="311" actId="14100"/>
          <ac:picMkLst>
            <pc:docMk/>
            <pc:sldMk cId="1909956528" sldId="331"/>
            <ac:picMk id="5" creationId="{A9B5D548-0AEB-B038-A729-DB2AC0FFECF5}"/>
          </ac:picMkLst>
        </pc:picChg>
        <pc:picChg chg="add mod">
          <ac:chgData name="Ero Sennin" userId="03426be40f75dd1c" providerId="LiveId" clId="{59AC1DFC-6538-4039-B625-EF0FC9C0D4A9}" dt="2023-11-18T15:58:51.960" v="488"/>
          <ac:picMkLst>
            <pc:docMk/>
            <pc:sldMk cId="1909956528" sldId="331"/>
            <ac:picMk id="9" creationId="{052C2FDB-C94D-AB7D-702F-49B6289B816C}"/>
          </ac:picMkLst>
        </pc:picChg>
      </pc:sldChg>
      <pc:sldChg chg="addSp delSp modSp add mod">
        <pc:chgData name="Ero Sennin" userId="03426be40f75dd1c" providerId="LiveId" clId="{59AC1DFC-6538-4039-B625-EF0FC9C0D4A9}" dt="2023-11-18T16:07:14.689" v="532" actId="404"/>
        <pc:sldMkLst>
          <pc:docMk/>
          <pc:sldMk cId="265992425" sldId="332"/>
        </pc:sldMkLst>
        <pc:spChg chg="add del mod">
          <ac:chgData name="Ero Sennin" userId="03426be40f75dd1c" providerId="LiveId" clId="{59AC1DFC-6538-4039-B625-EF0FC9C0D4A9}" dt="2023-11-18T15:46:41.331" v="361" actId="767"/>
          <ac:spMkLst>
            <pc:docMk/>
            <pc:sldMk cId="265992425" sldId="332"/>
            <ac:spMk id="2" creationId="{0D98DAC1-81D1-2E91-97CC-A747778DCE30}"/>
          </ac:spMkLst>
        </pc:spChg>
        <pc:spChg chg="add del mod">
          <ac:chgData name="Ero Sennin" userId="03426be40f75dd1c" providerId="LiveId" clId="{59AC1DFC-6538-4039-B625-EF0FC9C0D4A9}" dt="2023-11-18T15:48:36.250" v="415" actId="21"/>
          <ac:spMkLst>
            <pc:docMk/>
            <pc:sldMk cId="265992425" sldId="332"/>
            <ac:spMk id="3" creationId="{08CD2B2F-5EC3-1116-D8B2-1E5450F0B862}"/>
          </ac:spMkLst>
        </pc:spChg>
        <pc:spChg chg="mod">
          <ac:chgData name="Ero Sennin" userId="03426be40f75dd1c" providerId="LiveId" clId="{59AC1DFC-6538-4039-B625-EF0FC9C0D4A9}" dt="2023-11-18T16:07:14.689" v="532" actId="404"/>
          <ac:spMkLst>
            <pc:docMk/>
            <pc:sldMk cId="265992425" sldId="332"/>
            <ac:spMk id="8" creationId="{6CF85C25-FECF-02E7-8B5D-63C724E2B28B}"/>
          </ac:spMkLst>
        </pc:spChg>
        <pc:picChg chg="add mod">
          <ac:chgData name="Ero Sennin" userId="03426be40f75dd1c" providerId="LiveId" clId="{59AC1DFC-6538-4039-B625-EF0FC9C0D4A9}" dt="2023-11-18T15:58:53.051" v="489"/>
          <ac:picMkLst>
            <pc:docMk/>
            <pc:sldMk cId="265992425" sldId="332"/>
            <ac:picMk id="4" creationId="{21358416-46E9-821B-EE05-32D56334ADFF}"/>
          </ac:picMkLst>
        </pc:picChg>
      </pc:sldChg>
      <pc:sldChg chg="addSp delSp modSp add mod">
        <pc:chgData name="Ero Sennin" userId="03426be40f75dd1c" providerId="LiveId" clId="{59AC1DFC-6538-4039-B625-EF0FC9C0D4A9}" dt="2023-11-18T16:07:11.504" v="531" actId="404"/>
        <pc:sldMkLst>
          <pc:docMk/>
          <pc:sldMk cId="3161217611" sldId="333"/>
        </pc:sldMkLst>
        <pc:spChg chg="add del mod">
          <ac:chgData name="Ero Sennin" userId="03426be40f75dd1c" providerId="LiveId" clId="{59AC1DFC-6538-4039-B625-EF0FC9C0D4A9}" dt="2023-11-18T15:48:47.868" v="418"/>
          <ac:spMkLst>
            <pc:docMk/>
            <pc:sldMk cId="3161217611" sldId="333"/>
            <ac:spMk id="2" creationId="{65A2E775-C12C-9A36-02E3-5157A5CC7249}"/>
          </ac:spMkLst>
        </pc:spChg>
        <pc:spChg chg="mod">
          <ac:chgData name="Ero Sennin" userId="03426be40f75dd1c" providerId="LiveId" clId="{59AC1DFC-6538-4039-B625-EF0FC9C0D4A9}" dt="2023-11-18T16:07:11.504" v="531" actId="404"/>
          <ac:spMkLst>
            <pc:docMk/>
            <pc:sldMk cId="3161217611" sldId="333"/>
            <ac:spMk id="8" creationId="{6CF85C25-FECF-02E7-8B5D-63C724E2B28B}"/>
          </ac:spMkLst>
        </pc:spChg>
        <pc:picChg chg="add mod">
          <ac:chgData name="Ero Sennin" userId="03426be40f75dd1c" providerId="LiveId" clId="{59AC1DFC-6538-4039-B625-EF0FC9C0D4A9}" dt="2023-11-18T15:58:55.488" v="490"/>
          <ac:picMkLst>
            <pc:docMk/>
            <pc:sldMk cId="3161217611" sldId="333"/>
            <ac:picMk id="3" creationId="{F6EFE7AE-07BC-655F-FFF0-573D3DD52271}"/>
          </ac:picMkLst>
        </pc:picChg>
      </pc:sldChg>
      <pc:sldChg chg="addSp modSp add mod">
        <pc:chgData name="Ero Sennin" userId="03426be40f75dd1c" providerId="LiveId" clId="{59AC1DFC-6538-4039-B625-EF0FC9C0D4A9}" dt="2023-11-18T16:07:05.285" v="530" actId="404"/>
        <pc:sldMkLst>
          <pc:docMk/>
          <pc:sldMk cId="2794045480" sldId="334"/>
        </pc:sldMkLst>
        <pc:spChg chg="mod">
          <ac:chgData name="Ero Sennin" userId="03426be40f75dd1c" providerId="LiveId" clId="{59AC1DFC-6538-4039-B625-EF0FC9C0D4A9}" dt="2023-11-18T15:52:08.216" v="438" actId="14100"/>
          <ac:spMkLst>
            <pc:docMk/>
            <pc:sldMk cId="2794045480" sldId="334"/>
            <ac:spMk id="6" creationId="{52BDBAC3-67AD-4A97-7850-28F18722F0B1}"/>
          </ac:spMkLst>
        </pc:spChg>
        <pc:spChg chg="mod">
          <ac:chgData name="Ero Sennin" userId="03426be40f75dd1c" providerId="LiveId" clId="{59AC1DFC-6538-4039-B625-EF0FC9C0D4A9}" dt="2023-11-18T16:07:05.285" v="530" actId="404"/>
          <ac:spMkLst>
            <pc:docMk/>
            <pc:sldMk cId="2794045480" sldId="334"/>
            <ac:spMk id="8" creationId="{6CF85C25-FECF-02E7-8B5D-63C724E2B28B}"/>
          </ac:spMkLst>
        </pc:spChg>
        <pc:picChg chg="add mod">
          <ac:chgData name="Ero Sennin" userId="03426be40f75dd1c" providerId="LiveId" clId="{59AC1DFC-6538-4039-B625-EF0FC9C0D4A9}" dt="2023-11-18T15:58:57.260" v="491"/>
          <ac:picMkLst>
            <pc:docMk/>
            <pc:sldMk cId="2794045480" sldId="334"/>
            <ac:picMk id="2" creationId="{5027EC5C-F179-6158-F76D-23039B81DE14}"/>
          </ac:picMkLst>
        </pc:picChg>
      </pc:sldChg>
      <pc:sldChg chg="addSp modSp add mod">
        <pc:chgData name="Ero Sennin" userId="03426be40f75dd1c" providerId="LiveId" clId="{59AC1DFC-6538-4039-B625-EF0FC9C0D4A9}" dt="2023-11-18T16:06:57.957" v="527" actId="404"/>
        <pc:sldMkLst>
          <pc:docMk/>
          <pc:sldMk cId="4204554352" sldId="335"/>
        </pc:sldMkLst>
        <pc:spChg chg="mod">
          <ac:chgData name="Ero Sennin" userId="03426be40f75dd1c" providerId="LiveId" clId="{59AC1DFC-6538-4039-B625-EF0FC9C0D4A9}" dt="2023-11-18T15:57:24.748" v="477" actId="14100"/>
          <ac:spMkLst>
            <pc:docMk/>
            <pc:sldMk cId="4204554352" sldId="335"/>
            <ac:spMk id="6" creationId="{52BDBAC3-67AD-4A97-7850-28F18722F0B1}"/>
          </ac:spMkLst>
        </pc:spChg>
        <pc:spChg chg="mod">
          <ac:chgData name="Ero Sennin" userId="03426be40f75dd1c" providerId="LiveId" clId="{59AC1DFC-6538-4039-B625-EF0FC9C0D4A9}" dt="2023-11-18T16:06:57.957" v="527" actId="404"/>
          <ac:spMkLst>
            <pc:docMk/>
            <pc:sldMk cId="4204554352" sldId="335"/>
            <ac:spMk id="8" creationId="{6CF85C25-FECF-02E7-8B5D-63C724E2B28B}"/>
          </ac:spMkLst>
        </pc:spChg>
        <pc:picChg chg="add mod">
          <ac:chgData name="Ero Sennin" userId="03426be40f75dd1c" providerId="LiveId" clId="{59AC1DFC-6538-4039-B625-EF0FC9C0D4A9}" dt="2023-11-18T15:58:57.982" v="492"/>
          <ac:picMkLst>
            <pc:docMk/>
            <pc:sldMk cId="4204554352" sldId="335"/>
            <ac:picMk id="2" creationId="{F3FC9FF9-5BA8-97F9-C403-E0D002BF5C8C}"/>
          </ac:picMkLst>
        </pc:picChg>
      </pc:sldChg>
      <pc:sldChg chg="modSp add mod">
        <pc:chgData name="Ero Sennin" userId="03426be40f75dd1c" providerId="LiveId" clId="{59AC1DFC-6538-4039-B625-EF0FC9C0D4A9}" dt="2023-11-18T16:06:50.035" v="524" actId="113"/>
        <pc:sldMkLst>
          <pc:docMk/>
          <pc:sldMk cId="1789055924" sldId="336"/>
        </pc:sldMkLst>
        <pc:spChg chg="mod">
          <ac:chgData name="Ero Sennin" userId="03426be40f75dd1c" providerId="LiveId" clId="{59AC1DFC-6538-4039-B625-EF0FC9C0D4A9}" dt="2023-11-18T16:06:50.035" v="524" actId="113"/>
          <ac:spMkLst>
            <pc:docMk/>
            <pc:sldMk cId="1789055924" sldId="336"/>
            <ac:spMk id="8" creationId="{6CF85C25-FECF-02E7-8B5D-63C724E2B28B}"/>
          </ac:spMkLst>
        </pc:spChg>
      </pc:sldChg>
      <pc:sldChg chg="modSp add mod">
        <pc:chgData name="Ero Sennin" userId="03426be40f75dd1c" providerId="LiveId" clId="{59AC1DFC-6538-4039-B625-EF0FC9C0D4A9}" dt="2023-11-18T16:08:20.149" v="544" actId="113"/>
        <pc:sldMkLst>
          <pc:docMk/>
          <pc:sldMk cId="2941605581" sldId="337"/>
        </pc:sldMkLst>
        <pc:spChg chg="mod">
          <ac:chgData name="Ero Sennin" userId="03426be40f75dd1c" providerId="LiveId" clId="{59AC1DFC-6538-4039-B625-EF0FC9C0D4A9}" dt="2023-11-18T16:08:20.149" v="544" actId="113"/>
          <ac:spMkLst>
            <pc:docMk/>
            <pc:sldMk cId="2941605581" sldId="337"/>
            <ac:spMk id="8" creationId="{6CF85C25-FECF-02E7-8B5D-63C724E2B28B}"/>
          </ac:spMkLst>
        </pc:spChg>
      </pc:sldChg>
      <pc:sldChg chg="new del ord">
        <pc:chgData name="Ero Sennin" userId="03426be40f75dd1c" providerId="LiveId" clId="{59AC1DFC-6538-4039-B625-EF0FC9C0D4A9}" dt="2023-11-18T17:13:23.593" v="766" actId="47"/>
        <pc:sldMkLst>
          <pc:docMk/>
          <pc:sldMk cId="2513340953" sldId="338"/>
        </pc:sldMkLst>
      </pc:sldChg>
      <pc:sldChg chg="modSp add mod">
        <pc:chgData name="Ero Sennin" userId="03426be40f75dd1c" providerId="LiveId" clId="{59AC1DFC-6538-4039-B625-EF0FC9C0D4A9}" dt="2023-11-18T16:09:53.170" v="553" actId="113"/>
        <pc:sldMkLst>
          <pc:docMk/>
          <pc:sldMk cId="3117361790" sldId="339"/>
        </pc:sldMkLst>
        <pc:spChg chg="mod">
          <ac:chgData name="Ero Sennin" userId="03426be40f75dd1c" providerId="LiveId" clId="{59AC1DFC-6538-4039-B625-EF0FC9C0D4A9}" dt="2023-11-18T16:09:53.170" v="553" actId="113"/>
          <ac:spMkLst>
            <pc:docMk/>
            <pc:sldMk cId="3117361790" sldId="339"/>
            <ac:spMk id="8" creationId="{6CF85C25-FECF-02E7-8B5D-63C724E2B28B}"/>
          </ac:spMkLst>
        </pc:spChg>
      </pc:sldChg>
      <pc:sldChg chg="modSp add mod">
        <pc:chgData name="Ero Sennin" userId="03426be40f75dd1c" providerId="LiveId" clId="{59AC1DFC-6538-4039-B625-EF0FC9C0D4A9}" dt="2023-11-18T16:10:34.758" v="567" actId="113"/>
        <pc:sldMkLst>
          <pc:docMk/>
          <pc:sldMk cId="379817075" sldId="340"/>
        </pc:sldMkLst>
        <pc:spChg chg="mod">
          <ac:chgData name="Ero Sennin" userId="03426be40f75dd1c" providerId="LiveId" clId="{59AC1DFC-6538-4039-B625-EF0FC9C0D4A9}" dt="2023-11-18T16:10:34.758" v="567" actId="113"/>
          <ac:spMkLst>
            <pc:docMk/>
            <pc:sldMk cId="379817075" sldId="340"/>
            <ac:spMk id="8" creationId="{6CF85C25-FECF-02E7-8B5D-63C724E2B28B}"/>
          </ac:spMkLst>
        </pc:spChg>
      </pc:sldChg>
      <pc:sldChg chg="new del">
        <pc:chgData name="Ero Sennin" userId="03426be40f75dd1c" providerId="LiveId" clId="{59AC1DFC-6538-4039-B625-EF0FC9C0D4A9}" dt="2023-11-18T16:10:03.261" v="555" actId="47"/>
        <pc:sldMkLst>
          <pc:docMk/>
          <pc:sldMk cId="3467547685" sldId="340"/>
        </pc:sldMkLst>
      </pc:sldChg>
      <pc:sldChg chg="modSp add mod">
        <pc:chgData name="Ero Sennin" userId="03426be40f75dd1c" providerId="LiveId" clId="{59AC1DFC-6538-4039-B625-EF0FC9C0D4A9}" dt="2023-11-18T16:11:19.057" v="575" actId="113"/>
        <pc:sldMkLst>
          <pc:docMk/>
          <pc:sldMk cId="424304537" sldId="341"/>
        </pc:sldMkLst>
        <pc:spChg chg="mod">
          <ac:chgData name="Ero Sennin" userId="03426be40f75dd1c" providerId="LiveId" clId="{59AC1DFC-6538-4039-B625-EF0FC9C0D4A9}" dt="2023-11-18T16:11:19.057" v="575" actId="113"/>
          <ac:spMkLst>
            <pc:docMk/>
            <pc:sldMk cId="424304537" sldId="341"/>
            <ac:spMk id="8" creationId="{6CF85C25-FECF-02E7-8B5D-63C724E2B28B}"/>
          </ac:spMkLst>
        </pc:spChg>
      </pc:sldChg>
      <pc:sldChg chg="modSp add mod">
        <pc:chgData name="Ero Sennin" userId="03426be40f75dd1c" providerId="LiveId" clId="{59AC1DFC-6538-4039-B625-EF0FC9C0D4A9}" dt="2023-11-18T16:14:35.164" v="592" actId="20577"/>
        <pc:sldMkLst>
          <pc:docMk/>
          <pc:sldMk cId="2187594355" sldId="342"/>
        </pc:sldMkLst>
        <pc:spChg chg="mod">
          <ac:chgData name="Ero Sennin" userId="03426be40f75dd1c" providerId="LiveId" clId="{59AC1DFC-6538-4039-B625-EF0FC9C0D4A9}" dt="2023-11-18T16:13:35.202" v="578"/>
          <ac:spMkLst>
            <pc:docMk/>
            <pc:sldMk cId="2187594355" sldId="342"/>
            <ac:spMk id="6" creationId="{52BDBAC3-67AD-4A97-7850-28F18722F0B1}"/>
          </ac:spMkLst>
        </pc:spChg>
        <pc:spChg chg="mod">
          <ac:chgData name="Ero Sennin" userId="03426be40f75dd1c" providerId="LiveId" clId="{59AC1DFC-6538-4039-B625-EF0FC9C0D4A9}" dt="2023-11-18T16:14:35.164" v="592" actId="20577"/>
          <ac:spMkLst>
            <pc:docMk/>
            <pc:sldMk cId="2187594355" sldId="342"/>
            <ac:spMk id="8" creationId="{6CF85C25-FECF-02E7-8B5D-63C724E2B28B}"/>
          </ac:spMkLst>
        </pc:spChg>
      </pc:sldChg>
      <pc:sldChg chg="modSp add mod">
        <pc:chgData name="Ero Sennin" userId="03426be40f75dd1c" providerId="LiveId" clId="{59AC1DFC-6538-4039-B625-EF0FC9C0D4A9}" dt="2023-11-18T16:15:11.929" v="602" actId="113"/>
        <pc:sldMkLst>
          <pc:docMk/>
          <pc:sldMk cId="3977605819" sldId="343"/>
        </pc:sldMkLst>
        <pc:spChg chg="mod">
          <ac:chgData name="Ero Sennin" userId="03426be40f75dd1c" providerId="LiveId" clId="{59AC1DFC-6538-4039-B625-EF0FC9C0D4A9}" dt="2023-11-18T16:15:11.929" v="602" actId="113"/>
          <ac:spMkLst>
            <pc:docMk/>
            <pc:sldMk cId="3977605819" sldId="343"/>
            <ac:spMk id="8" creationId="{6CF85C25-FECF-02E7-8B5D-63C724E2B28B}"/>
          </ac:spMkLst>
        </pc:spChg>
      </pc:sldChg>
      <pc:sldChg chg="modSp add mod">
        <pc:chgData name="Ero Sennin" userId="03426be40f75dd1c" providerId="LiveId" clId="{59AC1DFC-6538-4039-B625-EF0FC9C0D4A9}" dt="2023-11-18T16:33:14.286" v="694" actId="12"/>
        <pc:sldMkLst>
          <pc:docMk/>
          <pc:sldMk cId="71056339" sldId="344"/>
        </pc:sldMkLst>
        <pc:spChg chg="mod">
          <ac:chgData name="Ero Sennin" userId="03426be40f75dd1c" providerId="LiveId" clId="{59AC1DFC-6538-4039-B625-EF0FC9C0D4A9}" dt="2023-11-18T16:29:41.703" v="646"/>
          <ac:spMkLst>
            <pc:docMk/>
            <pc:sldMk cId="71056339" sldId="344"/>
            <ac:spMk id="6" creationId="{52BDBAC3-67AD-4A97-7850-28F18722F0B1}"/>
          </ac:spMkLst>
        </pc:spChg>
        <pc:spChg chg="mod">
          <ac:chgData name="Ero Sennin" userId="03426be40f75dd1c" providerId="LiveId" clId="{59AC1DFC-6538-4039-B625-EF0FC9C0D4A9}" dt="2023-11-18T16:33:14.286" v="694" actId="12"/>
          <ac:spMkLst>
            <pc:docMk/>
            <pc:sldMk cId="71056339" sldId="344"/>
            <ac:spMk id="8" creationId="{6CF85C25-FECF-02E7-8B5D-63C724E2B28B}"/>
          </ac:spMkLst>
        </pc:spChg>
        <pc:picChg chg="mod">
          <ac:chgData name="Ero Sennin" userId="03426be40f75dd1c" providerId="LiveId" clId="{59AC1DFC-6538-4039-B625-EF0FC9C0D4A9}" dt="2023-11-18T16:28:58.316" v="634" actId="197"/>
          <ac:picMkLst>
            <pc:docMk/>
            <pc:sldMk cId="71056339" sldId="344"/>
            <ac:picMk id="5" creationId="{A9B5D548-0AEB-B038-A729-DB2AC0FFECF5}"/>
          </ac:picMkLst>
        </pc:picChg>
      </pc:sldChg>
      <pc:sldChg chg="new add del">
        <pc:chgData name="Ero Sennin" userId="03426be40f75dd1c" providerId="LiveId" clId="{59AC1DFC-6538-4039-B625-EF0FC9C0D4A9}" dt="2023-11-18T16:32:29.637" v="667" actId="680"/>
        <pc:sldMkLst>
          <pc:docMk/>
          <pc:sldMk cId="2058428942" sldId="345"/>
        </pc:sldMkLst>
      </pc:sldChg>
      <pc:sldChg chg="modSp add mod">
        <pc:chgData name="Ero Sennin" userId="03426be40f75dd1c" providerId="LiveId" clId="{59AC1DFC-6538-4039-B625-EF0FC9C0D4A9}" dt="2023-11-18T16:34:08.567" v="704" actId="113"/>
        <pc:sldMkLst>
          <pc:docMk/>
          <pc:sldMk cId="3362010045" sldId="345"/>
        </pc:sldMkLst>
        <pc:spChg chg="mod">
          <ac:chgData name="Ero Sennin" userId="03426be40f75dd1c" providerId="LiveId" clId="{59AC1DFC-6538-4039-B625-EF0FC9C0D4A9}" dt="2023-11-18T16:33:46.477" v="697"/>
          <ac:spMkLst>
            <pc:docMk/>
            <pc:sldMk cId="3362010045" sldId="345"/>
            <ac:spMk id="6" creationId="{52BDBAC3-67AD-4A97-7850-28F18722F0B1}"/>
          </ac:spMkLst>
        </pc:spChg>
        <pc:spChg chg="mod">
          <ac:chgData name="Ero Sennin" userId="03426be40f75dd1c" providerId="LiveId" clId="{59AC1DFC-6538-4039-B625-EF0FC9C0D4A9}" dt="2023-11-18T16:34:08.567" v="704" actId="113"/>
          <ac:spMkLst>
            <pc:docMk/>
            <pc:sldMk cId="3362010045" sldId="345"/>
            <ac:spMk id="8" creationId="{6CF85C25-FECF-02E7-8B5D-63C724E2B28B}"/>
          </ac:spMkLst>
        </pc:spChg>
      </pc:sldChg>
      <pc:sldChg chg="modSp add mod">
        <pc:chgData name="Ero Sennin" userId="03426be40f75dd1c" providerId="LiveId" clId="{59AC1DFC-6538-4039-B625-EF0FC9C0D4A9}" dt="2023-11-18T16:35:19.006" v="713" actId="113"/>
        <pc:sldMkLst>
          <pc:docMk/>
          <pc:sldMk cId="1608157032" sldId="346"/>
        </pc:sldMkLst>
        <pc:spChg chg="mod">
          <ac:chgData name="Ero Sennin" userId="03426be40f75dd1c" providerId="LiveId" clId="{59AC1DFC-6538-4039-B625-EF0FC9C0D4A9}" dt="2023-11-18T16:35:01.921" v="706"/>
          <ac:spMkLst>
            <pc:docMk/>
            <pc:sldMk cId="1608157032" sldId="346"/>
            <ac:spMk id="6" creationId="{52BDBAC3-67AD-4A97-7850-28F18722F0B1}"/>
          </ac:spMkLst>
        </pc:spChg>
        <pc:spChg chg="mod">
          <ac:chgData name="Ero Sennin" userId="03426be40f75dd1c" providerId="LiveId" clId="{59AC1DFC-6538-4039-B625-EF0FC9C0D4A9}" dt="2023-11-18T16:35:19.006" v="713" actId="113"/>
          <ac:spMkLst>
            <pc:docMk/>
            <pc:sldMk cId="1608157032" sldId="346"/>
            <ac:spMk id="8" creationId="{6CF85C25-FECF-02E7-8B5D-63C724E2B28B}"/>
          </ac:spMkLst>
        </pc:spChg>
      </pc:sldChg>
      <pc:sldChg chg="modSp add mod">
        <pc:chgData name="Ero Sennin" userId="03426be40f75dd1c" providerId="LiveId" clId="{59AC1DFC-6538-4039-B625-EF0FC9C0D4A9}" dt="2023-11-18T17:47:11.184" v="1008" actId="20577"/>
        <pc:sldMkLst>
          <pc:docMk/>
          <pc:sldMk cId="1396905398" sldId="347"/>
        </pc:sldMkLst>
        <pc:spChg chg="mod">
          <ac:chgData name="Ero Sennin" userId="03426be40f75dd1c" providerId="LiveId" clId="{59AC1DFC-6538-4039-B625-EF0FC9C0D4A9}" dt="2023-11-18T17:11:00.267" v="725"/>
          <ac:spMkLst>
            <pc:docMk/>
            <pc:sldMk cId="1396905398" sldId="347"/>
            <ac:spMk id="6" creationId="{52BDBAC3-67AD-4A97-7850-28F18722F0B1}"/>
          </ac:spMkLst>
        </pc:spChg>
        <pc:spChg chg="mod">
          <ac:chgData name="Ero Sennin" userId="03426be40f75dd1c" providerId="LiveId" clId="{59AC1DFC-6538-4039-B625-EF0FC9C0D4A9}" dt="2023-11-18T17:47:11.184" v="1008" actId="20577"/>
          <ac:spMkLst>
            <pc:docMk/>
            <pc:sldMk cId="1396905398" sldId="347"/>
            <ac:spMk id="8" creationId="{6CF85C25-FECF-02E7-8B5D-63C724E2B28B}"/>
          </ac:spMkLst>
        </pc:spChg>
      </pc:sldChg>
      <pc:sldChg chg="addSp delSp modSp add mod">
        <pc:chgData name="Ero Sennin" userId="03426be40f75dd1c" providerId="LiveId" clId="{59AC1DFC-6538-4039-B625-EF0FC9C0D4A9}" dt="2023-11-18T17:47:16.021" v="1010" actId="20577"/>
        <pc:sldMkLst>
          <pc:docMk/>
          <pc:sldMk cId="775201600" sldId="348"/>
        </pc:sldMkLst>
        <pc:spChg chg="add mod">
          <ac:chgData name="Ero Sennin" userId="03426be40f75dd1c" providerId="LiveId" clId="{59AC1DFC-6538-4039-B625-EF0FC9C0D4A9}" dt="2023-11-18T17:11:07.182" v="727"/>
          <ac:spMkLst>
            <pc:docMk/>
            <pc:sldMk cId="775201600" sldId="348"/>
            <ac:spMk id="3" creationId="{CAE23DEA-2710-CC0F-72B6-0E6CD7F60193}"/>
          </ac:spMkLst>
        </pc:spChg>
        <pc:spChg chg="del">
          <ac:chgData name="Ero Sennin" userId="03426be40f75dd1c" providerId="LiveId" clId="{59AC1DFC-6538-4039-B625-EF0FC9C0D4A9}" dt="2023-11-18T17:11:06.894" v="726" actId="478"/>
          <ac:spMkLst>
            <pc:docMk/>
            <pc:sldMk cId="775201600" sldId="348"/>
            <ac:spMk id="6" creationId="{52BDBAC3-67AD-4A97-7850-28F18722F0B1}"/>
          </ac:spMkLst>
        </pc:spChg>
        <pc:spChg chg="mod">
          <ac:chgData name="Ero Sennin" userId="03426be40f75dd1c" providerId="LiveId" clId="{59AC1DFC-6538-4039-B625-EF0FC9C0D4A9}" dt="2023-11-18T17:47:16.021" v="1010" actId="20577"/>
          <ac:spMkLst>
            <pc:docMk/>
            <pc:sldMk cId="775201600" sldId="348"/>
            <ac:spMk id="8" creationId="{6CF85C25-FECF-02E7-8B5D-63C724E2B28B}"/>
          </ac:spMkLst>
        </pc:spChg>
      </pc:sldChg>
      <pc:sldChg chg="modSp add mod">
        <pc:chgData name="Ero Sennin" userId="03426be40f75dd1c" providerId="LiveId" clId="{59AC1DFC-6538-4039-B625-EF0FC9C0D4A9}" dt="2023-11-18T17:12:49.589" v="760" actId="20577"/>
        <pc:sldMkLst>
          <pc:docMk/>
          <pc:sldMk cId="271087555" sldId="349"/>
        </pc:sldMkLst>
        <pc:spChg chg="mod">
          <ac:chgData name="Ero Sennin" userId="03426be40f75dd1c" providerId="LiveId" clId="{59AC1DFC-6538-4039-B625-EF0FC9C0D4A9}" dt="2023-11-18T17:12:49.589" v="760" actId="20577"/>
          <ac:spMkLst>
            <pc:docMk/>
            <pc:sldMk cId="271087555" sldId="349"/>
            <ac:spMk id="8" creationId="{6CF85C25-FECF-02E7-8B5D-63C724E2B28B}"/>
          </ac:spMkLst>
        </pc:spChg>
      </pc:sldChg>
      <pc:sldChg chg="modSp add mod">
        <pc:chgData name="Ero Sennin" userId="03426be40f75dd1c" providerId="LiveId" clId="{59AC1DFC-6538-4039-B625-EF0FC9C0D4A9}" dt="2023-11-18T17:12:46.576" v="758" actId="20577"/>
        <pc:sldMkLst>
          <pc:docMk/>
          <pc:sldMk cId="2540738932" sldId="350"/>
        </pc:sldMkLst>
        <pc:spChg chg="mod">
          <ac:chgData name="Ero Sennin" userId="03426be40f75dd1c" providerId="LiveId" clId="{59AC1DFC-6538-4039-B625-EF0FC9C0D4A9}" dt="2023-11-18T17:12:46.576" v="758" actId="20577"/>
          <ac:spMkLst>
            <pc:docMk/>
            <pc:sldMk cId="2540738932" sldId="350"/>
            <ac:spMk id="8" creationId="{6CF85C25-FECF-02E7-8B5D-63C724E2B28B}"/>
          </ac:spMkLst>
        </pc:spChg>
      </pc:sldChg>
      <pc:sldChg chg="modSp add mod">
        <pc:chgData name="Ero Sennin" userId="03426be40f75dd1c" providerId="LiveId" clId="{59AC1DFC-6538-4039-B625-EF0FC9C0D4A9}" dt="2023-11-18T17:59:10.996" v="1113" actId="20577"/>
        <pc:sldMkLst>
          <pc:docMk/>
          <pc:sldMk cId="1629030163" sldId="351"/>
        </pc:sldMkLst>
        <pc:spChg chg="mod">
          <ac:chgData name="Ero Sennin" userId="03426be40f75dd1c" providerId="LiveId" clId="{59AC1DFC-6538-4039-B625-EF0FC9C0D4A9}" dt="2023-11-18T17:14:38.976" v="775" actId="20577"/>
          <ac:spMkLst>
            <pc:docMk/>
            <pc:sldMk cId="1629030163" sldId="351"/>
            <ac:spMk id="3" creationId="{CAE23DEA-2710-CC0F-72B6-0E6CD7F60193}"/>
          </ac:spMkLst>
        </pc:spChg>
        <pc:spChg chg="mod">
          <ac:chgData name="Ero Sennin" userId="03426be40f75dd1c" providerId="LiveId" clId="{59AC1DFC-6538-4039-B625-EF0FC9C0D4A9}" dt="2023-11-18T17:59:10.996" v="1113" actId="20577"/>
          <ac:spMkLst>
            <pc:docMk/>
            <pc:sldMk cId="1629030163" sldId="351"/>
            <ac:spMk id="8" creationId="{6CF85C25-FECF-02E7-8B5D-63C724E2B28B}"/>
          </ac:spMkLst>
        </pc:spChg>
      </pc:sldChg>
      <pc:sldChg chg="modSp add mod">
        <pc:chgData name="Ero Sennin" userId="03426be40f75dd1c" providerId="LiveId" clId="{59AC1DFC-6538-4039-B625-EF0FC9C0D4A9}" dt="2023-11-18T17:25:28.482" v="801"/>
        <pc:sldMkLst>
          <pc:docMk/>
          <pc:sldMk cId="1241933059" sldId="352"/>
        </pc:sldMkLst>
        <pc:spChg chg="mod">
          <ac:chgData name="Ero Sennin" userId="03426be40f75dd1c" providerId="LiveId" clId="{59AC1DFC-6538-4039-B625-EF0FC9C0D4A9}" dt="2023-11-18T17:25:28.482" v="801"/>
          <ac:spMkLst>
            <pc:docMk/>
            <pc:sldMk cId="1241933059" sldId="352"/>
            <ac:spMk id="72" creationId="{00000000-0000-0000-0000-000000000000}"/>
          </ac:spMkLst>
        </pc:spChg>
      </pc:sldChg>
      <pc:sldChg chg="modSp add mod">
        <pc:chgData name="Ero Sennin" userId="03426be40f75dd1c" providerId="LiveId" clId="{59AC1DFC-6538-4039-B625-EF0FC9C0D4A9}" dt="2023-11-18T17:47:46.854" v="1012" actId="20577"/>
        <pc:sldMkLst>
          <pc:docMk/>
          <pc:sldMk cId="3583452087" sldId="353"/>
        </pc:sldMkLst>
        <pc:spChg chg="mod">
          <ac:chgData name="Ero Sennin" userId="03426be40f75dd1c" providerId="LiveId" clId="{59AC1DFC-6538-4039-B625-EF0FC9C0D4A9}" dt="2023-11-18T17:26:08.275" v="806"/>
          <ac:spMkLst>
            <pc:docMk/>
            <pc:sldMk cId="3583452087" sldId="353"/>
            <ac:spMk id="3" creationId="{CAE23DEA-2710-CC0F-72B6-0E6CD7F60193}"/>
          </ac:spMkLst>
        </pc:spChg>
        <pc:spChg chg="mod">
          <ac:chgData name="Ero Sennin" userId="03426be40f75dd1c" providerId="LiveId" clId="{59AC1DFC-6538-4039-B625-EF0FC9C0D4A9}" dt="2023-11-18T17:47:46.854" v="1012" actId="20577"/>
          <ac:spMkLst>
            <pc:docMk/>
            <pc:sldMk cId="3583452087" sldId="353"/>
            <ac:spMk id="8" creationId="{6CF85C25-FECF-02E7-8B5D-63C724E2B28B}"/>
          </ac:spMkLst>
        </pc:spChg>
      </pc:sldChg>
      <pc:sldChg chg="addSp modSp add mod">
        <pc:chgData name="Ero Sennin" userId="03426be40f75dd1c" providerId="LiveId" clId="{59AC1DFC-6538-4039-B625-EF0FC9C0D4A9}" dt="2023-11-18T17:35:41.075" v="918" actId="14100"/>
        <pc:sldMkLst>
          <pc:docMk/>
          <pc:sldMk cId="4106494306" sldId="354"/>
        </pc:sldMkLst>
        <pc:spChg chg="mod">
          <ac:chgData name="Ero Sennin" userId="03426be40f75dd1c" providerId="LiveId" clId="{59AC1DFC-6538-4039-B625-EF0FC9C0D4A9}" dt="2023-11-18T17:35:41.075" v="918" actId="14100"/>
          <ac:spMkLst>
            <pc:docMk/>
            <pc:sldMk cId="4106494306" sldId="354"/>
            <ac:spMk id="8" creationId="{6CF85C25-FECF-02E7-8B5D-63C724E2B28B}"/>
          </ac:spMkLst>
        </pc:spChg>
        <pc:picChg chg="add mod">
          <ac:chgData name="Ero Sennin" userId="03426be40f75dd1c" providerId="LiveId" clId="{59AC1DFC-6538-4039-B625-EF0FC9C0D4A9}" dt="2023-11-18T17:35:37.991" v="917" actId="1076"/>
          <ac:picMkLst>
            <pc:docMk/>
            <pc:sldMk cId="4106494306" sldId="354"/>
            <ac:picMk id="6" creationId="{DE08F120-6F2A-F230-AFFE-9F77F2D7BD45}"/>
          </ac:picMkLst>
        </pc:picChg>
      </pc:sldChg>
      <pc:sldChg chg="addSp delSp modSp add mod">
        <pc:chgData name="Ero Sennin" userId="03426be40f75dd1c" providerId="LiveId" clId="{59AC1DFC-6538-4039-B625-EF0FC9C0D4A9}" dt="2023-11-18T17:32:28.718" v="892" actId="1076"/>
        <pc:sldMkLst>
          <pc:docMk/>
          <pc:sldMk cId="1657417804" sldId="355"/>
        </pc:sldMkLst>
        <pc:spChg chg="mod">
          <ac:chgData name="Ero Sennin" userId="03426be40f75dd1c" providerId="LiveId" clId="{59AC1DFC-6538-4039-B625-EF0FC9C0D4A9}" dt="2023-11-18T17:32:28.718" v="892" actId="1076"/>
          <ac:spMkLst>
            <pc:docMk/>
            <pc:sldMk cId="1657417804" sldId="355"/>
            <ac:spMk id="8" creationId="{6CF85C25-FECF-02E7-8B5D-63C724E2B28B}"/>
          </ac:spMkLst>
        </pc:spChg>
        <pc:picChg chg="del">
          <ac:chgData name="Ero Sennin" userId="03426be40f75dd1c" providerId="LiveId" clId="{59AC1DFC-6538-4039-B625-EF0FC9C0D4A9}" dt="2023-11-18T17:31:09.957" v="819" actId="478"/>
          <ac:picMkLst>
            <pc:docMk/>
            <pc:sldMk cId="1657417804" sldId="355"/>
            <ac:picMk id="6" creationId="{DE08F120-6F2A-F230-AFFE-9F77F2D7BD45}"/>
          </ac:picMkLst>
        </pc:picChg>
        <pc:picChg chg="add mod">
          <ac:chgData name="Ero Sennin" userId="03426be40f75dd1c" providerId="LiveId" clId="{59AC1DFC-6538-4039-B625-EF0FC9C0D4A9}" dt="2023-11-18T17:31:15.568" v="821" actId="1076"/>
          <ac:picMkLst>
            <pc:docMk/>
            <pc:sldMk cId="1657417804" sldId="355"/>
            <ac:picMk id="7" creationId="{EC366DFF-6554-6962-588E-F52154E115D2}"/>
          </ac:picMkLst>
        </pc:picChg>
      </pc:sldChg>
      <pc:sldChg chg="addSp delSp modSp add mod">
        <pc:chgData name="Ero Sennin" userId="03426be40f75dd1c" providerId="LiveId" clId="{59AC1DFC-6538-4039-B625-EF0FC9C0D4A9}" dt="2023-11-18T17:35:55.078" v="920" actId="1076"/>
        <pc:sldMkLst>
          <pc:docMk/>
          <pc:sldMk cId="1436753255" sldId="356"/>
        </pc:sldMkLst>
        <pc:spChg chg="del">
          <ac:chgData name="Ero Sennin" userId="03426be40f75dd1c" providerId="LiveId" clId="{59AC1DFC-6538-4039-B625-EF0FC9C0D4A9}" dt="2023-11-18T17:33:52.936" v="897" actId="478"/>
          <ac:spMkLst>
            <pc:docMk/>
            <pc:sldMk cId="1436753255" sldId="356"/>
            <ac:spMk id="8" creationId="{6CF85C25-FECF-02E7-8B5D-63C724E2B28B}"/>
          </ac:spMkLst>
        </pc:spChg>
        <pc:spChg chg="add mod">
          <ac:chgData name="Ero Sennin" userId="03426be40f75dd1c" providerId="LiveId" clId="{59AC1DFC-6538-4039-B625-EF0FC9C0D4A9}" dt="2023-11-18T17:35:52.667" v="919" actId="14100"/>
          <ac:spMkLst>
            <pc:docMk/>
            <pc:sldMk cId="1436753255" sldId="356"/>
            <ac:spMk id="11" creationId="{B4EB45E9-5511-57B9-215A-E5B1E6B23360}"/>
          </ac:spMkLst>
        </pc:spChg>
        <pc:picChg chg="add mod">
          <ac:chgData name="Ero Sennin" userId="03426be40f75dd1c" providerId="LiveId" clId="{59AC1DFC-6538-4039-B625-EF0FC9C0D4A9}" dt="2023-11-18T17:35:55.078" v="920" actId="1076"/>
          <ac:picMkLst>
            <pc:docMk/>
            <pc:sldMk cId="1436753255" sldId="356"/>
            <ac:picMk id="6" creationId="{6B00C529-E75D-3C1F-B80B-965E6C48A125}"/>
          </ac:picMkLst>
        </pc:picChg>
        <pc:picChg chg="del">
          <ac:chgData name="Ero Sennin" userId="03426be40f75dd1c" providerId="LiveId" clId="{59AC1DFC-6538-4039-B625-EF0FC9C0D4A9}" dt="2023-11-18T17:33:13.004" v="894" actId="478"/>
          <ac:picMkLst>
            <pc:docMk/>
            <pc:sldMk cId="1436753255" sldId="356"/>
            <ac:picMk id="7" creationId="{EC366DFF-6554-6962-588E-F52154E115D2}"/>
          </ac:picMkLst>
        </pc:picChg>
      </pc:sldChg>
      <pc:sldChg chg="modSp add mod ord">
        <pc:chgData name="Ero Sennin" userId="03426be40f75dd1c" providerId="LiveId" clId="{59AC1DFC-6538-4039-B625-EF0FC9C0D4A9}" dt="2023-11-18T17:42:02.573" v="961" actId="12"/>
        <pc:sldMkLst>
          <pc:docMk/>
          <pc:sldMk cId="614219353" sldId="357"/>
        </pc:sldMkLst>
        <pc:spChg chg="mod">
          <ac:chgData name="Ero Sennin" userId="03426be40f75dd1c" providerId="LiveId" clId="{59AC1DFC-6538-4039-B625-EF0FC9C0D4A9}" dt="2023-11-18T17:37:41.698" v="925"/>
          <ac:spMkLst>
            <pc:docMk/>
            <pc:sldMk cId="614219353" sldId="357"/>
            <ac:spMk id="3" creationId="{CAE23DEA-2710-CC0F-72B6-0E6CD7F60193}"/>
          </ac:spMkLst>
        </pc:spChg>
        <pc:spChg chg="mod">
          <ac:chgData name="Ero Sennin" userId="03426be40f75dd1c" providerId="LiveId" clId="{59AC1DFC-6538-4039-B625-EF0FC9C0D4A9}" dt="2023-11-18T17:42:02.573" v="961" actId="12"/>
          <ac:spMkLst>
            <pc:docMk/>
            <pc:sldMk cId="614219353" sldId="357"/>
            <ac:spMk id="8" creationId="{6CF85C25-FECF-02E7-8B5D-63C724E2B28B}"/>
          </ac:spMkLst>
        </pc:spChg>
      </pc:sldChg>
      <pc:sldChg chg="modSp add mod">
        <pc:chgData name="Ero Sennin" userId="03426be40f75dd1c" providerId="LiveId" clId="{59AC1DFC-6538-4039-B625-EF0FC9C0D4A9}" dt="2023-11-18T17:42:39.086" v="974" actId="20577"/>
        <pc:sldMkLst>
          <pc:docMk/>
          <pc:sldMk cId="1484790467" sldId="358"/>
        </pc:sldMkLst>
        <pc:spChg chg="mod">
          <ac:chgData name="Ero Sennin" userId="03426be40f75dd1c" providerId="LiveId" clId="{59AC1DFC-6538-4039-B625-EF0FC9C0D4A9}" dt="2023-11-18T17:42:39.086" v="974" actId="20577"/>
          <ac:spMkLst>
            <pc:docMk/>
            <pc:sldMk cId="1484790467" sldId="358"/>
            <ac:spMk id="8" creationId="{6CF85C25-FECF-02E7-8B5D-63C724E2B28B}"/>
          </ac:spMkLst>
        </pc:spChg>
      </pc:sldChg>
      <pc:sldChg chg="modSp add mod">
        <pc:chgData name="Ero Sennin" userId="03426be40f75dd1c" providerId="LiveId" clId="{59AC1DFC-6538-4039-B625-EF0FC9C0D4A9}" dt="2023-11-18T17:43:48.431" v="992" actId="20577"/>
        <pc:sldMkLst>
          <pc:docMk/>
          <pc:sldMk cId="3470068793" sldId="359"/>
        </pc:sldMkLst>
        <pc:spChg chg="mod">
          <ac:chgData name="Ero Sennin" userId="03426be40f75dd1c" providerId="LiveId" clId="{59AC1DFC-6538-4039-B625-EF0FC9C0D4A9}" dt="2023-11-18T17:43:48.431" v="992" actId="20577"/>
          <ac:spMkLst>
            <pc:docMk/>
            <pc:sldMk cId="3470068793" sldId="359"/>
            <ac:spMk id="8" creationId="{6CF85C25-FECF-02E7-8B5D-63C724E2B28B}"/>
          </ac:spMkLst>
        </pc:spChg>
      </pc:sldChg>
      <pc:sldChg chg="modSp add mod">
        <pc:chgData name="Ero Sennin" userId="03426be40f75dd1c" providerId="LiveId" clId="{59AC1DFC-6538-4039-B625-EF0FC9C0D4A9}" dt="2023-11-18T17:45:09.982" v="1006"/>
        <pc:sldMkLst>
          <pc:docMk/>
          <pc:sldMk cId="3021743333" sldId="360"/>
        </pc:sldMkLst>
        <pc:spChg chg="mod">
          <ac:chgData name="Ero Sennin" userId="03426be40f75dd1c" providerId="LiveId" clId="{59AC1DFC-6538-4039-B625-EF0FC9C0D4A9}" dt="2023-11-18T17:45:09.982" v="1006"/>
          <ac:spMkLst>
            <pc:docMk/>
            <pc:sldMk cId="3021743333" sldId="360"/>
            <ac:spMk id="8" creationId="{6CF85C25-FECF-02E7-8B5D-63C724E2B28B}"/>
          </ac:spMkLst>
        </pc:spChg>
      </pc:sldChg>
      <pc:sldChg chg="modSp add mod">
        <pc:chgData name="Ero Sennin" userId="03426be40f75dd1c" providerId="LiveId" clId="{59AC1DFC-6538-4039-B625-EF0FC9C0D4A9}" dt="2023-11-18T17:51:49.379" v="1040" actId="20577"/>
        <pc:sldMkLst>
          <pc:docMk/>
          <pc:sldMk cId="2006295453" sldId="361"/>
        </pc:sldMkLst>
        <pc:spChg chg="mod">
          <ac:chgData name="Ero Sennin" userId="03426be40f75dd1c" providerId="LiveId" clId="{59AC1DFC-6538-4039-B625-EF0FC9C0D4A9}" dt="2023-11-18T17:49:28.903" v="1015"/>
          <ac:spMkLst>
            <pc:docMk/>
            <pc:sldMk cId="2006295453" sldId="361"/>
            <ac:spMk id="3" creationId="{CAE23DEA-2710-CC0F-72B6-0E6CD7F60193}"/>
          </ac:spMkLst>
        </pc:spChg>
        <pc:spChg chg="mod">
          <ac:chgData name="Ero Sennin" userId="03426be40f75dd1c" providerId="LiveId" clId="{59AC1DFC-6538-4039-B625-EF0FC9C0D4A9}" dt="2023-11-18T17:51:49.379" v="1040" actId="20577"/>
          <ac:spMkLst>
            <pc:docMk/>
            <pc:sldMk cId="2006295453" sldId="361"/>
            <ac:spMk id="8" creationId="{6CF85C25-FECF-02E7-8B5D-63C724E2B28B}"/>
          </ac:spMkLst>
        </pc:spChg>
      </pc:sldChg>
      <pc:sldChg chg="modSp add mod">
        <pc:chgData name="Ero Sennin" userId="03426be40f75dd1c" providerId="LiveId" clId="{59AC1DFC-6538-4039-B625-EF0FC9C0D4A9}" dt="2023-11-18T17:55:31.395" v="1087" actId="20577"/>
        <pc:sldMkLst>
          <pc:docMk/>
          <pc:sldMk cId="3399441557" sldId="362"/>
        </pc:sldMkLst>
        <pc:spChg chg="mod">
          <ac:chgData name="Ero Sennin" userId="03426be40f75dd1c" providerId="LiveId" clId="{59AC1DFC-6538-4039-B625-EF0FC9C0D4A9}" dt="2023-11-18T17:55:31.395" v="1087" actId="20577"/>
          <ac:spMkLst>
            <pc:docMk/>
            <pc:sldMk cId="3399441557" sldId="362"/>
            <ac:spMk id="8" creationId="{6CF85C25-FECF-02E7-8B5D-63C724E2B28B}"/>
          </ac:spMkLst>
        </pc:spChg>
      </pc:sldChg>
      <pc:sldChg chg="modSp add mod">
        <pc:chgData name="Ero Sennin" userId="03426be40f75dd1c" providerId="LiveId" clId="{59AC1DFC-6538-4039-B625-EF0FC9C0D4A9}" dt="2023-11-18T17:56:14.077" v="1092" actId="20577"/>
        <pc:sldMkLst>
          <pc:docMk/>
          <pc:sldMk cId="3729408570" sldId="363"/>
        </pc:sldMkLst>
        <pc:spChg chg="mod">
          <ac:chgData name="Ero Sennin" userId="03426be40f75dd1c" providerId="LiveId" clId="{59AC1DFC-6538-4039-B625-EF0FC9C0D4A9}" dt="2023-11-18T17:56:14.077" v="1092" actId="20577"/>
          <ac:spMkLst>
            <pc:docMk/>
            <pc:sldMk cId="3729408570" sldId="363"/>
            <ac:spMk id="8" creationId="{6CF85C25-FECF-02E7-8B5D-63C724E2B28B}"/>
          </ac:spMkLst>
        </pc:spChg>
      </pc:sldChg>
      <pc:sldChg chg="modSp add mod">
        <pc:chgData name="Ero Sennin" userId="03426be40f75dd1c" providerId="LiveId" clId="{59AC1DFC-6538-4039-B625-EF0FC9C0D4A9}" dt="2023-11-18T17:59:14.621" v="1116" actId="20577"/>
        <pc:sldMkLst>
          <pc:docMk/>
          <pc:sldMk cId="3669757811" sldId="364"/>
        </pc:sldMkLst>
        <pc:spChg chg="mod">
          <ac:chgData name="Ero Sennin" userId="03426be40f75dd1c" providerId="LiveId" clId="{59AC1DFC-6538-4039-B625-EF0FC9C0D4A9}" dt="2023-11-18T17:59:14.621" v="1116" actId="20577"/>
          <ac:spMkLst>
            <pc:docMk/>
            <pc:sldMk cId="3669757811" sldId="364"/>
            <ac:spMk id="8" creationId="{6CF85C25-FECF-02E7-8B5D-63C724E2B2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1pPr>
            <a:lvl2pPr marL="914400" marR="0" lvl="1"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2pPr>
            <a:lvl3pPr marL="1371600" marR="0" lvl="2"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3pPr>
            <a:lvl4pPr marL="1828800" marR="0" lvl="3"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4pPr>
            <a:lvl5pPr marL="2286000" marR="0" lvl="4"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55" name="Google Shape;5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7" name="Google Shape;6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9"/>
        <p:cNvGrpSpPr/>
        <p:nvPr/>
      </p:nvGrpSpPr>
      <p:grpSpPr>
        <a:xfrm>
          <a:off x="0" y="0"/>
          <a:ext cx="0" cy="0"/>
          <a:chOff x="0" y="0"/>
          <a:chExt cx="0" cy="0"/>
        </a:xfrm>
      </p:grpSpPr>
      <p:sp>
        <p:nvSpPr>
          <p:cNvPr id="10" name="Google Shape;10;p72"/>
          <p:cNvSpPr txBox="1">
            <a:spLocks noGrp="1"/>
          </p:cNvSpPr>
          <p:nvPr>
            <p:ph type="title"/>
          </p:nvPr>
        </p:nvSpPr>
        <p:spPr>
          <a:xfrm>
            <a:off x="1270000" y="1638300"/>
            <a:ext cx="10464800" cy="33020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 name="Google Shape;11;p72"/>
          <p:cNvSpPr txBox="1">
            <a:spLocks noGrp="1"/>
          </p:cNvSpPr>
          <p:nvPr>
            <p:ph type="body" idx="1"/>
          </p:nvPr>
        </p:nvSpPr>
        <p:spPr>
          <a:xfrm>
            <a:off x="1270000" y="5029200"/>
            <a:ext cx="10464800" cy="11303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12" name="Google Shape;12;p72"/>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3"/>
        <p:cNvGrpSpPr/>
        <p:nvPr/>
      </p:nvGrpSpPr>
      <p:grpSpPr>
        <a:xfrm>
          <a:off x="0" y="0"/>
          <a:ext cx="0" cy="0"/>
          <a:chOff x="0" y="0"/>
          <a:chExt cx="0" cy="0"/>
        </a:xfrm>
      </p:grpSpPr>
      <p:sp>
        <p:nvSpPr>
          <p:cNvPr id="14" name="Google Shape;14;p73"/>
          <p:cNvSpPr>
            <a:spLocks noGrp="1"/>
          </p:cNvSpPr>
          <p:nvPr>
            <p:ph type="pic" idx="2"/>
          </p:nvPr>
        </p:nvSpPr>
        <p:spPr>
          <a:xfrm>
            <a:off x="1606550" y="635000"/>
            <a:ext cx="9779000" cy="5918200"/>
          </a:xfrm>
          <a:prstGeom prst="rect">
            <a:avLst/>
          </a:prstGeom>
          <a:noFill/>
          <a:ln>
            <a:noFill/>
          </a:ln>
        </p:spPr>
      </p:sp>
      <p:sp>
        <p:nvSpPr>
          <p:cNvPr id="15" name="Google Shape;15;p73"/>
          <p:cNvSpPr txBox="1">
            <a:spLocks noGrp="1"/>
          </p:cNvSpPr>
          <p:nvPr>
            <p:ph type="title"/>
          </p:nvPr>
        </p:nvSpPr>
        <p:spPr>
          <a:xfrm>
            <a:off x="1270000" y="6718300"/>
            <a:ext cx="10464800" cy="14224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6" name="Google Shape;16;p73"/>
          <p:cNvSpPr txBox="1">
            <a:spLocks noGrp="1"/>
          </p:cNvSpPr>
          <p:nvPr>
            <p:ph type="body" idx="1"/>
          </p:nvPr>
        </p:nvSpPr>
        <p:spPr>
          <a:xfrm>
            <a:off x="1270000" y="8191500"/>
            <a:ext cx="10464800" cy="11303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17" name="Google Shape;17;p73"/>
          <p:cNvSpPr txBox="1">
            <a:spLocks noGrp="1"/>
          </p:cNvSpPr>
          <p:nvPr>
            <p:ph type="sldNum" idx="12"/>
          </p:nvPr>
        </p:nvSpPr>
        <p:spPr>
          <a:xfrm>
            <a:off x="6311798" y="924560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8"/>
        <p:cNvGrpSpPr/>
        <p:nvPr/>
      </p:nvGrpSpPr>
      <p:grpSpPr>
        <a:xfrm>
          <a:off x="0" y="0"/>
          <a:ext cx="0" cy="0"/>
          <a:chOff x="0" y="0"/>
          <a:chExt cx="0" cy="0"/>
        </a:xfrm>
      </p:grpSpPr>
      <p:sp>
        <p:nvSpPr>
          <p:cNvPr id="19" name="Google Shape;19;p74"/>
          <p:cNvSpPr txBox="1">
            <a:spLocks noGrp="1"/>
          </p:cNvSpPr>
          <p:nvPr>
            <p:ph type="title"/>
          </p:nvPr>
        </p:nvSpPr>
        <p:spPr>
          <a:xfrm>
            <a:off x="1270000" y="3225800"/>
            <a:ext cx="10464800" cy="3302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0" name="Google Shape;20;p74"/>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21"/>
        <p:cNvGrpSpPr/>
        <p:nvPr/>
      </p:nvGrpSpPr>
      <p:grpSpPr>
        <a:xfrm>
          <a:off x="0" y="0"/>
          <a:ext cx="0" cy="0"/>
          <a:chOff x="0" y="0"/>
          <a:chExt cx="0" cy="0"/>
        </a:xfrm>
      </p:grpSpPr>
      <p:sp>
        <p:nvSpPr>
          <p:cNvPr id="22" name="Google Shape;22;p75"/>
          <p:cNvSpPr>
            <a:spLocks noGrp="1"/>
          </p:cNvSpPr>
          <p:nvPr>
            <p:ph type="pic" idx="2"/>
          </p:nvPr>
        </p:nvSpPr>
        <p:spPr>
          <a:xfrm>
            <a:off x="6718300" y="635000"/>
            <a:ext cx="5334000" cy="8229600"/>
          </a:xfrm>
          <a:prstGeom prst="rect">
            <a:avLst/>
          </a:prstGeom>
          <a:noFill/>
          <a:ln>
            <a:noFill/>
          </a:ln>
        </p:spPr>
      </p:sp>
      <p:sp>
        <p:nvSpPr>
          <p:cNvPr id="23" name="Google Shape;23;p75"/>
          <p:cNvSpPr txBox="1">
            <a:spLocks noGrp="1"/>
          </p:cNvSpPr>
          <p:nvPr>
            <p:ph type="title"/>
          </p:nvPr>
        </p:nvSpPr>
        <p:spPr>
          <a:xfrm>
            <a:off x="952500" y="635000"/>
            <a:ext cx="5334000" cy="39878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6000"/>
              <a:buFont typeface="Helvetica Neue Light"/>
              <a:buNone/>
              <a:defRPr sz="6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4" name="Google Shape;24;p75"/>
          <p:cNvSpPr txBox="1">
            <a:spLocks noGrp="1"/>
          </p:cNvSpPr>
          <p:nvPr>
            <p:ph type="body" idx="1"/>
          </p:nvPr>
        </p:nvSpPr>
        <p:spPr>
          <a:xfrm>
            <a:off x="952500" y="4762500"/>
            <a:ext cx="5334000" cy="41021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25" name="Google Shape;25;p75"/>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26"/>
        <p:cNvGrpSpPr/>
        <p:nvPr/>
      </p:nvGrpSpPr>
      <p:grpSpPr>
        <a:xfrm>
          <a:off x="0" y="0"/>
          <a:ext cx="0" cy="0"/>
          <a:chOff x="0" y="0"/>
          <a:chExt cx="0" cy="0"/>
        </a:xfrm>
      </p:grpSpPr>
      <p:sp>
        <p:nvSpPr>
          <p:cNvPr id="27" name="Google Shape;27;p76"/>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8" name="Google Shape;28;p76"/>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29"/>
        <p:cNvGrpSpPr/>
        <p:nvPr/>
      </p:nvGrpSpPr>
      <p:grpSpPr>
        <a:xfrm>
          <a:off x="0" y="0"/>
          <a:ext cx="0" cy="0"/>
          <a:chOff x="0" y="0"/>
          <a:chExt cx="0" cy="0"/>
        </a:xfrm>
      </p:grpSpPr>
      <p:sp>
        <p:nvSpPr>
          <p:cNvPr id="30" name="Google Shape;30;p77"/>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1" name="Google Shape;31;p77"/>
          <p:cNvSpPr txBox="1">
            <a:spLocks noGrp="1"/>
          </p:cNvSpPr>
          <p:nvPr>
            <p:ph type="body" idx="1"/>
          </p:nvPr>
        </p:nvSpPr>
        <p:spPr>
          <a:xfrm>
            <a:off x="952500" y="2603500"/>
            <a:ext cx="11099800" cy="6286500"/>
          </a:xfrm>
          <a:prstGeom prst="rect">
            <a:avLst/>
          </a:prstGeom>
          <a:noFill/>
          <a:ln>
            <a:noFill/>
          </a:ln>
        </p:spPr>
        <p:txBody>
          <a:bodyPr spcFirstLastPara="1" wrap="square" lIns="50800" tIns="50800" rIns="50800" bIns="50800" anchor="ctr" anchorCtr="0">
            <a:normAutofit/>
          </a:bodyPr>
          <a:lstStyle>
            <a:lvl1pPr marL="457200" lvl="0" indent="-314325" algn="l">
              <a:lnSpc>
                <a:spcPct val="100000"/>
              </a:lnSpc>
              <a:spcBef>
                <a:spcPts val="4200"/>
              </a:spcBef>
              <a:spcAft>
                <a:spcPts val="0"/>
              </a:spcAft>
              <a:buClr>
                <a:srgbClr val="000000"/>
              </a:buClr>
              <a:buSzPts val="1350"/>
              <a:buChar char="•"/>
              <a:defRPr/>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32" name="Google Shape;32;p77"/>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33"/>
        <p:cNvGrpSpPr/>
        <p:nvPr/>
      </p:nvGrpSpPr>
      <p:grpSpPr>
        <a:xfrm>
          <a:off x="0" y="0"/>
          <a:ext cx="0" cy="0"/>
          <a:chOff x="0" y="0"/>
          <a:chExt cx="0" cy="0"/>
        </a:xfrm>
      </p:grpSpPr>
      <p:sp>
        <p:nvSpPr>
          <p:cNvPr id="34" name="Google Shape;34;p78"/>
          <p:cNvSpPr>
            <a:spLocks noGrp="1"/>
          </p:cNvSpPr>
          <p:nvPr>
            <p:ph type="pic" idx="2"/>
          </p:nvPr>
        </p:nvSpPr>
        <p:spPr>
          <a:xfrm>
            <a:off x="6718300" y="2603500"/>
            <a:ext cx="5334000" cy="6286500"/>
          </a:xfrm>
          <a:prstGeom prst="rect">
            <a:avLst/>
          </a:prstGeom>
          <a:noFill/>
          <a:ln>
            <a:noFill/>
          </a:ln>
        </p:spPr>
      </p:sp>
      <p:sp>
        <p:nvSpPr>
          <p:cNvPr id="35" name="Google Shape;35;p78"/>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6" name="Google Shape;36;p78"/>
          <p:cNvSpPr txBox="1">
            <a:spLocks noGrp="1"/>
          </p:cNvSpPr>
          <p:nvPr>
            <p:ph type="body" idx="1"/>
          </p:nvPr>
        </p:nvSpPr>
        <p:spPr>
          <a:xfrm>
            <a:off x="952500" y="2603500"/>
            <a:ext cx="5334000" cy="6286500"/>
          </a:xfrm>
          <a:prstGeom prst="rect">
            <a:avLst/>
          </a:prstGeom>
          <a:noFill/>
          <a:ln>
            <a:noFill/>
          </a:ln>
        </p:spPr>
        <p:txBody>
          <a:bodyPr spcFirstLastPara="1" wrap="square" lIns="50800" tIns="50800" rIns="50800" bIns="50800" anchor="ctr" anchorCtr="0">
            <a:normAutofit/>
          </a:bodyPr>
          <a:lstStyle>
            <a:lvl1pPr marL="457200" lvl="0" indent="-361950" algn="l">
              <a:lnSpc>
                <a:spcPct val="100000"/>
              </a:lnSpc>
              <a:spcBef>
                <a:spcPts val="3200"/>
              </a:spcBef>
              <a:spcAft>
                <a:spcPts val="0"/>
              </a:spcAft>
              <a:buClr>
                <a:srgbClr val="000000"/>
              </a:buClr>
              <a:buSzPts val="2100"/>
              <a:buFont typeface="Helvetica Neue Light"/>
              <a:buChar char="•"/>
              <a:defRPr sz="2800"/>
            </a:lvl1pPr>
            <a:lvl2pPr marL="914400" lvl="1" indent="-361950" algn="l">
              <a:lnSpc>
                <a:spcPct val="100000"/>
              </a:lnSpc>
              <a:spcBef>
                <a:spcPts val="3200"/>
              </a:spcBef>
              <a:spcAft>
                <a:spcPts val="0"/>
              </a:spcAft>
              <a:buClr>
                <a:srgbClr val="000000"/>
              </a:buClr>
              <a:buSzPts val="2100"/>
              <a:buFont typeface="Helvetica Neue Light"/>
              <a:buChar char="•"/>
              <a:defRPr sz="2800"/>
            </a:lvl2pPr>
            <a:lvl3pPr marL="1371600" lvl="2" indent="-361950" algn="l">
              <a:lnSpc>
                <a:spcPct val="100000"/>
              </a:lnSpc>
              <a:spcBef>
                <a:spcPts val="3200"/>
              </a:spcBef>
              <a:spcAft>
                <a:spcPts val="0"/>
              </a:spcAft>
              <a:buClr>
                <a:srgbClr val="000000"/>
              </a:buClr>
              <a:buSzPts val="2100"/>
              <a:buFont typeface="Helvetica Neue Light"/>
              <a:buChar char="•"/>
              <a:defRPr sz="2800"/>
            </a:lvl3pPr>
            <a:lvl4pPr marL="1828800" lvl="3" indent="-361950" algn="l">
              <a:lnSpc>
                <a:spcPct val="100000"/>
              </a:lnSpc>
              <a:spcBef>
                <a:spcPts val="3200"/>
              </a:spcBef>
              <a:spcAft>
                <a:spcPts val="0"/>
              </a:spcAft>
              <a:buClr>
                <a:srgbClr val="000000"/>
              </a:buClr>
              <a:buSzPts val="2100"/>
              <a:buFont typeface="Helvetica Neue Light"/>
              <a:buChar char="•"/>
              <a:defRPr sz="2800"/>
            </a:lvl4pPr>
            <a:lvl5pPr marL="2286000" lvl="4" indent="-361950" algn="l">
              <a:lnSpc>
                <a:spcPct val="100000"/>
              </a:lnSpc>
              <a:spcBef>
                <a:spcPts val="3200"/>
              </a:spcBef>
              <a:spcAft>
                <a:spcPts val="0"/>
              </a:spcAft>
              <a:buClr>
                <a:srgbClr val="000000"/>
              </a:buClr>
              <a:buSzPts val="2100"/>
              <a:buFont typeface="Helvetica Neue Light"/>
              <a:buChar char="•"/>
              <a:defRPr sz="28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37" name="Google Shape;37;p78"/>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38"/>
        <p:cNvGrpSpPr/>
        <p:nvPr/>
      </p:nvGrpSpPr>
      <p:grpSpPr>
        <a:xfrm>
          <a:off x="0" y="0"/>
          <a:ext cx="0" cy="0"/>
          <a:chOff x="0" y="0"/>
          <a:chExt cx="0" cy="0"/>
        </a:xfrm>
      </p:grpSpPr>
      <p:sp>
        <p:nvSpPr>
          <p:cNvPr id="39" name="Google Shape;39;p79"/>
          <p:cNvSpPr txBox="1">
            <a:spLocks noGrp="1"/>
          </p:cNvSpPr>
          <p:nvPr>
            <p:ph type="body" idx="1"/>
          </p:nvPr>
        </p:nvSpPr>
        <p:spPr>
          <a:xfrm>
            <a:off x="952500" y="1270000"/>
            <a:ext cx="11099800" cy="7213600"/>
          </a:xfrm>
          <a:prstGeom prst="rect">
            <a:avLst/>
          </a:prstGeom>
          <a:noFill/>
          <a:ln>
            <a:noFill/>
          </a:ln>
        </p:spPr>
        <p:txBody>
          <a:bodyPr spcFirstLastPara="1" wrap="square" lIns="50800" tIns="50800" rIns="50800" bIns="50800" anchor="ctr" anchorCtr="0">
            <a:normAutofit/>
          </a:bodyPr>
          <a:lstStyle>
            <a:lvl1pPr marL="457200" lvl="0" indent="-314325" algn="l">
              <a:lnSpc>
                <a:spcPct val="100000"/>
              </a:lnSpc>
              <a:spcBef>
                <a:spcPts val="4200"/>
              </a:spcBef>
              <a:spcAft>
                <a:spcPts val="0"/>
              </a:spcAft>
              <a:buClr>
                <a:srgbClr val="000000"/>
              </a:buClr>
              <a:buSzPts val="1350"/>
              <a:buChar char="•"/>
              <a:defRPr/>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0" name="Google Shape;40;p79"/>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41"/>
        <p:cNvGrpSpPr/>
        <p:nvPr/>
      </p:nvGrpSpPr>
      <p:grpSpPr>
        <a:xfrm>
          <a:off x="0" y="0"/>
          <a:ext cx="0" cy="0"/>
          <a:chOff x="0" y="0"/>
          <a:chExt cx="0" cy="0"/>
        </a:xfrm>
      </p:grpSpPr>
      <p:sp>
        <p:nvSpPr>
          <p:cNvPr id="42" name="Google Shape;42;p80"/>
          <p:cNvSpPr>
            <a:spLocks noGrp="1"/>
          </p:cNvSpPr>
          <p:nvPr>
            <p:ph type="pic" idx="2"/>
          </p:nvPr>
        </p:nvSpPr>
        <p:spPr>
          <a:xfrm>
            <a:off x="6718300" y="5092700"/>
            <a:ext cx="5334000" cy="3771900"/>
          </a:xfrm>
          <a:prstGeom prst="rect">
            <a:avLst/>
          </a:prstGeom>
          <a:noFill/>
          <a:ln>
            <a:noFill/>
          </a:ln>
        </p:spPr>
      </p:sp>
      <p:sp>
        <p:nvSpPr>
          <p:cNvPr id="43" name="Google Shape;43;p80"/>
          <p:cNvSpPr>
            <a:spLocks noGrp="1"/>
          </p:cNvSpPr>
          <p:nvPr>
            <p:ph type="pic" idx="3"/>
          </p:nvPr>
        </p:nvSpPr>
        <p:spPr>
          <a:xfrm>
            <a:off x="6724518" y="889000"/>
            <a:ext cx="5334001" cy="3771900"/>
          </a:xfrm>
          <a:prstGeom prst="rect">
            <a:avLst/>
          </a:prstGeom>
          <a:noFill/>
          <a:ln>
            <a:noFill/>
          </a:ln>
        </p:spPr>
      </p:sp>
      <p:sp>
        <p:nvSpPr>
          <p:cNvPr id="44" name="Google Shape;44;p80"/>
          <p:cNvSpPr>
            <a:spLocks noGrp="1"/>
          </p:cNvSpPr>
          <p:nvPr>
            <p:ph type="pic" idx="4"/>
          </p:nvPr>
        </p:nvSpPr>
        <p:spPr>
          <a:xfrm>
            <a:off x="952500" y="889000"/>
            <a:ext cx="5334000" cy="7975600"/>
          </a:xfrm>
          <a:prstGeom prst="rect">
            <a:avLst/>
          </a:prstGeom>
          <a:noFill/>
          <a:ln>
            <a:noFill/>
          </a:ln>
        </p:spPr>
      </p:sp>
      <p:sp>
        <p:nvSpPr>
          <p:cNvPr id="45" name="Google Shape;45;p80"/>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6"/>
        <p:cNvGrpSpPr/>
        <p:nvPr/>
      </p:nvGrpSpPr>
      <p:grpSpPr>
        <a:xfrm>
          <a:off x="0" y="0"/>
          <a:ext cx="0" cy="0"/>
          <a:chOff x="0" y="0"/>
          <a:chExt cx="0" cy="0"/>
        </a:xfrm>
      </p:grpSpPr>
      <p:sp>
        <p:nvSpPr>
          <p:cNvPr id="47" name="Google Shape;47;p81"/>
          <p:cNvSpPr txBox="1">
            <a:spLocks noGrp="1"/>
          </p:cNvSpPr>
          <p:nvPr>
            <p:ph type="body" idx="1"/>
          </p:nvPr>
        </p:nvSpPr>
        <p:spPr>
          <a:xfrm>
            <a:off x="1270000" y="6362700"/>
            <a:ext cx="10464800" cy="469900"/>
          </a:xfrm>
          <a:prstGeom prst="rect">
            <a:avLst/>
          </a:prstGeom>
          <a:noFill/>
          <a:ln>
            <a:noFill/>
          </a:ln>
        </p:spPr>
        <p:txBody>
          <a:bodyPr spcFirstLastPara="1" wrap="square" lIns="50800" tIns="50800" rIns="50800" bIns="50800" anchor="t" anchorCtr="0">
            <a:spAutoFit/>
          </a:bodyPr>
          <a:lstStyle>
            <a:lvl1pPr marL="457200" lvl="0" indent="-228600" algn="ctr">
              <a:lnSpc>
                <a:spcPct val="100000"/>
              </a:lnSpc>
              <a:spcBef>
                <a:spcPts val="0"/>
              </a:spcBef>
              <a:spcAft>
                <a:spcPts val="0"/>
              </a:spcAft>
              <a:buClr>
                <a:srgbClr val="000000"/>
              </a:buClr>
              <a:buSzPts val="2400"/>
              <a:buFont typeface="Helvetica Neue Light"/>
              <a:buNone/>
              <a:defRPr sz="2400"/>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8" name="Google Shape;48;p81"/>
          <p:cNvSpPr txBox="1">
            <a:spLocks noGrp="1"/>
          </p:cNvSpPr>
          <p:nvPr>
            <p:ph type="body" idx="2"/>
          </p:nvPr>
        </p:nvSpPr>
        <p:spPr>
          <a:xfrm>
            <a:off x="1270000" y="4267200"/>
            <a:ext cx="10464800" cy="685800"/>
          </a:xfrm>
          <a:prstGeom prst="rect">
            <a:avLst/>
          </a:prstGeom>
          <a:noFill/>
          <a:ln>
            <a:noFill/>
          </a:ln>
        </p:spPr>
        <p:txBody>
          <a:bodyPr spcFirstLastPara="1" wrap="square" lIns="50800" tIns="50800" rIns="50800" bIns="50800" anchor="ctr" anchorCtr="0">
            <a:spAutoFit/>
          </a:bodyPr>
          <a:lstStyle>
            <a:lvl1pPr marL="457200" lvl="0" indent="-228600" algn="ctr">
              <a:lnSpc>
                <a:spcPct val="100000"/>
              </a:lnSpc>
              <a:spcBef>
                <a:spcPts val="0"/>
              </a:spcBef>
              <a:spcAft>
                <a:spcPts val="0"/>
              </a:spcAft>
              <a:buClr>
                <a:srgbClr val="000000"/>
              </a:buClr>
              <a:buSzPts val="3800"/>
              <a:buFont typeface="Helvetica Neue Light"/>
              <a:buNone/>
              <a:defRPr sz="3800"/>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9" name="Google Shape;49;p81"/>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50"/>
        <p:cNvGrpSpPr/>
        <p:nvPr/>
      </p:nvGrpSpPr>
      <p:grpSpPr>
        <a:xfrm>
          <a:off x="0" y="0"/>
          <a:ext cx="0" cy="0"/>
          <a:chOff x="0" y="0"/>
          <a:chExt cx="0" cy="0"/>
        </a:xfrm>
      </p:grpSpPr>
      <p:sp>
        <p:nvSpPr>
          <p:cNvPr id="51" name="Google Shape;51;p82"/>
          <p:cNvSpPr>
            <a:spLocks noGrp="1"/>
          </p:cNvSpPr>
          <p:nvPr>
            <p:ph type="pic" idx="2"/>
          </p:nvPr>
        </p:nvSpPr>
        <p:spPr>
          <a:xfrm>
            <a:off x="0" y="0"/>
            <a:ext cx="13004800" cy="9753600"/>
          </a:xfrm>
          <a:prstGeom prst="rect">
            <a:avLst/>
          </a:prstGeom>
          <a:noFill/>
          <a:ln>
            <a:noFill/>
          </a:ln>
        </p:spPr>
      </p:sp>
      <p:sp>
        <p:nvSpPr>
          <p:cNvPr id="52" name="Google Shape;52;p82"/>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71"/>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marR="0" lvl="0"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R="0" lvl="1"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7" name="Google Shape;7;p71"/>
          <p:cNvSpPr txBox="1">
            <a:spLocks noGrp="1"/>
          </p:cNvSpPr>
          <p:nvPr>
            <p:ph type="body" idx="1"/>
          </p:nvPr>
        </p:nvSpPr>
        <p:spPr>
          <a:xfrm>
            <a:off x="952500" y="2603500"/>
            <a:ext cx="11099800" cy="6286500"/>
          </a:xfrm>
          <a:prstGeom prst="rect">
            <a:avLst/>
          </a:prstGeom>
          <a:noFill/>
          <a:ln>
            <a:noFill/>
          </a:ln>
        </p:spPr>
        <p:txBody>
          <a:bodyPr spcFirstLastPara="1" wrap="square" lIns="50800" tIns="50800" rIns="50800" bIns="50800" anchor="ctr" anchorCtr="0">
            <a:normAutofit/>
          </a:bodyPr>
          <a:lstStyle>
            <a:lvl1pPr marL="457200" marR="0" lvl="0"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914400" marR="0" lvl="1"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71600" marR="0" lvl="2"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828800" marR="0" lvl="3"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86000" marR="0" lvl="4"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8" name="Google Shape;8;p71"/>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2017_Equifax_data_breach" TargetMode="External"/><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pic>
        <p:nvPicPr>
          <p:cNvPr id="57" name="Google Shape;57;p1" descr="PP-01.jpg"/>
          <p:cNvPicPr preferRelativeResize="0"/>
          <p:nvPr/>
        </p:nvPicPr>
        <p:blipFill rotWithShape="1">
          <a:blip r:embed="rId3">
            <a:alphaModFix/>
          </a:blip>
          <a:srcRect/>
          <a:stretch/>
        </p:blipFill>
        <p:spPr>
          <a:xfrm>
            <a:off x="0" y="0"/>
            <a:ext cx="13004800" cy="9771488"/>
          </a:xfrm>
          <a:prstGeom prst="rect">
            <a:avLst/>
          </a:prstGeom>
          <a:noFill/>
          <a:ln>
            <a:noFill/>
          </a:ln>
        </p:spPr>
      </p:pic>
      <p:sp>
        <p:nvSpPr>
          <p:cNvPr id="58" name="Google Shape;58;p1"/>
          <p:cNvSpPr txBox="1">
            <a:spLocks noGrp="1"/>
          </p:cNvSpPr>
          <p:nvPr>
            <p:ph type="ctrTitle" idx="4294967295"/>
          </p:nvPr>
        </p:nvSpPr>
        <p:spPr>
          <a:xfrm>
            <a:off x="376446" y="7601338"/>
            <a:ext cx="7713454" cy="1540500"/>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110000"/>
              </a:lnSpc>
              <a:spcBef>
                <a:spcPts val="0"/>
              </a:spcBef>
              <a:spcAft>
                <a:spcPts val="0"/>
              </a:spcAft>
              <a:buClr>
                <a:schemeClr val="dk1"/>
              </a:buClr>
              <a:buSzPct val="83333"/>
              <a:buFont typeface="Arial"/>
              <a:buNone/>
            </a:pPr>
            <a:r>
              <a:rPr lang="en-US" sz="4800" b="1" i="0" u="none" strike="noStrike" cap="none" dirty="0">
                <a:solidFill>
                  <a:schemeClr val="dk1"/>
                </a:solidFill>
                <a:latin typeface="Arial"/>
                <a:ea typeface="Arial"/>
                <a:cs typeface="Arial"/>
                <a:sym typeface="Arial"/>
              </a:rPr>
              <a:t>Chapter 2: Information Disclosure Vulnerabilities</a:t>
            </a:r>
            <a:endParaRPr sz="48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111111"/>
              <a:buFont typeface="Arial"/>
              <a:buNone/>
            </a:pPr>
            <a:endParaRPr sz="2790" b="0" i="0" u="none" strike="noStrike" cap="none" dirty="0">
              <a:solidFill>
                <a:schemeClr val="dk1"/>
              </a:solidFill>
              <a:latin typeface="Helvetica Neue Light"/>
              <a:ea typeface="Helvetica Neue Light"/>
              <a:cs typeface="Helvetica Neue Light"/>
              <a:sym typeface="Helvetica Neue Light"/>
            </a:endParaRPr>
          </a:p>
        </p:txBody>
      </p:sp>
      <p:pic>
        <p:nvPicPr>
          <p:cNvPr id="59" name="Google Shape;59;p1" descr="2017-FE-Black-01.png"/>
          <p:cNvPicPr preferRelativeResize="0"/>
          <p:nvPr/>
        </p:nvPicPr>
        <p:blipFill rotWithShape="1">
          <a:blip r:embed="rId4">
            <a:alphaModFix/>
          </a:blip>
          <a:srcRect/>
          <a:stretch/>
        </p:blipFill>
        <p:spPr>
          <a:xfrm>
            <a:off x="376446" y="611762"/>
            <a:ext cx="4183172" cy="13951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70" name="Google Shape;70;p3" descr="Untitled-1.png"/>
          <p:cNvPicPr preferRelativeResize="0"/>
          <p:nvPr/>
        </p:nvPicPr>
        <p:blipFill rotWithShape="1">
          <a:blip r:embed="rId3">
            <a:alphaModFix/>
          </a:blip>
          <a:srcRect/>
          <a:stretch/>
        </p:blipFill>
        <p:spPr>
          <a:xfrm>
            <a:off x="-332437" y="-250619"/>
            <a:ext cx="7033878" cy="2176098"/>
          </a:xfrm>
          <a:prstGeom prst="rect">
            <a:avLst/>
          </a:prstGeom>
          <a:noFill/>
          <a:ln>
            <a:noFill/>
          </a:ln>
        </p:spPr>
      </p:pic>
      <p:sp>
        <p:nvSpPr>
          <p:cNvPr id="71" name="Google Shape;71;p3"/>
          <p:cNvSpPr txBox="1"/>
          <p:nvPr/>
        </p:nvSpPr>
        <p:spPr>
          <a:xfrm>
            <a:off x="1536858" y="462955"/>
            <a:ext cx="4381220" cy="610423"/>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3300"/>
              <a:buFont typeface="Arial"/>
              <a:buNone/>
            </a:pPr>
            <a:r>
              <a:rPr lang="en-US" sz="3300" b="1" i="0" u="none" strike="noStrike" cap="none" dirty="0">
                <a:solidFill>
                  <a:srgbClr val="000000"/>
                </a:solidFill>
                <a:latin typeface="Arial"/>
                <a:ea typeface="Arial"/>
                <a:cs typeface="Arial"/>
                <a:sym typeface="Arial"/>
              </a:rPr>
              <a:t>Key concept</a:t>
            </a:r>
            <a:endParaRPr sz="3300" b="1" i="0" u="none" strike="noStrike" cap="none" dirty="0">
              <a:solidFill>
                <a:srgbClr val="000000"/>
              </a:solidFill>
              <a:latin typeface="Arial"/>
              <a:ea typeface="Arial"/>
              <a:cs typeface="Arial"/>
              <a:sym typeface="Arial"/>
            </a:endParaRPr>
          </a:p>
        </p:txBody>
      </p:sp>
      <p:sp>
        <p:nvSpPr>
          <p:cNvPr id="72" name="Google Shape;72;p3"/>
          <p:cNvSpPr txBox="1"/>
          <p:nvPr/>
        </p:nvSpPr>
        <p:spPr>
          <a:xfrm>
            <a:off x="1536858" y="1925479"/>
            <a:ext cx="10073620" cy="3463512"/>
          </a:xfrm>
          <a:prstGeom prst="rect">
            <a:avLst/>
          </a:prstGeom>
          <a:noFill/>
          <a:ln>
            <a:noFill/>
          </a:ln>
        </p:spPr>
        <p:txBody>
          <a:bodyPr spcFirstLastPara="1" wrap="square" lIns="50800" tIns="50800" rIns="50800" bIns="50800" anchor="ctr" anchorCtr="0">
            <a:spAutoFit/>
          </a:bodyPr>
          <a:lstStyle/>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What is Information Disclosure?</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Common Vulnerabilities Related to Information Disclosure</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Impact of Information Disclosure</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Prevention Strategies</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Examples</a:t>
            </a:r>
          </a:p>
        </p:txBody>
      </p:sp>
      <p:pic>
        <p:nvPicPr>
          <p:cNvPr id="2" name="Google Shape;59;p1" descr="2017-FE-Black-01.png">
            <a:extLst>
              <a:ext uri="{FF2B5EF4-FFF2-40B4-BE49-F238E27FC236}">
                <a16:creationId xmlns:a16="http://schemas.microsoft.com/office/drawing/2014/main" id="{27AEA11D-58DC-E73A-C89B-4CF0EC2B9DE0}"/>
              </a:ext>
            </a:extLst>
          </p:cNvPr>
          <p:cNvPicPr preferRelativeResize="0"/>
          <p:nvPr/>
        </p:nvPicPr>
        <p:blipFill rotWithShape="1">
          <a:blip r:embed="rId4">
            <a:alphaModFix/>
          </a:blip>
          <a:srcRect/>
          <a:stretch/>
        </p:blipFill>
        <p:spPr>
          <a:xfrm>
            <a:off x="173246" y="8970335"/>
            <a:ext cx="1920772" cy="6406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9758884" cy="1077218"/>
          </a:xfrm>
          <a:prstGeom prst="rect">
            <a:avLst/>
          </a:prstGeom>
          <a:noFill/>
        </p:spPr>
        <p:txBody>
          <a:bodyPr wrap="square" rtlCol="0">
            <a:spAutoFit/>
          </a:bodyPr>
          <a:lstStyle/>
          <a:p>
            <a:r>
              <a:rPr lang="en-US" sz="3200" b="1" dirty="0"/>
              <a:t>1. What is Information Disclosure?</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539430"/>
          </a:xfrm>
          <a:prstGeom prst="rect">
            <a:avLst/>
          </a:prstGeom>
          <a:noFill/>
        </p:spPr>
        <p:txBody>
          <a:bodyPr wrap="square" rtlCol="0">
            <a:spAutoFit/>
          </a:bodyPr>
          <a:lstStyle/>
          <a:p>
            <a:pPr marL="342900" indent="-342900">
              <a:buFont typeface="Arial" panose="020B0604020202020204" pitchFamily="34" charset="0"/>
              <a:buChar char="•"/>
            </a:pPr>
            <a:r>
              <a:rPr lang="en-US" sz="2800" b="0" i="0" dirty="0">
                <a:solidFill>
                  <a:srgbClr val="0F0F0F"/>
                </a:solidFill>
                <a:effectLst/>
                <a:latin typeface="+mj-lt"/>
              </a:rPr>
              <a:t>Information disclosure vulnerabilities occur when a web application unintentionally reveals sensitive data such as software configurations, database structures, or personal user information. This can happen due to improper handling of errors, misconfigurations, or flawed logic within the application.</a:t>
            </a:r>
          </a:p>
          <a:p>
            <a:pPr marL="342900" indent="-342900">
              <a:buFont typeface="Arial" panose="020B0604020202020204" pitchFamily="34" charset="0"/>
              <a:buChar char="•"/>
            </a:pPr>
            <a:endParaRPr lang="en-US" sz="2800" b="0" i="0" dirty="0">
              <a:solidFill>
                <a:srgbClr val="0F0F0F"/>
              </a:solidFill>
              <a:effectLst/>
              <a:latin typeface="+mj-lt"/>
            </a:endParaRPr>
          </a:p>
          <a:p>
            <a:pPr marL="342900" indent="-342900">
              <a:buFont typeface="Arial" panose="020B0604020202020204" pitchFamily="34" charset="0"/>
              <a:buChar char="•"/>
            </a:pPr>
            <a:r>
              <a:rPr lang="en-US" sz="2800" b="0" i="0" dirty="0">
                <a:solidFill>
                  <a:srgbClr val="0F0F0F"/>
                </a:solidFill>
                <a:effectLst/>
                <a:latin typeface="+mj-lt"/>
              </a:rPr>
              <a:t>Exposed data can range from technical details like server software versions to personal user information like names and addresses.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909956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9758884" cy="1077218"/>
          </a:xfrm>
          <a:prstGeom prst="rect">
            <a:avLst/>
          </a:prstGeom>
          <a:noFill/>
        </p:spPr>
        <p:txBody>
          <a:bodyPr wrap="square" rtlCol="0">
            <a:spAutoFit/>
          </a:bodyPr>
          <a:lstStyle/>
          <a:p>
            <a:r>
              <a:rPr lang="en-US" sz="3200" b="1" dirty="0"/>
              <a:t>1. What is Information Disclosure?</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970318"/>
          </a:xfrm>
          <a:prstGeom prst="rect">
            <a:avLst/>
          </a:prstGeom>
          <a:noFill/>
        </p:spPr>
        <p:txBody>
          <a:bodyPr wrap="square" rtlCol="0">
            <a:spAutoFit/>
          </a:bodyPr>
          <a:lstStyle/>
          <a:p>
            <a:pPr marL="342900" indent="-342900">
              <a:buFont typeface="Arial" panose="020B0604020202020204" pitchFamily="34" charset="0"/>
              <a:buChar char="•"/>
            </a:pPr>
            <a:r>
              <a:rPr lang="en-US" sz="2800" b="0" i="0" dirty="0">
                <a:solidFill>
                  <a:srgbClr val="0F0F0F"/>
                </a:solidFill>
                <a:effectLst/>
                <a:latin typeface="+mj-lt"/>
              </a:rPr>
              <a:t>Sensitive information typically includes personal user details (like social security numbers and credit card information), system configurations (such as server version and software dependencies), and security credentials (like passwords and API keys).</a:t>
            </a:r>
          </a:p>
          <a:p>
            <a:pPr marL="342900" indent="-342900">
              <a:buFont typeface="Arial" panose="020B0604020202020204" pitchFamily="34" charset="0"/>
              <a:buChar char="•"/>
            </a:pPr>
            <a:endParaRPr lang="en-US" sz="2800" b="0" i="0" dirty="0">
              <a:solidFill>
                <a:srgbClr val="0F0F0F"/>
              </a:solidFill>
              <a:effectLst/>
              <a:latin typeface="+mj-lt"/>
            </a:endParaRPr>
          </a:p>
          <a:p>
            <a:pPr marL="342900" indent="-342900">
              <a:buFont typeface="Arial" panose="020B0604020202020204" pitchFamily="34" charset="0"/>
              <a:buChar char="•"/>
            </a:pPr>
            <a:r>
              <a:rPr lang="en-US" sz="2800" b="0" i="0" dirty="0">
                <a:solidFill>
                  <a:srgbClr val="0F0F0F"/>
                </a:solidFill>
                <a:effectLst/>
                <a:latin typeface="+mj-lt"/>
              </a:rPr>
              <a:t>The exposure of such data can lead to various risks, including financial fraud from leaked credit card details, unauthorized system access using exposed credentials, and targeted attacks using system configuration information.</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3079585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2. Common Vulnerabilities Related to Information Disclosure</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4401205"/>
          </a:xfrm>
          <a:prstGeom prst="rect">
            <a:avLst/>
          </a:prstGeom>
          <a:noFill/>
        </p:spPr>
        <p:txBody>
          <a:bodyPr wrap="square" rtlCol="0">
            <a:spAutoFit/>
          </a:bodyPr>
          <a:lstStyle/>
          <a:p>
            <a:r>
              <a:rPr lang="en-US" sz="2800" b="1" i="0" dirty="0">
                <a:solidFill>
                  <a:srgbClr val="0F0F0F"/>
                </a:solidFill>
                <a:effectLst/>
                <a:latin typeface="+mj-lt"/>
              </a:rPr>
              <a:t>Information Disclosure through Error Messages</a:t>
            </a:r>
          </a:p>
          <a:p>
            <a:endParaRPr lang="en-US" sz="2800" b="1" i="0" dirty="0">
              <a:solidFill>
                <a:srgbClr val="0F0F0F"/>
              </a:solidFill>
              <a:effectLst/>
              <a:latin typeface="+mj-lt"/>
            </a:endParaRPr>
          </a:p>
          <a:p>
            <a:pPr marL="342900" indent="-342900">
              <a:buFont typeface="Arial" panose="020B0604020202020204" pitchFamily="34" charset="0"/>
              <a:buChar char="•"/>
            </a:pPr>
            <a:r>
              <a:rPr lang="en-US" sz="2800" b="0" i="0" dirty="0">
                <a:solidFill>
                  <a:srgbClr val="0F0F0F"/>
                </a:solidFill>
                <a:effectLst/>
                <a:latin typeface="+mj-lt"/>
              </a:rPr>
              <a:t>In many web applications, detailed error messages can inadvertently provide attackers with insights into the underlying architecture or logic. For instance, a database error might reveal the SQL query structure, aiding in SQL injection attacks.</a:t>
            </a:r>
          </a:p>
          <a:p>
            <a:pPr marL="342900" indent="-342900">
              <a:buFont typeface="Arial" panose="020B0604020202020204" pitchFamily="34" charset="0"/>
              <a:buChar char="•"/>
            </a:pPr>
            <a:endParaRPr lang="en-US" sz="2800" b="0" i="0" dirty="0">
              <a:solidFill>
                <a:srgbClr val="0F0F0F"/>
              </a:solidFill>
              <a:effectLst/>
              <a:latin typeface="+mj-lt"/>
            </a:endParaRPr>
          </a:p>
          <a:p>
            <a:pPr marL="342900" indent="-342900">
              <a:buFont typeface="Arial" panose="020B0604020202020204" pitchFamily="34" charset="0"/>
              <a:buChar char="•"/>
            </a:pPr>
            <a:r>
              <a:rPr lang="en-US" sz="2800" b="0" i="0" dirty="0">
                <a:solidFill>
                  <a:srgbClr val="0F0F0F"/>
                </a:solidFill>
                <a:effectLst/>
                <a:latin typeface="+mj-lt"/>
              </a:rPr>
              <a:t>An example might be an error message that reads, "SQL query failed: SELECT * FROM users WHERE id =," indicating a potential vulnerability in handling user inputs.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179856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2. Common Vulnerabilities Related to Information Disclosure</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4401205"/>
          </a:xfrm>
          <a:prstGeom prst="rect">
            <a:avLst/>
          </a:prstGeom>
          <a:noFill/>
        </p:spPr>
        <p:txBody>
          <a:bodyPr wrap="square" rtlCol="0">
            <a:spAutoFit/>
          </a:bodyPr>
          <a:lstStyle/>
          <a:p>
            <a:r>
              <a:rPr lang="en-US" sz="2800" b="1" i="0" dirty="0">
                <a:solidFill>
                  <a:srgbClr val="0F0F0F"/>
                </a:solidFill>
                <a:effectLst/>
                <a:latin typeface="+mj-lt"/>
              </a:rPr>
              <a:t>Misconfigured Security Headers</a:t>
            </a:r>
          </a:p>
          <a:p>
            <a:endParaRPr lang="en-US" sz="2800" b="1" i="0" dirty="0">
              <a:solidFill>
                <a:srgbClr val="0F0F0F"/>
              </a:solidFill>
              <a:effectLst/>
              <a:latin typeface="+mj-lt"/>
            </a:endParaRPr>
          </a:p>
          <a:p>
            <a:pPr marL="342900" indent="-342900">
              <a:buFont typeface="Arial" panose="020B0604020202020204" pitchFamily="34" charset="0"/>
              <a:buChar char="•"/>
            </a:pPr>
            <a:r>
              <a:rPr lang="en-US" sz="2800" b="0" i="0" dirty="0">
                <a:solidFill>
                  <a:srgbClr val="0F0F0F"/>
                </a:solidFill>
                <a:effectLst/>
                <a:latin typeface="+mj-lt"/>
              </a:rPr>
              <a:t>Misconfigured HTTP headers in a web application can inadvertently leak information about the server or application. For example, the 'X-Powered-By' header might reveal the specific version of PHP used, which can be useful information for an attacker.</a:t>
            </a:r>
          </a:p>
          <a:p>
            <a:pPr marL="342900" indent="-342900">
              <a:buFont typeface="Arial" panose="020B0604020202020204" pitchFamily="34" charset="0"/>
              <a:buChar char="•"/>
            </a:pPr>
            <a:endParaRPr lang="en-US" sz="2800" b="0" i="0" dirty="0">
              <a:solidFill>
                <a:srgbClr val="0F0F0F"/>
              </a:solidFill>
              <a:effectLst/>
              <a:latin typeface="+mj-lt"/>
            </a:endParaRPr>
          </a:p>
          <a:p>
            <a:pPr marL="342900" indent="-342900">
              <a:buFont typeface="Arial" panose="020B0604020202020204" pitchFamily="34" charset="0"/>
              <a:buChar char="•"/>
            </a:pPr>
            <a:r>
              <a:rPr lang="en-US" sz="2800" b="0" i="0" dirty="0">
                <a:solidFill>
                  <a:srgbClr val="0F0F0F"/>
                </a:solidFill>
                <a:effectLst/>
                <a:latin typeface="+mj-lt"/>
              </a:rPr>
              <a:t>Proper configuration involves setting headers like 'Content-Security-Policy' to control resources the user agent is allowed to load, or 'X-Content-Type-Options' to prevent MIME-sniffing.</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166055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2. Common Vulnerabilities Related to Information Disclosure</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539430"/>
          </a:xfrm>
          <a:prstGeom prst="rect">
            <a:avLst/>
          </a:prstGeom>
          <a:noFill/>
        </p:spPr>
        <p:txBody>
          <a:bodyPr wrap="square" rtlCol="0">
            <a:spAutoFit/>
          </a:bodyPr>
          <a:lstStyle/>
          <a:p>
            <a:r>
              <a:rPr lang="en-US" sz="2800" b="1" i="0" dirty="0">
                <a:solidFill>
                  <a:srgbClr val="0F0F0F"/>
                </a:solidFill>
                <a:effectLst/>
                <a:latin typeface="+mj-lt"/>
              </a:rPr>
              <a:t>Directory Listing Vulnerabilities</a:t>
            </a:r>
          </a:p>
          <a:p>
            <a:endParaRPr lang="en-US" sz="2800" b="1" i="0" dirty="0">
              <a:solidFill>
                <a:srgbClr val="0F0F0F"/>
              </a:solidFill>
              <a:effectLst/>
              <a:latin typeface="+mj-lt"/>
            </a:endParaRPr>
          </a:p>
          <a:p>
            <a:pPr marL="342900" indent="-342900">
              <a:buFont typeface="Arial" panose="020B0604020202020204" pitchFamily="34" charset="0"/>
              <a:buChar char="•"/>
            </a:pPr>
            <a:r>
              <a:rPr lang="en-US" sz="2800" b="0" i="0" dirty="0">
                <a:solidFill>
                  <a:srgbClr val="0F0F0F"/>
                </a:solidFill>
                <a:effectLst/>
                <a:latin typeface="+mj-lt"/>
              </a:rPr>
              <a:t>If a web server's directory listing is not properly secured, it can reveal the file and directory structure of the server. This could potentially expose sensitive files, scripts, or data.</a:t>
            </a:r>
          </a:p>
          <a:p>
            <a:pPr marL="342900" indent="-342900">
              <a:buFont typeface="Arial" panose="020B0604020202020204" pitchFamily="34" charset="0"/>
              <a:buChar char="•"/>
            </a:pPr>
            <a:endParaRPr lang="en-US" sz="2800" b="0" i="0" dirty="0">
              <a:solidFill>
                <a:srgbClr val="0F0F0F"/>
              </a:solidFill>
              <a:effectLst/>
              <a:latin typeface="+mj-lt"/>
            </a:endParaRPr>
          </a:p>
          <a:p>
            <a:pPr marL="342900" indent="-342900">
              <a:buFont typeface="Arial" panose="020B0604020202020204" pitchFamily="34" charset="0"/>
              <a:buChar char="•"/>
            </a:pPr>
            <a:r>
              <a:rPr lang="en-US" sz="2800" b="0" i="0" dirty="0">
                <a:solidFill>
                  <a:srgbClr val="0F0F0F"/>
                </a:solidFill>
                <a:effectLst/>
                <a:latin typeface="+mj-lt"/>
              </a:rPr>
              <a:t>An exposed directory listing might show files like '</a:t>
            </a:r>
            <a:r>
              <a:rPr lang="en-US" sz="2800" b="0" i="0" dirty="0" err="1">
                <a:solidFill>
                  <a:srgbClr val="0F0F0F"/>
                </a:solidFill>
                <a:effectLst/>
                <a:latin typeface="+mj-lt"/>
              </a:rPr>
              <a:t>config.php</a:t>
            </a:r>
            <a:r>
              <a:rPr lang="en-US" sz="2800" b="0" i="0" dirty="0">
                <a:solidFill>
                  <a:srgbClr val="0F0F0F"/>
                </a:solidFill>
                <a:effectLst/>
                <a:latin typeface="+mj-lt"/>
              </a:rPr>
              <a:t>' or 'backup.zip,' which could contain sensitive information if accessed.</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542159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3. Impact of Information Disclosure</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539430"/>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When user data is exposed, it can lead to identity theft, financial fraud, and a significant invasion of privacy. For example, a data leak containing email addresses, passwords, and phone numbers could enable identity theft.</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Companies suffering such breaches face legal action, customer distrust, and a tarnished reputation, especially if the breach violates data protection laws like GDPR or CCPA.</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780176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3. Impact of Information Disclosure</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539430"/>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Leaked system information, such as software versions or server configurations, can provide attackers with a blueprint for targeted attacks. For example, knowing a server is running an outdated version of Apache can lead attackers to exploit specific known vulnerabilities.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This can result in unauthorized system access, data theft, and potentially taking control of the compromised system.</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4227814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569660"/>
          </a:xfrm>
          <a:prstGeom prst="rect">
            <a:avLst/>
          </a:prstGeom>
          <a:noFill/>
        </p:spPr>
        <p:txBody>
          <a:bodyPr wrap="square" rtlCol="0">
            <a:spAutoFit/>
          </a:bodyPr>
          <a:lstStyle/>
          <a:p>
            <a:r>
              <a:rPr lang="en-US" sz="3200" b="1" dirty="0"/>
              <a:t>4. Prevention Strategies</a:t>
            </a:r>
          </a:p>
          <a:p>
            <a:endParaRPr lang="en-US" sz="3200" b="1" dirty="0"/>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970318"/>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To prevent information disclosure, it's crucial to adopt secure coding practices, such as validating and encoding user inputs and outputs. Regular security audits and penetration testing should be conducted to identify and fix vulnerabilities.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Server configurations should be carefully managed to avoid exposing unnecessary information. For example, disabling unnecessary services, securing directory listings, and configuring proper error handling.</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3853773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569660"/>
          </a:xfrm>
          <a:prstGeom prst="rect">
            <a:avLst/>
          </a:prstGeom>
          <a:noFill/>
        </p:spPr>
        <p:txBody>
          <a:bodyPr wrap="square" rtlCol="0">
            <a:spAutoFit/>
          </a:bodyPr>
          <a:lstStyle/>
          <a:p>
            <a:r>
              <a:rPr lang="en-US" sz="3200" b="1" dirty="0"/>
              <a:t>5. Examples</a:t>
            </a:r>
          </a:p>
          <a:p>
            <a:endParaRPr lang="en-US" sz="3200" b="1" dirty="0"/>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970318"/>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Analyze case studies like the Equifax data breach, where a failure to patch a known vulnerability led to the exposure of sensitive data of over 143 million consumers. This breach demonstrated the catastrophic consequences of neglecting basic security measures.</a:t>
            </a:r>
          </a:p>
          <a:p>
            <a:pPr marL="457200" indent="-457200">
              <a:buFont typeface="Arial" panose="020B0604020202020204" pitchFamily="34" charset="0"/>
              <a:buChar char="•"/>
            </a:pPr>
            <a:r>
              <a:rPr lang="en-US" sz="2800" i="0" dirty="0">
                <a:solidFill>
                  <a:srgbClr val="0F0F0F"/>
                </a:solidFill>
                <a:effectLst/>
                <a:latin typeface="+mj-lt"/>
                <a:hlinkClick r:id="rId3"/>
              </a:rPr>
              <a:t>https://en.wikipedia.org/wiki/2017_Equifax_data_breach</a:t>
            </a:r>
            <a:endParaRPr lang="en-US" sz="2800" i="0" dirty="0">
              <a:solidFill>
                <a:srgbClr val="0F0F0F"/>
              </a:solidFill>
              <a:effectLst/>
              <a:latin typeface="+mj-lt"/>
            </a:endParaRP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Such incidents underline the importance of continuous security assessments, regular software updates, and adhering to best practices in data protection and cybersecurity.</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4">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784932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Summary</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4832092"/>
          </a:xfrm>
          <a:prstGeom prst="rect">
            <a:avLst/>
          </a:prstGeom>
          <a:noFill/>
        </p:spPr>
        <p:txBody>
          <a:bodyPr wrap="square" rtlCol="0">
            <a:spAutoFit/>
          </a:bodyPr>
          <a:lstStyle/>
          <a:p>
            <a:pPr marL="457200" lvl="2" indent="-457200">
              <a:buFont typeface="Arial" panose="020B0604020202020204" pitchFamily="34" charset="0"/>
              <a:buChar char="•"/>
            </a:pPr>
            <a:r>
              <a:rPr lang="en-US" sz="2800" i="0" dirty="0">
                <a:solidFill>
                  <a:srgbClr val="0F0F0F"/>
                </a:solidFill>
                <a:effectLst/>
                <a:latin typeface="+mj-lt"/>
              </a:rPr>
              <a:t>Definition and examples of information disclosure in web applications, highlighting how sensitive data can be inadvertently exposed.</a:t>
            </a:r>
          </a:p>
          <a:p>
            <a:pPr marL="457200" lvl="2" indent="-457200">
              <a:buFont typeface="Arial" panose="020B0604020202020204" pitchFamily="34" charset="0"/>
              <a:buChar char="•"/>
            </a:pPr>
            <a:endParaRPr lang="en-US" sz="2800" i="0" dirty="0">
              <a:solidFill>
                <a:srgbClr val="0F0F0F"/>
              </a:solidFill>
              <a:effectLst/>
              <a:latin typeface="+mj-lt"/>
            </a:endParaRPr>
          </a:p>
          <a:p>
            <a:pPr marL="457200" lvl="1" indent="-457200">
              <a:buFont typeface="Arial" panose="020B0604020202020204" pitchFamily="34" charset="0"/>
              <a:buChar char="•"/>
            </a:pPr>
            <a:r>
              <a:rPr lang="en-US" sz="2800" i="0" dirty="0">
                <a:solidFill>
                  <a:srgbClr val="0F0F0F"/>
                </a:solidFill>
                <a:effectLst/>
                <a:latin typeface="+mj-lt"/>
              </a:rPr>
              <a:t>Impact on user privacy and system security. </a:t>
            </a:r>
          </a:p>
          <a:p>
            <a:pPr marL="457200" lvl="1" indent="-457200">
              <a:buFont typeface="Arial" panose="020B0604020202020204" pitchFamily="34" charset="0"/>
              <a:buChar char="•"/>
            </a:pPr>
            <a:endParaRPr lang="en-US" sz="2800" dirty="0">
              <a:solidFill>
                <a:srgbClr val="0F0F0F"/>
              </a:solidFill>
              <a:latin typeface="+mj-lt"/>
            </a:endParaRPr>
          </a:p>
          <a:p>
            <a:pPr marL="457200" lvl="1" indent="-457200">
              <a:buFont typeface="Arial" panose="020B0604020202020204" pitchFamily="34" charset="0"/>
              <a:buChar char="•"/>
            </a:pPr>
            <a:r>
              <a:rPr lang="en-US" sz="2800" dirty="0">
                <a:solidFill>
                  <a:srgbClr val="0F0F0F"/>
                </a:solidFill>
                <a:latin typeface="+mj-lt"/>
              </a:rPr>
              <a:t>C</a:t>
            </a:r>
            <a:r>
              <a:rPr lang="en-US" sz="2800" i="0" dirty="0">
                <a:solidFill>
                  <a:srgbClr val="0F0F0F"/>
                </a:solidFill>
                <a:effectLst/>
                <a:latin typeface="+mj-lt"/>
              </a:rPr>
              <a:t>ommon vulnerabilities: Error messages, misconfigured headers, and directory </a:t>
            </a:r>
            <a:r>
              <a:rPr lang="en-US" sz="2800" i="0">
                <a:solidFill>
                  <a:srgbClr val="0F0F0F"/>
                </a:solidFill>
                <a:effectLst/>
                <a:latin typeface="+mj-lt"/>
              </a:rPr>
              <a:t>listings.</a:t>
            </a:r>
          </a:p>
          <a:p>
            <a:pPr marL="457200" lvl="1" indent="-457200">
              <a:buFont typeface="Arial" panose="020B0604020202020204" pitchFamily="34" charset="0"/>
              <a:buChar char="•"/>
            </a:pPr>
            <a:endParaRPr lang="en-US" sz="2800" i="0" dirty="0">
              <a:solidFill>
                <a:srgbClr val="0F0F0F"/>
              </a:solidFill>
              <a:effectLst/>
              <a:latin typeface="+mj-lt"/>
            </a:endParaRPr>
          </a:p>
          <a:p>
            <a:pPr marL="457200" lvl="1" indent="-457200">
              <a:buFont typeface="Arial" panose="020B0604020202020204" pitchFamily="34" charset="0"/>
              <a:buChar char="•"/>
            </a:pPr>
            <a:r>
              <a:rPr lang="en-US" sz="2800" dirty="0">
                <a:solidFill>
                  <a:srgbClr val="0F0F0F"/>
                </a:solidFill>
                <a:latin typeface="+mj-lt"/>
              </a:rPr>
              <a:t>Best practices for prevention, including secure coding, regular audits, and proper server configurations.</a:t>
            </a: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598010075"/>
      </p:ext>
    </p:extLst>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775</Words>
  <Application>Microsoft Office PowerPoint</Application>
  <PresentationFormat>Custom</PresentationFormat>
  <Paragraphs>58</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Helvetica Neue</vt:lpstr>
      <vt:lpstr>Arial</vt:lpstr>
      <vt:lpstr>Helvetica Neue Light</vt:lpstr>
      <vt:lpstr>White</vt:lpstr>
      <vt:lpstr>Chapter 2: Information Disclosure Vulnerabilities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Web Security Introduction </dc:title>
  <cp:lastModifiedBy>Ero Sennin</cp:lastModifiedBy>
  <cp:revision>1</cp:revision>
  <dcterms:modified xsi:type="dcterms:W3CDTF">2023-11-30T01:45:48Z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4419168</vt:lpwstr>
  </property>
  <property fmtid="{D5CDD505-2E9C-101B-9397-08002B2CF9AE}" pid="3" name="NXPowerLiteSettings">
    <vt:lpwstr>C700052003A000</vt:lpwstr>
  </property>
  <property fmtid="{D5CDD505-2E9C-101B-9397-08002B2CF9AE}" pid="4" name="NXPowerLiteVersion">
    <vt:lpwstr>D8.0.4</vt:lpwstr>
  </property>
</Properties>
</file>