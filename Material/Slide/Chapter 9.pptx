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331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</p:sldIdLst>
  <p:sldSz cx="13004800" cy="9753600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  <p:embeddedFont>
      <p:font typeface="Helvetica Neue Ligh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3" roundtripDataSignature="AMtx7mhnKKISbOK9ISA8HSU8hUwhbZb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BB8B-3057-4358-89BB-EFB64E878042}" v="1" dt="2023-11-30T03:08:28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94" y="11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93" Type="http://customschemas.google.com/relationships/presentationmetadata" Target="metadata"/><Relationship Id="rId9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9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o Sennin" userId="03426be40f75dd1c" providerId="LiveId" clId="{B3DC1719-3541-4917-B8A1-E343E06EFC00}"/>
    <pc:docChg chg="undo custSel delSld modSld">
      <pc:chgData name="Ero Sennin" userId="03426be40f75dd1c" providerId="LiveId" clId="{B3DC1719-3541-4917-B8A1-E343E06EFC00}" dt="2023-11-19T04:43:35.855" v="54" actId="47"/>
      <pc:docMkLst>
        <pc:docMk/>
      </pc:docMkLst>
      <pc:sldChg chg="modSp mod">
        <pc:chgData name="Ero Sennin" userId="03426be40f75dd1c" providerId="LiveId" clId="{B3DC1719-3541-4917-B8A1-E343E06EFC00}" dt="2023-11-19T04:36:27.553" v="3" actId="20577"/>
        <pc:sldMkLst>
          <pc:docMk/>
          <pc:sldMk cId="0" sldId="256"/>
        </pc:sldMkLst>
        <pc:spChg chg="mod">
          <ac:chgData name="Ero Sennin" userId="03426be40f75dd1c" providerId="LiveId" clId="{B3DC1719-3541-4917-B8A1-E343E06EFC00}" dt="2023-11-19T04:36:27.553" v="3" actId="20577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Ero Sennin" userId="03426be40f75dd1c" providerId="LiveId" clId="{B3DC1719-3541-4917-B8A1-E343E06EFC00}" dt="2023-11-19T04:36:39.987" v="6"/>
        <pc:sldMkLst>
          <pc:docMk/>
          <pc:sldMk cId="0" sldId="258"/>
        </pc:sldMkLst>
        <pc:spChg chg="mod">
          <ac:chgData name="Ero Sennin" userId="03426be40f75dd1c" providerId="LiveId" clId="{B3DC1719-3541-4917-B8A1-E343E06EFC00}" dt="2023-11-19T04:36:39.987" v="6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Ero Sennin" userId="03426be40f75dd1c" providerId="LiveId" clId="{B3DC1719-3541-4917-B8A1-E343E06EFC00}" dt="2023-11-19T04:38:12.606" v="9" actId="20577"/>
        <pc:sldMkLst>
          <pc:docMk/>
          <pc:sldMk cId="1909956528" sldId="331"/>
        </pc:sldMkLst>
        <pc:spChg chg="mod">
          <ac:chgData name="Ero Sennin" userId="03426be40f75dd1c" providerId="LiveId" clId="{B3DC1719-3541-4917-B8A1-E343E06EFC00}" dt="2023-11-19T04:38:05.249" v="7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B3DC1719-3541-4917-B8A1-E343E06EFC00}" dt="2023-11-19T04:38:12.606" v="9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modSp mod">
        <pc:chgData name="Ero Sennin" userId="03426be40f75dd1c" providerId="LiveId" clId="{B3DC1719-3541-4917-B8A1-E343E06EFC00}" dt="2023-11-19T04:40:21.100" v="21" actId="21"/>
        <pc:sldMkLst>
          <pc:docMk/>
          <pc:sldMk cId="3079585306" sldId="365"/>
        </pc:sldMkLst>
        <pc:spChg chg="mod">
          <ac:chgData name="Ero Sennin" userId="03426be40f75dd1c" providerId="LiveId" clId="{B3DC1719-3541-4917-B8A1-E343E06EFC00}" dt="2023-11-19T04:38:38.803" v="14"/>
          <ac:spMkLst>
            <pc:docMk/>
            <pc:sldMk cId="3079585306" sldId="365"/>
            <ac:spMk id="6" creationId="{52BDBAC3-67AD-4A97-7850-28F18722F0B1}"/>
          </ac:spMkLst>
        </pc:spChg>
        <pc:spChg chg="mod">
          <ac:chgData name="Ero Sennin" userId="03426be40f75dd1c" providerId="LiveId" clId="{B3DC1719-3541-4917-B8A1-E343E06EFC00}" dt="2023-11-19T04:40:21.100" v="21" actId="21"/>
          <ac:spMkLst>
            <pc:docMk/>
            <pc:sldMk cId="3079585306" sldId="365"/>
            <ac:spMk id="8" creationId="{6CF85C25-FECF-02E7-8B5D-63C724E2B28B}"/>
          </ac:spMkLst>
        </pc:spChg>
      </pc:sldChg>
      <pc:sldChg chg="modSp mod">
        <pc:chgData name="Ero Sennin" userId="03426be40f75dd1c" providerId="LiveId" clId="{B3DC1719-3541-4917-B8A1-E343E06EFC00}" dt="2023-11-19T04:41:07.710" v="38" actId="113"/>
        <pc:sldMkLst>
          <pc:docMk/>
          <pc:sldMk cId="1179856051" sldId="366"/>
        </pc:sldMkLst>
        <pc:spChg chg="mod">
          <ac:chgData name="Ero Sennin" userId="03426be40f75dd1c" providerId="LiveId" clId="{B3DC1719-3541-4917-B8A1-E343E06EFC00}" dt="2023-11-19T04:40:48.537" v="27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B3DC1719-3541-4917-B8A1-E343E06EFC00}" dt="2023-11-19T04:41:07.710" v="38" actId="113"/>
          <ac:spMkLst>
            <pc:docMk/>
            <pc:sldMk cId="1179856051" sldId="366"/>
            <ac:spMk id="8" creationId="{6CF85C25-FECF-02E7-8B5D-63C724E2B28B}"/>
          </ac:spMkLst>
        </pc:spChg>
      </pc:sldChg>
      <pc:sldChg chg="modSp mod">
        <pc:chgData name="Ero Sennin" userId="03426be40f75dd1c" providerId="LiveId" clId="{B3DC1719-3541-4917-B8A1-E343E06EFC00}" dt="2023-11-19T04:42:02.926" v="41" actId="20577"/>
        <pc:sldMkLst>
          <pc:docMk/>
          <pc:sldMk cId="1166055557" sldId="367"/>
        </pc:sldMkLst>
        <pc:spChg chg="mod">
          <ac:chgData name="Ero Sennin" userId="03426be40f75dd1c" providerId="LiveId" clId="{B3DC1719-3541-4917-B8A1-E343E06EFC00}" dt="2023-11-19T04:41:57.114" v="39"/>
          <ac:spMkLst>
            <pc:docMk/>
            <pc:sldMk cId="1166055557" sldId="367"/>
            <ac:spMk id="6" creationId="{52BDBAC3-67AD-4A97-7850-28F18722F0B1}"/>
          </ac:spMkLst>
        </pc:spChg>
        <pc:spChg chg="mod">
          <ac:chgData name="Ero Sennin" userId="03426be40f75dd1c" providerId="LiveId" clId="{B3DC1719-3541-4917-B8A1-E343E06EFC00}" dt="2023-11-19T04:42:02.926" v="41" actId="20577"/>
          <ac:spMkLst>
            <pc:docMk/>
            <pc:sldMk cId="1166055557" sldId="367"/>
            <ac:spMk id="8" creationId="{6CF85C25-FECF-02E7-8B5D-63C724E2B28B}"/>
          </ac:spMkLst>
        </pc:spChg>
      </pc:sldChg>
      <pc:sldChg chg="modSp mod">
        <pc:chgData name="Ero Sennin" userId="03426be40f75dd1c" providerId="LiveId" clId="{B3DC1719-3541-4917-B8A1-E343E06EFC00}" dt="2023-11-19T04:42:22.997" v="44" actId="20577"/>
        <pc:sldMkLst>
          <pc:docMk/>
          <pc:sldMk cId="1542159574" sldId="368"/>
        </pc:sldMkLst>
        <pc:spChg chg="mod">
          <ac:chgData name="Ero Sennin" userId="03426be40f75dd1c" providerId="LiveId" clId="{B3DC1719-3541-4917-B8A1-E343E06EFC00}" dt="2023-11-19T04:42:15.394" v="42"/>
          <ac:spMkLst>
            <pc:docMk/>
            <pc:sldMk cId="1542159574" sldId="368"/>
            <ac:spMk id="6" creationId="{52BDBAC3-67AD-4A97-7850-28F18722F0B1}"/>
          </ac:spMkLst>
        </pc:spChg>
        <pc:spChg chg="mod">
          <ac:chgData name="Ero Sennin" userId="03426be40f75dd1c" providerId="LiveId" clId="{B3DC1719-3541-4917-B8A1-E343E06EFC00}" dt="2023-11-19T04:42:22.997" v="44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modSp mod">
        <pc:chgData name="Ero Sennin" userId="03426be40f75dd1c" providerId="LiveId" clId="{B3DC1719-3541-4917-B8A1-E343E06EFC00}" dt="2023-11-19T04:42:46.193" v="47" actId="20577"/>
        <pc:sldMkLst>
          <pc:docMk/>
          <pc:sldMk cId="780176159" sldId="369"/>
        </pc:sldMkLst>
        <pc:spChg chg="mod">
          <ac:chgData name="Ero Sennin" userId="03426be40f75dd1c" providerId="LiveId" clId="{B3DC1719-3541-4917-B8A1-E343E06EFC00}" dt="2023-11-19T04:42:40.202" v="45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B3DC1719-3541-4917-B8A1-E343E06EFC00}" dt="2023-11-19T04:42:46.193" v="47" actId="20577"/>
          <ac:spMkLst>
            <pc:docMk/>
            <pc:sldMk cId="780176159" sldId="369"/>
            <ac:spMk id="8" creationId="{6CF85C25-FECF-02E7-8B5D-63C724E2B28B}"/>
          </ac:spMkLst>
        </pc:spChg>
      </pc:sldChg>
      <pc:sldChg chg="modSp mod">
        <pc:chgData name="Ero Sennin" userId="03426be40f75dd1c" providerId="LiveId" clId="{B3DC1719-3541-4917-B8A1-E343E06EFC00}" dt="2023-11-19T04:43:10.013" v="50" actId="20577"/>
        <pc:sldMkLst>
          <pc:docMk/>
          <pc:sldMk cId="4227814038" sldId="370"/>
        </pc:sldMkLst>
        <pc:spChg chg="mod">
          <ac:chgData name="Ero Sennin" userId="03426be40f75dd1c" providerId="LiveId" clId="{B3DC1719-3541-4917-B8A1-E343E06EFC00}" dt="2023-11-19T04:43:04.109" v="48"/>
          <ac:spMkLst>
            <pc:docMk/>
            <pc:sldMk cId="4227814038" sldId="370"/>
            <ac:spMk id="6" creationId="{52BDBAC3-67AD-4A97-7850-28F18722F0B1}"/>
          </ac:spMkLst>
        </pc:spChg>
        <pc:spChg chg="mod">
          <ac:chgData name="Ero Sennin" userId="03426be40f75dd1c" providerId="LiveId" clId="{B3DC1719-3541-4917-B8A1-E343E06EFC00}" dt="2023-11-19T04:43:10.013" v="50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mod">
        <pc:chgData name="Ero Sennin" userId="03426be40f75dd1c" providerId="LiveId" clId="{B3DC1719-3541-4917-B8A1-E343E06EFC00}" dt="2023-11-19T04:43:31.928" v="53" actId="20577"/>
        <pc:sldMkLst>
          <pc:docMk/>
          <pc:sldMk cId="3853773006" sldId="371"/>
        </pc:sldMkLst>
        <pc:spChg chg="mod">
          <ac:chgData name="Ero Sennin" userId="03426be40f75dd1c" providerId="LiveId" clId="{B3DC1719-3541-4917-B8A1-E343E06EFC00}" dt="2023-11-19T04:43:26.077" v="51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B3DC1719-3541-4917-B8A1-E343E06EFC00}" dt="2023-11-19T04:43:31.928" v="53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del">
        <pc:chgData name="Ero Sennin" userId="03426be40f75dd1c" providerId="LiveId" clId="{B3DC1719-3541-4917-B8A1-E343E06EFC00}" dt="2023-11-19T04:43:35.855" v="54" actId="47"/>
        <pc:sldMkLst>
          <pc:docMk/>
          <pc:sldMk cId="784932187" sldId="372"/>
        </pc:sldMkLst>
      </pc:sldChg>
      <pc:sldChg chg="addSp delSp modSp mod">
        <pc:chgData name="Ero Sennin" userId="03426be40f75dd1c" providerId="LiveId" clId="{B3DC1719-3541-4917-B8A1-E343E06EFC00}" dt="2023-11-19T04:40:41.294" v="26"/>
        <pc:sldMkLst>
          <pc:docMk/>
          <pc:sldMk cId="1960463523" sldId="373"/>
        </pc:sldMkLst>
        <pc:spChg chg="add mod">
          <ac:chgData name="Ero Sennin" userId="03426be40f75dd1c" providerId="LiveId" clId="{B3DC1719-3541-4917-B8A1-E343E06EFC00}" dt="2023-11-19T04:40:41.294" v="26"/>
          <ac:spMkLst>
            <pc:docMk/>
            <pc:sldMk cId="1960463523" sldId="373"/>
            <ac:spMk id="2" creationId="{61D0143E-1412-7F56-8271-262FA1575E46}"/>
          </ac:spMkLst>
        </pc:spChg>
        <pc:spChg chg="del">
          <ac:chgData name="Ero Sennin" userId="03426be40f75dd1c" providerId="LiveId" clId="{B3DC1719-3541-4917-B8A1-E343E06EFC00}" dt="2023-11-19T04:40:40.418" v="25" actId="478"/>
          <ac:spMkLst>
            <pc:docMk/>
            <pc:sldMk cId="1960463523" sldId="373"/>
            <ac:spMk id="6" creationId="{52BDBAC3-67AD-4A97-7850-28F18722F0B1}"/>
          </ac:spMkLst>
        </pc:spChg>
        <pc:spChg chg="mod">
          <ac:chgData name="Ero Sennin" userId="03426be40f75dd1c" providerId="LiveId" clId="{B3DC1719-3541-4917-B8A1-E343E06EFC00}" dt="2023-11-19T04:40:30.645" v="24" actId="113"/>
          <ac:spMkLst>
            <pc:docMk/>
            <pc:sldMk cId="1960463523" sldId="373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59AC1DFC-6538-4039-B625-EF0FC9C0D4A9}"/>
    <pc:docChg chg="undo redo custSel addSld delSld modSld sldOrd">
      <pc:chgData name="Ero Sennin" userId="03426be40f75dd1c" providerId="LiveId" clId="{59AC1DFC-6538-4039-B625-EF0FC9C0D4A9}" dt="2023-11-18T17:59:14.621" v="1116" actId="20577"/>
      <pc:docMkLst>
        <pc:docMk/>
      </pc:docMkLst>
      <pc:sldChg chg="modSp mod">
        <pc:chgData name="Ero Sennin" userId="03426be40f75dd1c" providerId="LiveId" clId="{59AC1DFC-6538-4039-B625-EF0FC9C0D4A9}" dt="2023-11-18T14:54:26.230" v="165" actId="1076"/>
        <pc:sldMkLst>
          <pc:docMk/>
          <pc:sldMk cId="0" sldId="256"/>
        </pc:sldMkLst>
        <pc:spChg chg="mod">
          <ac:chgData name="Ero Sennin" userId="03426be40f75dd1c" providerId="LiveId" clId="{59AC1DFC-6538-4039-B625-EF0FC9C0D4A9}" dt="2023-11-18T14:54:26.230" v="165" actId="1076"/>
          <ac:spMkLst>
            <pc:docMk/>
            <pc:sldMk cId="0" sldId="256"/>
            <ac:spMk id="58" creationId="{00000000-0000-0000-0000-000000000000}"/>
          </ac:spMkLst>
        </pc:spChg>
      </pc:sldChg>
      <pc:sldChg chg="del">
        <pc:chgData name="Ero Sennin" userId="03426be40f75dd1c" providerId="LiveId" clId="{59AC1DFC-6538-4039-B625-EF0FC9C0D4A9}" dt="2023-11-18T14:50:22.157" v="0" actId="47"/>
        <pc:sldMkLst>
          <pc:docMk/>
          <pc:sldMk cId="0" sldId="257"/>
        </pc:sldMkLst>
      </pc:sldChg>
      <pc:sldChg chg="addSp delSp modSp mod">
        <pc:chgData name="Ero Sennin" userId="03426be40f75dd1c" providerId="LiveId" clId="{59AC1DFC-6538-4039-B625-EF0FC9C0D4A9}" dt="2023-11-18T17:21:37.591" v="800" actId="1076"/>
        <pc:sldMkLst>
          <pc:docMk/>
          <pc:sldMk cId="0" sldId="258"/>
        </pc:sldMkLst>
        <pc:spChg chg="mod">
          <ac:chgData name="Ero Sennin" userId="03426be40f75dd1c" providerId="LiveId" clId="{59AC1DFC-6538-4039-B625-EF0FC9C0D4A9}" dt="2023-11-18T14:53:27.289" v="139" actId="20577"/>
          <ac:spMkLst>
            <pc:docMk/>
            <pc:sldMk cId="0" sldId="258"/>
            <ac:spMk id="71" creationId="{00000000-0000-0000-0000-000000000000}"/>
          </ac:spMkLst>
        </pc:spChg>
        <pc:spChg chg="mod">
          <ac:chgData name="Ero Sennin" userId="03426be40f75dd1c" providerId="LiveId" clId="{59AC1DFC-6538-4039-B625-EF0FC9C0D4A9}" dt="2023-11-18T17:21:37.591" v="800" actId="1076"/>
          <ac:spMkLst>
            <pc:docMk/>
            <pc:sldMk cId="0" sldId="258"/>
            <ac:spMk id="72" creationId="{00000000-0000-0000-0000-000000000000}"/>
          </ac:spMkLst>
        </pc:spChg>
        <pc:picChg chg="add mod">
          <ac:chgData name="Ero Sennin" userId="03426be40f75dd1c" providerId="LiveId" clId="{59AC1DFC-6538-4039-B625-EF0FC9C0D4A9}" dt="2023-11-18T15:58:49.678" v="487" actId="1076"/>
          <ac:picMkLst>
            <pc:docMk/>
            <pc:sldMk cId="0" sldId="258"/>
            <ac:picMk id="2" creationId="{27AEA11D-58DC-E73A-C89B-4CF0EC2B9DE0}"/>
          </ac:picMkLst>
        </pc:picChg>
        <pc:picChg chg="del">
          <ac:chgData name="Ero Sennin" userId="03426be40f75dd1c" providerId="LiveId" clId="{59AC1DFC-6538-4039-B625-EF0FC9C0D4A9}" dt="2023-11-18T14:50:29.025" v="1" actId="478"/>
          <ac:picMkLst>
            <pc:docMk/>
            <pc:sldMk cId="0" sldId="258"/>
            <ac:picMk id="69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4:50:36.162" v="2" actId="47"/>
        <pc:sldMkLst>
          <pc:docMk/>
          <pc:sldMk cId="0" sldId="259"/>
        </pc:sldMkLst>
      </pc:sldChg>
      <pc:sldChg chg="delSp modSp del mod">
        <pc:chgData name="Ero Sennin" userId="03426be40f75dd1c" providerId="LiveId" clId="{59AC1DFC-6538-4039-B625-EF0FC9C0D4A9}" dt="2023-11-18T17:13:22.272" v="765" actId="47"/>
        <pc:sldMkLst>
          <pc:docMk/>
          <pc:sldMk cId="0" sldId="260"/>
        </pc:sldMkLst>
        <pc:picChg chg="del mod">
          <ac:chgData name="Ero Sennin" userId="03426be40f75dd1c" providerId="LiveId" clId="{59AC1DFC-6538-4039-B625-EF0FC9C0D4A9}" dt="2023-11-18T14:54:41.683" v="167" actId="478"/>
          <ac:picMkLst>
            <pc:docMk/>
            <pc:sldMk cId="0" sldId="260"/>
            <ac:picMk id="91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3"/>
        </pc:sldMkLst>
      </pc:sldChg>
      <pc:sldChg chg="add del">
        <pc:chgData name="Ero Sennin" userId="03426be40f75dd1c" providerId="LiveId" clId="{59AC1DFC-6538-4039-B625-EF0FC9C0D4A9}" dt="2023-11-18T17:13:22.272" v="765" actId="47"/>
        <pc:sldMkLst>
          <pc:docMk/>
          <pc:sldMk cId="0" sldId="26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9"/>
        </pc:sldMkLst>
      </pc:sldChg>
      <pc:sldChg chg="del">
        <pc:chgData name="Ero Sennin" userId="03426be40f75dd1c" providerId="LiveId" clId="{59AC1DFC-6538-4039-B625-EF0FC9C0D4A9}" dt="2023-11-18T17:14:28.804" v="767" actId="47"/>
        <pc:sldMkLst>
          <pc:docMk/>
          <pc:sldMk cId="0" sldId="330"/>
        </pc:sldMkLst>
      </pc:sldChg>
      <pc:sldChg chg="new del">
        <pc:chgData name="Ero Sennin" userId="03426be40f75dd1c" providerId="LiveId" clId="{59AC1DFC-6538-4039-B625-EF0FC9C0D4A9}" dt="2023-11-18T15:27:26.347" v="230" actId="47"/>
        <pc:sldMkLst>
          <pc:docMk/>
          <pc:sldMk cId="222447800" sldId="331"/>
        </pc:sldMkLst>
      </pc:sldChg>
      <pc:sldChg chg="addSp delSp modSp new mod ord setBg modShow">
        <pc:chgData name="Ero Sennin" userId="03426be40f75dd1c" providerId="LiveId" clId="{59AC1DFC-6538-4039-B625-EF0FC9C0D4A9}" dt="2023-11-18T16:29:23.497" v="645" actId="729"/>
        <pc:sldMkLst>
          <pc:docMk/>
          <pc:sldMk cId="1909956528" sldId="331"/>
        </pc:sldMkLst>
        <pc:spChg chg="del">
          <ac:chgData name="Ero Sennin" userId="03426be40f75dd1c" providerId="LiveId" clId="{59AC1DFC-6538-4039-B625-EF0FC9C0D4A9}" dt="2023-11-18T15:38:53.571" v="234" actId="478"/>
          <ac:spMkLst>
            <pc:docMk/>
            <pc:sldMk cId="1909956528" sldId="331"/>
            <ac:spMk id="2" creationId="{D38A0210-C9DA-1AB6-2CDE-33860E092688}"/>
          </ac:spMkLst>
        </pc:spChg>
        <pc:spChg chg="add del mod">
          <ac:chgData name="Ero Sennin" userId="03426be40f75dd1c" providerId="LiveId" clId="{59AC1DFC-6538-4039-B625-EF0FC9C0D4A9}" dt="2023-11-18T15:42:32.216" v="303" actId="478"/>
          <ac:spMkLst>
            <pc:docMk/>
            <pc:sldMk cId="1909956528" sldId="331"/>
            <ac:spMk id="4" creationId="{EB36F7DD-CDB7-2C65-BCE0-D40070DA3FCD}"/>
          </ac:spMkLst>
        </pc:spChg>
        <pc:spChg chg="add mod">
          <ac:chgData name="Ero Sennin" userId="03426be40f75dd1c" providerId="LiveId" clId="{59AC1DFC-6538-4039-B625-EF0FC9C0D4A9}" dt="2023-11-18T15:42:14.885" v="299" actId="1076"/>
          <ac:spMkLst>
            <pc:docMk/>
            <pc:sldMk cId="1909956528" sldId="331"/>
            <ac:spMk id="6" creationId="{52BDBAC3-67AD-4A97-7850-28F18722F0B1}"/>
          </ac:spMkLst>
        </pc:spChg>
        <pc:spChg chg="add del mod">
          <ac:chgData name="Ero Sennin" userId="03426be40f75dd1c" providerId="LiveId" clId="{59AC1DFC-6538-4039-B625-EF0FC9C0D4A9}" dt="2023-11-18T15:42:30.665" v="302"/>
          <ac:spMkLst>
            <pc:docMk/>
            <pc:sldMk cId="1909956528" sldId="331"/>
            <ac:spMk id="7" creationId="{1FEBF161-9BE4-8605-2202-A0496952536B}"/>
          </ac:spMkLst>
        </pc:spChg>
        <pc:spChg chg="add mod">
          <ac:chgData name="Ero Sennin" userId="03426be40f75dd1c" providerId="LiveId" clId="{59AC1DFC-6538-4039-B625-EF0FC9C0D4A9}" dt="2023-11-18T16:07:18.834" v="533" actId="404"/>
          <ac:spMkLst>
            <pc:docMk/>
            <pc:sldMk cId="1909956528" sldId="331"/>
            <ac:spMk id="8" creationId="{6CF85C25-FECF-02E7-8B5D-63C724E2B28B}"/>
          </ac:spMkLst>
        </pc:spChg>
        <pc:spChg chg="add">
          <ac:chgData name="Ero Sennin" userId="03426be40f75dd1c" providerId="LiveId" clId="{59AC1DFC-6538-4039-B625-EF0FC9C0D4A9}" dt="2023-11-18T15:40:44.222" v="269" actId="26606"/>
          <ac:spMkLst>
            <pc:docMk/>
            <pc:sldMk cId="1909956528" sldId="331"/>
            <ac:spMk id="10" creationId="{870A1295-61BC-4214-AA3E-D396673024D0}"/>
          </ac:spMkLst>
        </pc:spChg>
        <pc:grpChg chg="add">
          <ac:chgData name="Ero Sennin" userId="03426be40f75dd1c" providerId="LiveId" clId="{59AC1DFC-6538-4039-B625-EF0FC9C0D4A9}" dt="2023-11-18T15:40:44.222" v="269" actId="26606"/>
          <ac:grpSpMkLst>
            <pc:docMk/>
            <pc:sldMk cId="1909956528" sldId="331"/>
            <ac:grpSpMk id="12" creationId="{0B139475-2B26-4CA9-9413-DE741E49F7BB}"/>
          </ac:grpSpMkLst>
        </pc:grpChg>
        <pc:picChg chg="add mod">
          <ac:chgData name="Ero Sennin" userId="03426be40f75dd1c" providerId="LiveId" clId="{59AC1DFC-6538-4039-B625-EF0FC9C0D4A9}" dt="2023-11-18T15:42:49.033" v="311" actId="14100"/>
          <ac:picMkLst>
            <pc:docMk/>
            <pc:sldMk cId="1909956528" sldId="331"/>
            <ac:picMk id="5" creationId="{A9B5D548-0AEB-B038-A729-DB2AC0FFECF5}"/>
          </ac:picMkLst>
        </pc:picChg>
        <pc:picChg chg="add mod">
          <ac:chgData name="Ero Sennin" userId="03426be40f75dd1c" providerId="LiveId" clId="{59AC1DFC-6538-4039-B625-EF0FC9C0D4A9}" dt="2023-11-18T15:58:51.960" v="488"/>
          <ac:picMkLst>
            <pc:docMk/>
            <pc:sldMk cId="1909956528" sldId="331"/>
            <ac:picMk id="9" creationId="{052C2FDB-C94D-AB7D-702F-49B6289B816C}"/>
          </ac:picMkLst>
        </pc:picChg>
      </pc:sldChg>
      <pc:sldChg chg="addSp delSp modSp add mod">
        <pc:chgData name="Ero Sennin" userId="03426be40f75dd1c" providerId="LiveId" clId="{59AC1DFC-6538-4039-B625-EF0FC9C0D4A9}" dt="2023-11-18T16:07:14.689" v="532" actId="404"/>
        <pc:sldMkLst>
          <pc:docMk/>
          <pc:sldMk cId="265992425" sldId="332"/>
        </pc:sldMkLst>
        <pc:spChg chg="add del mod">
          <ac:chgData name="Ero Sennin" userId="03426be40f75dd1c" providerId="LiveId" clId="{59AC1DFC-6538-4039-B625-EF0FC9C0D4A9}" dt="2023-11-18T15:46:41.331" v="361" actId="767"/>
          <ac:spMkLst>
            <pc:docMk/>
            <pc:sldMk cId="265992425" sldId="332"/>
            <ac:spMk id="2" creationId="{0D98DAC1-81D1-2E91-97CC-A747778DCE30}"/>
          </ac:spMkLst>
        </pc:spChg>
        <pc:spChg chg="add del mod">
          <ac:chgData name="Ero Sennin" userId="03426be40f75dd1c" providerId="LiveId" clId="{59AC1DFC-6538-4039-B625-EF0FC9C0D4A9}" dt="2023-11-18T15:48:36.250" v="415" actId="21"/>
          <ac:spMkLst>
            <pc:docMk/>
            <pc:sldMk cId="265992425" sldId="332"/>
            <ac:spMk id="3" creationId="{08CD2B2F-5EC3-1116-D8B2-1E5450F0B862}"/>
          </ac:spMkLst>
        </pc:spChg>
        <pc:spChg chg="mod">
          <ac:chgData name="Ero Sennin" userId="03426be40f75dd1c" providerId="LiveId" clId="{59AC1DFC-6538-4039-B625-EF0FC9C0D4A9}" dt="2023-11-18T16:07:14.689" v="532" actId="404"/>
          <ac:spMkLst>
            <pc:docMk/>
            <pc:sldMk cId="265992425" sldId="332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3.051" v="489"/>
          <ac:picMkLst>
            <pc:docMk/>
            <pc:sldMk cId="265992425" sldId="332"/>
            <ac:picMk id="4" creationId="{21358416-46E9-821B-EE05-32D56334ADFF}"/>
          </ac:picMkLst>
        </pc:picChg>
      </pc:sldChg>
      <pc:sldChg chg="addSp delSp modSp add mod">
        <pc:chgData name="Ero Sennin" userId="03426be40f75dd1c" providerId="LiveId" clId="{59AC1DFC-6538-4039-B625-EF0FC9C0D4A9}" dt="2023-11-18T16:07:11.504" v="531" actId="404"/>
        <pc:sldMkLst>
          <pc:docMk/>
          <pc:sldMk cId="3161217611" sldId="333"/>
        </pc:sldMkLst>
        <pc:spChg chg="add del mod">
          <ac:chgData name="Ero Sennin" userId="03426be40f75dd1c" providerId="LiveId" clId="{59AC1DFC-6538-4039-B625-EF0FC9C0D4A9}" dt="2023-11-18T15:48:47.868" v="418"/>
          <ac:spMkLst>
            <pc:docMk/>
            <pc:sldMk cId="3161217611" sldId="333"/>
            <ac:spMk id="2" creationId="{65A2E775-C12C-9A36-02E3-5157A5CC7249}"/>
          </ac:spMkLst>
        </pc:spChg>
        <pc:spChg chg="mod">
          <ac:chgData name="Ero Sennin" userId="03426be40f75dd1c" providerId="LiveId" clId="{59AC1DFC-6538-4039-B625-EF0FC9C0D4A9}" dt="2023-11-18T16:07:11.504" v="531" actId="404"/>
          <ac:spMkLst>
            <pc:docMk/>
            <pc:sldMk cId="3161217611" sldId="333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5.488" v="490"/>
          <ac:picMkLst>
            <pc:docMk/>
            <pc:sldMk cId="3161217611" sldId="333"/>
            <ac:picMk id="3" creationId="{F6EFE7AE-07BC-655F-FFF0-573D3DD52271}"/>
          </ac:picMkLst>
        </pc:picChg>
      </pc:sldChg>
      <pc:sldChg chg="addSp modSp add mod">
        <pc:chgData name="Ero Sennin" userId="03426be40f75dd1c" providerId="LiveId" clId="{59AC1DFC-6538-4039-B625-EF0FC9C0D4A9}" dt="2023-11-18T16:07:05.285" v="530" actId="404"/>
        <pc:sldMkLst>
          <pc:docMk/>
          <pc:sldMk cId="2794045480" sldId="334"/>
        </pc:sldMkLst>
        <pc:spChg chg="mod">
          <ac:chgData name="Ero Sennin" userId="03426be40f75dd1c" providerId="LiveId" clId="{59AC1DFC-6538-4039-B625-EF0FC9C0D4A9}" dt="2023-11-18T15:52:08.216" v="438" actId="14100"/>
          <ac:spMkLst>
            <pc:docMk/>
            <pc:sldMk cId="2794045480" sldId="33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7:05.285" v="530" actId="404"/>
          <ac:spMkLst>
            <pc:docMk/>
            <pc:sldMk cId="2794045480" sldId="33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260" v="491"/>
          <ac:picMkLst>
            <pc:docMk/>
            <pc:sldMk cId="2794045480" sldId="334"/>
            <ac:picMk id="2" creationId="{5027EC5C-F179-6158-F76D-23039B81DE14}"/>
          </ac:picMkLst>
        </pc:picChg>
      </pc:sldChg>
      <pc:sldChg chg="addSp modSp add mod">
        <pc:chgData name="Ero Sennin" userId="03426be40f75dd1c" providerId="LiveId" clId="{59AC1DFC-6538-4039-B625-EF0FC9C0D4A9}" dt="2023-11-18T16:06:57.957" v="527" actId="404"/>
        <pc:sldMkLst>
          <pc:docMk/>
          <pc:sldMk cId="4204554352" sldId="335"/>
        </pc:sldMkLst>
        <pc:spChg chg="mod">
          <ac:chgData name="Ero Sennin" userId="03426be40f75dd1c" providerId="LiveId" clId="{59AC1DFC-6538-4039-B625-EF0FC9C0D4A9}" dt="2023-11-18T15:57:24.748" v="477" actId="14100"/>
          <ac:spMkLst>
            <pc:docMk/>
            <pc:sldMk cId="4204554352" sldId="33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6:57.957" v="527" actId="404"/>
          <ac:spMkLst>
            <pc:docMk/>
            <pc:sldMk cId="4204554352" sldId="335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982" v="492"/>
          <ac:picMkLst>
            <pc:docMk/>
            <pc:sldMk cId="4204554352" sldId="335"/>
            <ac:picMk id="2" creationId="{F3FC9FF9-5BA8-97F9-C403-E0D002BF5C8C}"/>
          </ac:picMkLst>
        </pc:picChg>
      </pc:sldChg>
      <pc:sldChg chg="modSp add mod">
        <pc:chgData name="Ero Sennin" userId="03426be40f75dd1c" providerId="LiveId" clId="{59AC1DFC-6538-4039-B625-EF0FC9C0D4A9}" dt="2023-11-18T16:06:50.035" v="524" actId="113"/>
        <pc:sldMkLst>
          <pc:docMk/>
          <pc:sldMk cId="1789055924" sldId="336"/>
        </pc:sldMkLst>
        <pc:spChg chg="mod">
          <ac:chgData name="Ero Sennin" userId="03426be40f75dd1c" providerId="LiveId" clId="{59AC1DFC-6538-4039-B625-EF0FC9C0D4A9}" dt="2023-11-18T16:06:50.035" v="524" actId="113"/>
          <ac:spMkLst>
            <pc:docMk/>
            <pc:sldMk cId="1789055924" sldId="33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08:20.149" v="544" actId="113"/>
        <pc:sldMkLst>
          <pc:docMk/>
          <pc:sldMk cId="2941605581" sldId="337"/>
        </pc:sldMkLst>
        <pc:spChg chg="mod">
          <ac:chgData name="Ero Sennin" userId="03426be40f75dd1c" providerId="LiveId" clId="{59AC1DFC-6538-4039-B625-EF0FC9C0D4A9}" dt="2023-11-18T16:08:20.149" v="544" actId="113"/>
          <ac:spMkLst>
            <pc:docMk/>
            <pc:sldMk cId="2941605581" sldId="337"/>
            <ac:spMk id="8" creationId="{6CF85C25-FECF-02E7-8B5D-63C724E2B28B}"/>
          </ac:spMkLst>
        </pc:spChg>
      </pc:sldChg>
      <pc:sldChg chg="new del ord">
        <pc:chgData name="Ero Sennin" userId="03426be40f75dd1c" providerId="LiveId" clId="{59AC1DFC-6538-4039-B625-EF0FC9C0D4A9}" dt="2023-11-18T17:13:23.593" v="766" actId="47"/>
        <pc:sldMkLst>
          <pc:docMk/>
          <pc:sldMk cId="2513340953" sldId="338"/>
        </pc:sldMkLst>
      </pc:sldChg>
      <pc:sldChg chg="modSp add mod">
        <pc:chgData name="Ero Sennin" userId="03426be40f75dd1c" providerId="LiveId" clId="{59AC1DFC-6538-4039-B625-EF0FC9C0D4A9}" dt="2023-11-18T16:09:53.170" v="553" actId="113"/>
        <pc:sldMkLst>
          <pc:docMk/>
          <pc:sldMk cId="3117361790" sldId="339"/>
        </pc:sldMkLst>
        <pc:spChg chg="mod">
          <ac:chgData name="Ero Sennin" userId="03426be40f75dd1c" providerId="LiveId" clId="{59AC1DFC-6538-4039-B625-EF0FC9C0D4A9}" dt="2023-11-18T16:09:53.170" v="553" actId="113"/>
          <ac:spMkLst>
            <pc:docMk/>
            <pc:sldMk cId="3117361790" sldId="33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0:34.758" v="567" actId="113"/>
        <pc:sldMkLst>
          <pc:docMk/>
          <pc:sldMk cId="379817075" sldId="340"/>
        </pc:sldMkLst>
        <pc:spChg chg="mod">
          <ac:chgData name="Ero Sennin" userId="03426be40f75dd1c" providerId="LiveId" clId="{59AC1DFC-6538-4039-B625-EF0FC9C0D4A9}" dt="2023-11-18T16:10:34.758" v="567" actId="113"/>
          <ac:spMkLst>
            <pc:docMk/>
            <pc:sldMk cId="379817075" sldId="340"/>
            <ac:spMk id="8" creationId="{6CF85C25-FECF-02E7-8B5D-63C724E2B28B}"/>
          </ac:spMkLst>
        </pc:spChg>
      </pc:sldChg>
      <pc:sldChg chg="new del">
        <pc:chgData name="Ero Sennin" userId="03426be40f75dd1c" providerId="LiveId" clId="{59AC1DFC-6538-4039-B625-EF0FC9C0D4A9}" dt="2023-11-18T16:10:03.261" v="555" actId="47"/>
        <pc:sldMkLst>
          <pc:docMk/>
          <pc:sldMk cId="3467547685" sldId="340"/>
        </pc:sldMkLst>
      </pc:sldChg>
      <pc:sldChg chg="modSp add mod">
        <pc:chgData name="Ero Sennin" userId="03426be40f75dd1c" providerId="LiveId" clId="{59AC1DFC-6538-4039-B625-EF0FC9C0D4A9}" dt="2023-11-18T16:11:19.057" v="575" actId="113"/>
        <pc:sldMkLst>
          <pc:docMk/>
          <pc:sldMk cId="424304537" sldId="341"/>
        </pc:sldMkLst>
        <pc:spChg chg="mod">
          <ac:chgData name="Ero Sennin" userId="03426be40f75dd1c" providerId="LiveId" clId="{59AC1DFC-6538-4039-B625-EF0FC9C0D4A9}" dt="2023-11-18T16:11:19.057" v="575" actId="113"/>
          <ac:spMkLst>
            <pc:docMk/>
            <pc:sldMk cId="424304537" sldId="34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4:35.164" v="592" actId="20577"/>
        <pc:sldMkLst>
          <pc:docMk/>
          <pc:sldMk cId="2187594355" sldId="342"/>
        </pc:sldMkLst>
        <pc:spChg chg="mod">
          <ac:chgData name="Ero Sennin" userId="03426be40f75dd1c" providerId="LiveId" clId="{59AC1DFC-6538-4039-B625-EF0FC9C0D4A9}" dt="2023-11-18T16:13:35.202" v="578"/>
          <ac:spMkLst>
            <pc:docMk/>
            <pc:sldMk cId="2187594355" sldId="342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14:35.164" v="592" actId="20577"/>
          <ac:spMkLst>
            <pc:docMk/>
            <pc:sldMk cId="2187594355" sldId="34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5:11.929" v="602" actId="113"/>
        <pc:sldMkLst>
          <pc:docMk/>
          <pc:sldMk cId="3977605819" sldId="343"/>
        </pc:sldMkLst>
        <pc:spChg chg="mod">
          <ac:chgData name="Ero Sennin" userId="03426be40f75dd1c" providerId="LiveId" clId="{59AC1DFC-6538-4039-B625-EF0FC9C0D4A9}" dt="2023-11-18T16:15:11.929" v="602" actId="113"/>
          <ac:spMkLst>
            <pc:docMk/>
            <pc:sldMk cId="3977605819" sldId="34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3:14.286" v="694" actId="12"/>
        <pc:sldMkLst>
          <pc:docMk/>
          <pc:sldMk cId="71056339" sldId="344"/>
        </pc:sldMkLst>
        <pc:spChg chg="mod">
          <ac:chgData name="Ero Sennin" userId="03426be40f75dd1c" providerId="LiveId" clId="{59AC1DFC-6538-4039-B625-EF0FC9C0D4A9}" dt="2023-11-18T16:29:41.703" v="646"/>
          <ac:spMkLst>
            <pc:docMk/>
            <pc:sldMk cId="71056339" sldId="34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3:14.286" v="694" actId="12"/>
          <ac:spMkLst>
            <pc:docMk/>
            <pc:sldMk cId="71056339" sldId="344"/>
            <ac:spMk id="8" creationId="{6CF85C25-FECF-02E7-8B5D-63C724E2B28B}"/>
          </ac:spMkLst>
        </pc:spChg>
        <pc:picChg chg="mod">
          <ac:chgData name="Ero Sennin" userId="03426be40f75dd1c" providerId="LiveId" clId="{59AC1DFC-6538-4039-B625-EF0FC9C0D4A9}" dt="2023-11-18T16:28:58.316" v="634" actId="197"/>
          <ac:picMkLst>
            <pc:docMk/>
            <pc:sldMk cId="71056339" sldId="344"/>
            <ac:picMk id="5" creationId="{A9B5D548-0AEB-B038-A729-DB2AC0FFECF5}"/>
          </ac:picMkLst>
        </pc:picChg>
      </pc:sldChg>
      <pc:sldChg chg="new add del">
        <pc:chgData name="Ero Sennin" userId="03426be40f75dd1c" providerId="LiveId" clId="{59AC1DFC-6538-4039-B625-EF0FC9C0D4A9}" dt="2023-11-18T16:32:29.637" v="667" actId="680"/>
        <pc:sldMkLst>
          <pc:docMk/>
          <pc:sldMk cId="2058428942" sldId="345"/>
        </pc:sldMkLst>
      </pc:sldChg>
      <pc:sldChg chg="modSp add mod">
        <pc:chgData name="Ero Sennin" userId="03426be40f75dd1c" providerId="LiveId" clId="{59AC1DFC-6538-4039-B625-EF0FC9C0D4A9}" dt="2023-11-18T16:34:08.567" v="704" actId="113"/>
        <pc:sldMkLst>
          <pc:docMk/>
          <pc:sldMk cId="3362010045" sldId="345"/>
        </pc:sldMkLst>
        <pc:spChg chg="mod">
          <ac:chgData name="Ero Sennin" userId="03426be40f75dd1c" providerId="LiveId" clId="{59AC1DFC-6538-4039-B625-EF0FC9C0D4A9}" dt="2023-11-18T16:33:46.477" v="697"/>
          <ac:spMkLst>
            <pc:docMk/>
            <pc:sldMk cId="3362010045" sldId="34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4:08.567" v="704" actId="113"/>
          <ac:spMkLst>
            <pc:docMk/>
            <pc:sldMk cId="3362010045" sldId="345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5:19.006" v="713" actId="113"/>
        <pc:sldMkLst>
          <pc:docMk/>
          <pc:sldMk cId="1608157032" sldId="346"/>
        </pc:sldMkLst>
        <pc:spChg chg="mod">
          <ac:chgData name="Ero Sennin" userId="03426be40f75dd1c" providerId="LiveId" clId="{59AC1DFC-6538-4039-B625-EF0FC9C0D4A9}" dt="2023-11-18T16:35:01.921" v="706"/>
          <ac:spMkLst>
            <pc:docMk/>
            <pc:sldMk cId="1608157032" sldId="346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5:19.006" v="713" actId="113"/>
          <ac:spMkLst>
            <pc:docMk/>
            <pc:sldMk cId="1608157032" sldId="34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7:11.184" v="1008" actId="20577"/>
        <pc:sldMkLst>
          <pc:docMk/>
          <pc:sldMk cId="1396905398" sldId="347"/>
        </pc:sldMkLst>
        <pc:spChg chg="mod">
          <ac:chgData name="Ero Sennin" userId="03426be40f75dd1c" providerId="LiveId" clId="{59AC1DFC-6538-4039-B625-EF0FC9C0D4A9}" dt="2023-11-18T17:11:00.267" v="725"/>
          <ac:spMkLst>
            <pc:docMk/>
            <pc:sldMk cId="1396905398" sldId="347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1.184" v="1008" actId="20577"/>
          <ac:spMkLst>
            <pc:docMk/>
            <pc:sldMk cId="1396905398" sldId="347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59AC1DFC-6538-4039-B625-EF0FC9C0D4A9}" dt="2023-11-18T17:47:16.021" v="1010" actId="20577"/>
        <pc:sldMkLst>
          <pc:docMk/>
          <pc:sldMk cId="775201600" sldId="348"/>
        </pc:sldMkLst>
        <pc:spChg chg="add mod">
          <ac:chgData name="Ero Sennin" userId="03426be40f75dd1c" providerId="LiveId" clId="{59AC1DFC-6538-4039-B625-EF0FC9C0D4A9}" dt="2023-11-18T17:11:07.182" v="727"/>
          <ac:spMkLst>
            <pc:docMk/>
            <pc:sldMk cId="775201600" sldId="348"/>
            <ac:spMk id="3" creationId="{CAE23DEA-2710-CC0F-72B6-0E6CD7F60193}"/>
          </ac:spMkLst>
        </pc:spChg>
        <pc:spChg chg="del">
          <ac:chgData name="Ero Sennin" userId="03426be40f75dd1c" providerId="LiveId" clId="{59AC1DFC-6538-4039-B625-EF0FC9C0D4A9}" dt="2023-11-18T17:11:06.894" v="726" actId="478"/>
          <ac:spMkLst>
            <pc:docMk/>
            <pc:sldMk cId="775201600" sldId="348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6.021" v="1010" actId="20577"/>
          <ac:spMkLst>
            <pc:docMk/>
            <pc:sldMk cId="775201600" sldId="34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9.589" v="760" actId="20577"/>
        <pc:sldMkLst>
          <pc:docMk/>
          <pc:sldMk cId="271087555" sldId="349"/>
        </pc:sldMkLst>
        <pc:spChg chg="mod">
          <ac:chgData name="Ero Sennin" userId="03426be40f75dd1c" providerId="LiveId" clId="{59AC1DFC-6538-4039-B625-EF0FC9C0D4A9}" dt="2023-11-18T17:12:49.589" v="760" actId="20577"/>
          <ac:spMkLst>
            <pc:docMk/>
            <pc:sldMk cId="271087555" sldId="34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6.576" v="758" actId="20577"/>
        <pc:sldMkLst>
          <pc:docMk/>
          <pc:sldMk cId="2540738932" sldId="350"/>
        </pc:sldMkLst>
        <pc:spChg chg="mod">
          <ac:chgData name="Ero Sennin" userId="03426be40f75dd1c" providerId="LiveId" clId="{59AC1DFC-6538-4039-B625-EF0FC9C0D4A9}" dt="2023-11-18T17:12:46.576" v="758" actId="20577"/>
          <ac:spMkLst>
            <pc:docMk/>
            <pc:sldMk cId="2540738932" sldId="35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0.996" v="1113" actId="20577"/>
        <pc:sldMkLst>
          <pc:docMk/>
          <pc:sldMk cId="1629030163" sldId="351"/>
        </pc:sldMkLst>
        <pc:spChg chg="mod">
          <ac:chgData name="Ero Sennin" userId="03426be40f75dd1c" providerId="LiveId" clId="{59AC1DFC-6538-4039-B625-EF0FC9C0D4A9}" dt="2023-11-18T17:14:38.976" v="775" actId="20577"/>
          <ac:spMkLst>
            <pc:docMk/>
            <pc:sldMk cId="1629030163" sldId="35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9:10.996" v="1113" actId="20577"/>
          <ac:spMkLst>
            <pc:docMk/>
            <pc:sldMk cId="1629030163" sldId="35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25:28.482" v="801"/>
        <pc:sldMkLst>
          <pc:docMk/>
          <pc:sldMk cId="1241933059" sldId="352"/>
        </pc:sldMkLst>
        <pc:spChg chg="mod">
          <ac:chgData name="Ero Sennin" userId="03426be40f75dd1c" providerId="LiveId" clId="{59AC1DFC-6538-4039-B625-EF0FC9C0D4A9}" dt="2023-11-18T17:25:28.482" v="801"/>
          <ac:spMkLst>
            <pc:docMk/>
            <pc:sldMk cId="1241933059" sldId="352"/>
            <ac:spMk id="72" creationId="{00000000-0000-0000-0000-000000000000}"/>
          </ac:spMkLst>
        </pc:spChg>
      </pc:sldChg>
      <pc:sldChg chg="modSp add mod">
        <pc:chgData name="Ero Sennin" userId="03426be40f75dd1c" providerId="LiveId" clId="{59AC1DFC-6538-4039-B625-EF0FC9C0D4A9}" dt="2023-11-18T17:47:46.854" v="1012" actId="20577"/>
        <pc:sldMkLst>
          <pc:docMk/>
          <pc:sldMk cId="3583452087" sldId="353"/>
        </pc:sldMkLst>
        <pc:spChg chg="mod">
          <ac:chgData name="Ero Sennin" userId="03426be40f75dd1c" providerId="LiveId" clId="{59AC1DFC-6538-4039-B625-EF0FC9C0D4A9}" dt="2023-11-18T17:26:08.275" v="806"/>
          <ac:spMkLst>
            <pc:docMk/>
            <pc:sldMk cId="3583452087" sldId="353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7:46.854" v="1012" actId="20577"/>
          <ac:spMkLst>
            <pc:docMk/>
            <pc:sldMk cId="3583452087" sldId="353"/>
            <ac:spMk id="8" creationId="{6CF85C25-FECF-02E7-8B5D-63C724E2B28B}"/>
          </ac:spMkLst>
        </pc:spChg>
      </pc:sldChg>
      <pc:sldChg chg="addSp modSp add mod">
        <pc:chgData name="Ero Sennin" userId="03426be40f75dd1c" providerId="LiveId" clId="{59AC1DFC-6538-4039-B625-EF0FC9C0D4A9}" dt="2023-11-18T17:35:41.075" v="918" actId="14100"/>
        <pc:sldMkLst>
          <pc:docMk/>
          <pc:sldMk cId="4106494306" sldId="354"/>
        </pc:sldMkLst>
        <pc:spChg chg="mod">
          <ac:chgData name="Ero Sennin" userId="03426be40f75dd1c" providerId="LiveId" clId="{59AC1DFC-6538-4039-B625-EF0FC9C0D4A9}" dt="2023-11-18T17:35:41.075" v="918" actId="14100"/>
          <ac:spMkLst>
            <pc:docMk/>
            <pc:sldMk cId="4106494306" sldId="35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7:35:37.991" v="917" actId="1076"/>
          <ac:picMkLst>
            <pc:docMk/>
            <pc:sldMk cId="4106494306" sldId="354"/>
            <ac:picMk id="6" creationId="{DE08F120-6F2A-F230-AFFE-9F77F2D7BD45}"/>
          </ac:picMkLst>
        </pc:picChg>
      </pc:sldChg>
      <pc:sldChg chg="addSp delSp modSp add mod">
        <pc:chgData name="Ero Sennin" userId="03426be40f75dd1c" providerId="LiveId" clId="{59AC1DFC-6538-4039-B625-EF0FC9C0D4A9}" dt="2023-11-18T17:32:28.718" v="892" actId="1076"/>
        <pc:sldMkLst>
          <pc:docMk/>
          <pc:sldMk cId="1657417804" sldId="355"/>
        </pc:sldMkLst>
        <pc:spChg chg="mod">
          <ac:chgData name="Ero Sennin" userId="03426be40f75dd1c" providerId="LiveId" clId="{59AC1DFC-6538-4039-B625-EF0FC9C0D4A9}" dt="2023-11-18T17:32:28.718" v="892" actId="1076"/>
          <ac:spMkLst>
            <pc:docMk/>
            <pc:sldMk cId="1657417804" sldId="355"/>
            <ac:spMk id="8" creationId="{6CF85C25-FECF-02E7-8B5D-63C724E2B28B}"/>
          </ac:spMkLst>
        </pc:spChg>
        <pc:picChg chg="del">
          <ac:chgData name="Ero Sennin" userId="03426be40f75dd1c" providerId="LiveId" clId="{59AC1DFC-6538-4039-B625-EF0FC9C0D4A9}" dt="2023-11-18T17:31:09.957" v="819" actId="478"/>
          <ac:picMkLst>
            <pc:docMk/>
            <pc:sldMk cId="1657417804" sldId="355"/>
            <ac:picMk id="6" creationId="{DE08F120-6F2A-F230-AFFE-9F77F2D7BD45}"/>
          </ac:picMkLst>
        </pc:picChg>
        <pc:picChg chg="add mod">
          <ac:chgData name="Ero Sennin" userId="03426be40f75dd1c" providerId="LiveId" clId="{59AC1DFC-6538-4039-B625-EF0FC9C0D4A9}" dt="2023-11-18T17:31:15.568" v="821" actId="1076"/>
          <ac:picMkLst>
            <pc:docMk/>
            <pc:sldMk cId="1657417804" sldId="355"/>
            <ac:picMk id="7" creationId="{EC366DFF-6554-6962-588E-F52154E115D2}"/>
          </ac:picMkLst>
        </pc:picChg>
      </pc:sldChg>
      <pc:sldChg chg="addSp delSp modSp add mod">
        <pc:chgData name="Ero Sennin" userId="03426be40f75dd1c" providerId="LiveId" clId="{59AC1DFC-6538-4039-B625-EF0FC9C0D4A9}" dt="2023-11-18T17:35:55.078" v="920" actId="1076"/>
        <pc:sldMkLst>
          <pc:docMk/>
          <pc:sldMk cId="1436753255" sldId="356"/>
        </pc:sldMkLst>
        <pc:spChg chg="del">
          <ac:chgData name="Ero Sennin" userId="03426be40f75dd1c" providerId="LiveId" clId="{59AC1DFC-6538-4039-B625-EF0FC9C0D4A9}" dt="2023-11-18T17:33:52.936" v="897" actId="478"/>
          <ac:spMkLst>
            <pc:docMk/>
            <pc:sldMk cId="1436753255" sldId="356"/>
            <ac:spMk id="8" creationId="{6CF85C25-FECF-02E7-8B5D-63C724E2B28B}"/>
          </ac:spMkLst>
        </pc:spChg>
        <pc:spChg chg="add mod">
          <ac:chgData name="Ero Sennin" userId="03426be40f75dd1c" providerId="LiveId" clId="{59AC1DFC-6538-4039-B625-EF0FC9C0D4A9}" dt="2023-11-18T17:35:52.667" v="919" actId="14100"/>
          <ac:spMkLst>
            <pc:docMk/>
            <pc:sldMk cId="1436753255" sldId="356"/>
            <ac:spMk id="11" creationId="{B4EB45E9-5511-57B9-215A-E5B1E6B23360}"/>
          </ac:spMkLst>
        </pc:spChg>
        <pc:picChg chg="add mod">
          <ac:chgData name="Ero Sennin" userId="03426be40f75dd1c" providerId="LiveId" clId="{59AC1DFC-6538-4039-B625-EF0FC9C0D4A9}" dt="2023-11-18T17:35:55.078" v="920" actId="1076"/>
          <ac:picMkLst>
            <pc:docMk/>
            <pc:sldMk cId="1436753255" sldId="356"/>
            <ac:picMk id="6" creationId="{6B00C529-E75D-3C1F-B80B-965E6C48A125}"/>
          </ac:picMkLst>
        </pc:picChg>
        <pc:picChg chg="del">
          <ac:chgData name="Ero Sennin" userId="03426be40f75dd1c" providerId="LiveId" clId="{59AC1DFC-6538-4039-B625-EF0FC9C0D4A9}" dt="2023-11-18T17:33:13.004" v="894" actId="478"/>
          <ac:picMkLst>
            <pc:docMk/>
            <pc:sldMk cId="1436753255" sldId="356"/>
            <ac:picMk id="7" creationId="{EC366DFF-6554-6962-588E-F52154E115D2}"/>
          </ac:picMkLst>
        </pc:picChg>
      </pc:sldChg>
      <pc:sldChg chg="modSp add mod ord">
        <pc:chgData name="Ero Sennin" userId="03426be40f75dd1c" providerId="LiveId" clId="{59AC1DFC-6538-4039-B625-EF0FC9C0D4A9}" dt="2023-11-18T17:42:02.573" v="961" actId="12"/>
        <pc:sldMkLst>
          <pc:docMk/>
          <pc:sldMk cId="614219353" sldId="357"/>
        </pc:sldMkLst>
        <pc:spChg chg="mod">
          <ac:chgData name="Ero Sennin" userId="03426be40f75dd1c" providerId="LiveId" clId="{59AC1DFC-6538-4039-B625-EF0FC9C0D4A9}" dt="2023-11-18T17:37:41.698" v="925"/>
          <ac:spMkLst>
            <pc:docMk/>
            <pc:sldMk cId="614219353" sldId="357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2:02.573" v="961" actId="12"/>
          <ac:spMkLst>
            <pc:docMk/>
            <pc:sldMk cId="614219353" sldId="357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2:39.086" v="974" actId="20577"/>
        <pc:sldMkLst>
          <pc:docMk/>
          <pc:sldMk cId="1484790467" sldId="358"/>
        </pc:sldMkLst>
        <pc:spChg chg="mod">
          <ac:chgData name="Ero Sennin" userId="03426be40f75dd1c" providerId="LiveId" clId="{59AC1DFC-6538-4039-B625-EF0FC9C0D4A9}" dt="2023-11-18T17:42:39.086" v="974" actId="20577"/>
          <ac:spMkLst>
            <pc:docMk/>
            <pc:sldMk cId="1484790467" sldId="35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3:48.431" v="992" actId="20577"/>
        <pc:sldMkLst>
          <pc:docMk/>
          <pc:sldMk cId="3470068793" sldId="359"/>
        </pc:sldMkLst>
        <pc:spChg chg="mod">
          <ac:chgData name="Ero Sennin" userId="03426be40f75dd1c" providerId="LiveId" clId="{59AC1DFC-6538-4039-B625-EF0FC9C0D4A9}" dt="2023-11-18T17:43:48.431" v="992" actId="20577"/>
          <ac:spMkLst>
            <pc:docMk/>
            <pc:sldMk cId="3470068793" sldId="35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5:09.982" v="1006"/>
        <pc:sldMkLst>
          <pc:docMk/>
          <pc:sldMk cId="3021743333" sldId="360"/>
        </pc:sldMkLst>
        <pc:spChg chg="mod">
          <ac:chgData name="Ero Sennin" userId="03426be40f75dd1c" providerId="LiveId" clId="{59AC1DFC-6538-4039-B625-EF0FC9C0D4A9}" dt="2023-11-18T17:45:09.982" v="1006"/>
          <ac:spMkLst>
            <pc:docMk/>
            <pc:sldMk cId="3021743333" sldId="36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1:49.379" v="1040" actId="20577"/>
        <pc:sldMkLst>
          <pc:docMk/>
          <pc:sldMk cId="2006295453" sldId="361"/>
        </pc:sldMkLst>
        <pc:spChg chg="mod">
          <ac:chgData name="Ero Sennin" userId="03426be40f75dd1c" providerId="LiveId" clId="{59AC1DFC-6538-4039-B625-EF0FC9C0D4A9}" dt="2023-11-18T17:49:28.903" v="1015"/>
          <ac:spMkLst>
            <pc:docMk/>
            <pc:sldMk cId="2006295453" sldId="36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1:49.379" v="1040" actId="20577"/>
          <ac:spMkLst>
            <pc:docMk/>
            <pc:sldMk cId="2006295453" sldId="36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5:31.395" v="1087" actId="20577"/>
        <pc:sldMkLst>
          <pc:docMk/>
          <pc:sldMk cId="3399441557" sldId="362"/>
        </pc:sldMkLst>
        <pc:spChg chg="mod">
          <ac:chgData name="Ero Sennin" userId="03426be40f75dd1c" providerId="LiveId" clId="{59AC1DFC-6538-4039-B625-EF0FC9C0D4A9}" dt="2023-11-18T17:55:31.395" v="1087" actId="20577"/>
          <ac:spMkLst>
            <pc:docMk/>
            <pc:sldMk cId="3399441557" sldId="36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6:14.077" v="1092" actId="20577"/>
        <pc:sldMkLst>
          <pc:docMk/>
          <pc:sldMk cId="3729408570" sldId="363"/>
        </pc:sldMkLst>
        <pc:spChg chg="mod">
          <ac:chgData name="Ero Sennin" userId="03426be40f75dd1c" providerId="LiveId" clId="{59AC1DFC-6538-4039-B625-EF0FC9C0D4A9}" dt="2023-11-18T17:56:14.077" v="1092" actId="20577"/>
          <ac:spMkLst>
            <pc:docMk/>
            <pc:sldMk cId="3729408570" sldId="36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4.621" v="1116" actId="20577"/>
        <pc:sldMkLst>
          <pc:docMk/>
          <pc:sldMk cId="3669757811" sldId="364"/>
        </pc:sldMkLst>
        <pc:spChg chg="mod">
          <ac:chgData name="Ero Sennin" userId="03426be40f75dd1c" providerId="LiveId" clId="{59AC1DFC-6538-4039-B625-EF0FC9C0D4A9}" dt="2023-11-18T17:59:14.621" v="1116" actId="20577"/>
          <ac:spMkLst>
            <pc:docMk/>
            <pc:sldMk cId="3669757811" sldId="364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58C8BB8B-3057-4358-89BB-EFB64E878042}"/>
    <pc:docChg chg="undo custSel addSld modSld">
      <pc:chgData name="Ero Sennin" userId="03426be40f75dd1c" providerId="LiveId" clId="{58C8BB8B-3057-4358-89BB-EFB64E878042}" dt="2023-11-30T03:10:09.031" v="64" actId="20577"/>
      <pc:docMkLst>
        <pc:docMk/>
      </pc:docMkLst>
      <pc:sldChg chg="modSp add mod">
        <pc:chgData name="Ero Sennin" userId="03426be40f75dd1c" providerId="LiveId" clId="{58C8BB8B-3057-4358-89BB-EFB64E878042}" dt="2023-11-30T03:10:09.031" v="64" actId="20577"/>
        <pc:sldMkLst>
          <pc:docMk/>
          <pc:sldMk cId="667333658" sldId="372"/>
        </pc:sldMkLst>
        <pc:spChg chg="mod">
          <ac:chgData name="Ero Sennin" userId="03426be40f75dd1c" providerId="LiveId" clId="{58C8BB8B-3057-4358-89BB-EFB64E878042}" dt="2023-11-30T03:07:00.661" v="7" actId="20577"/>
          <ac:spMkLst>
            <pc:docMk/>
            <pc:sldMk cId="667333658" sldId="372"/>
            <ac:spMk id="6" creationId="{52BDBAC3-67AD-4A97-7850-28F18722F0B1}"/>
          </ac:spMkLst>
        </pc:spChg>
        <pc:spChg chg="mod">
          <ac:chgData name="Ero Sennin" userId="03426be40f75dd1c" providerId="LiveId" clId="{58C8BB8B-3057-4358-89BB-EFB64E878042}" dt="2023-11-30T03:10:09.031" v="64" actId="20577"/>
          <ac:spMkLst>
            <pc:docMk/>
            <pc:sldMk cId="667333658" sldId="372"/>
            <ac:spMk id="8" creationId="{6CF85C25-FECF-02E7-8B5D-63C724E2B28B}"/>
          </ac:spMkLst>
        </pc:spChg>
        <pc:picChg chg="mod">
          <ac:chgData name="Ero Sennin" userId="03426be40f75dd1c" providerId="LiveId" clId="{58C8BB8B-3057-4358-89BB-EFB64E878042}" dt="2023-11-30T03:08:22.933" v="10" actId="1076"/>
          <ac:picMkLst>
            <pc:docMk/>
            <pc:sldMk cId="667333658" sldId="372"/>
            <ac:picMk id="5" creationId="{A9B5D548-0AEB-B038-A729-DB2AC0FFECF5}"/>
          </ac:picMkLst>
        </pc:picChg>
      </pc:sldChg>
    </pc:docChg>
  </pc:docChgLst>
  <pc:docChgLst>
    <pc:chgData name="Ero Sennin" userId="03426be40f75dd1c" providerId="LiveId" clId="{D0E502A0-A6DA-4CC1-86CC-25483B08AD6F}"/>
    <pc:docChg chg="undo custSel addSld delSld modSld">
      <pc:chgData name="Ero Sennin" userId="03426be40f75dd1c" providerId="LiveId" clId="{D0E502A0-A6DA-4CC1-86CC-25483B08AD6F}" dt="2023-11-18T18:20:51.137" v="84" actId="47"/>
      <pc:docMkLst>
        <pc:docMk/>
      </pc:docMkLst>
      <pc:sldChg chg="modSp mod">
        <pc:chgData name="Ero Sennin" userId="03426be40f75dd1c" providerId="LiveId" clId="{D0E502A0-A6DA-4CC1-86CC-25483B08AD6F}" dt="2023-11-18T18:07:03.251" v="20" actId="1076"/>
        <pc:sldMkLst>
          <pc:docMk/>
          <pc:sldMk cId="0" sldId="256"/>
        </pc:sldMkLst>
        <pc:spChg chg="mod">
          <ac:chgData name="Ero Sennin" userId="03426be40f75dd1c" providerId="LiveId" clId="{D0E502A0-A6DA-4CC1-86CC-25483B08AD6F}" dt="2023-11-18T18:07:03.251" v="20" actId="1076"/>
          <ac:spMkLst>
            <pc:docMk/>
            <pc:sldMk cId="0" sldId="256"/>
            <ac:spMk id="58" creationId="{00000000-0000-0000-0000-000000000000}"/>
          </ac:spMkLst>
        </pc:spChg>
        <pc:picChg chg="mod">
          <ac:chgData name="Ero Sennin" userId="03426be40f75dd1c" providerId="LiveId" clId="{D0E502A0-A6DA-4CC1-86CC-25483B08AD6F}" dt="2023-11-18T18:06:55.577" v="17" actId="1076"/>
          <ac:picMkLst>
            <pc:docMk/>
            <pc:sldMk cId="0" sldId="256"/>
            <ac:picMk id="57" creationId="{00000000-0000-0000-0000-000000000000}"/>
          </ac:picMkLst>
        </pc:picChg>
      </pc:sldChg>
      <pc:sldChg chg="addSp delSp modSp mod">
        <pc:chgData name="Ero Sennin" userId="03426be40f75dd1c" providerId="LiveId" clId="{D0E502A0-A6DA-4CC1-86CC-25483B08AD6F}" dt="2023-11-18T18:06:35.050" v="11" actId="1076"/>
        <pc:sldMkLst>
          <pc:docMk/>
          <pc:sldMk cId="0" sldId="258"/>
        </pc:sldMkLst>
        <pc:spChg chg="mod">
          <ac:chgData name="Ero Sennin" userId="03426be40f75dd1c" providerId="LiveId" clId="{D0E502A0-A6DA-4CC1-86CC-25483B08AD6F}" dt="2023-11-18T18:06:35.050" v="11" actId="1076"/>
          <ac:spMkLst>
            <pc:docMk/>
            <pc:sldMk cId="0" sldId="258"/>
            <ac:spMk id="72" creationId="{00000000-0000-0000-0000-000000000000}"/>
          </ac:spMkLst>
        </pc:spChg>
        <pc:graphicFrameChg chg="add del mod">
          <ac:chgData name="Ero Sennin" userId="03426be40f75dd1c" providerId="LiveId" clId="{D0E502A0-A6DA-4CC1-86CC-25483B08AD6F}" dt="2023-11-18T18:05:51.841" v="1"/>
          <ac:graphicFrameMkLst>
            <pc:docMk/>
            <pc:sldMk cId="0" sldId="258"/>
            <ac:graphicFrameMk id="3" creationId="{F466027A-CC25-3537-B686-7A6E9D1986A2}"/>
          </ac:graphicFrameMkLst>
        </pc:graphicFrameChg>
      </pc:sldChg>
      <pc:sldChg chg="modSp add del mod">
        <pc:chgData name="Ero Sennin" userId="03426be40f75dd1c" providerId="LiveId" clId="{D0E502A0-A6DA-4CC1-86CC-25483B08AD6F}" dt="2023-11-18T18:15:02.068" v="31" actId="20577"/>
        <pc:sldMkLst>
          <pc:docMk/>
          <pc:sldMk cId="1909956528" sldId="331"/>
        </pc:sldMkLst>
        <pc:spChg chg="mod">
          <ac:chgData name="Ero Sennin" userId="03426be40f75dd1c" providerId="LiveId" clId="{D0E502A0-A6DA-4CC1-86CC-25483B08AD6F}" dt="2023-11-18T18:10:49.445" v="26" actId="14100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5:02.068" v="31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65992425" sldId="33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161217611" sldId="33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794045480" sldId="33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204554352" sldId="33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789055924" sldId="33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941605581" sldId="33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117361790" sldId="33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79817075" sldId="34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24304537" sldId="341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187594355" sldId="34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977605819" sldId="34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71056339" sldId="34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362010045" sldId="34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08157032" sldId="34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396905398" sldId="34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775201600" sldId="348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71087555" sldId="34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540738932" sldId="35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29030163" sldId="351"/>
        </pc:sldMkLst>
      </pc:sldChg>
      <pc:sldChg chg="del">
        <pc:chgData name="Ero Sennin" userId="03426be40f75dd1c" providerId="LiveId" clId="{D0E502A0-A6DA-4CC1-86CC-25483B08AD6F}" dt="2023-11-18T18:06:37.066" v="12" actId="47"/>
        <pc:sldMkLst>
          <pc:docMk/>
          <pc:sldMk cId="1241933059" sldId="35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583452087" sldId="35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106494306" sldId="35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57417804" sldId="35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436753255" sldId="35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614219353" sldId="35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484790467" sldId="358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470068793" sldId="35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021743333" sldId="36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006295453" sldId="361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399441557" sldId="36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729408570" sldId="363"/>
        </pc:sldMkLst>
      </pc:sldChg>
      <pc:sldChg chg="del">
        <pc:chgData name="Ero Sennin" userId="03426be40f75dd1c" providerId="LiveId" clId="{D0E502A0-A6DA-4CC1-86CC-25483B08AD6F}" dt="2023-11-18T18:20:51.137" v="84" actId="47"/>
        <pc:sldMkLst>
          <pc:docMk/>
          <pc:sldMk cId="3669757811" sldId="364"/>
        </pc:sldMkLst>
      </pc:sldChg>
      <pc:sldChg chg="modSp add mod">
        <pc:chgData name="Ero Sennin" userId="03426be40f75dd1c" providerId="LiveId" clId="{D0E502A0-A6DA-4CC1-86CC-25483B08AD6F}" dt="2023-11-18T18:15:53.973" v="34" actId="20577"/>
        <pc:sldMkLst>
          <pc:docMk/>
          <pc:sldMk cId="3079585306" sldId="365"/>
        </pc:sldMkLst>
        <pc:spChg chg="mod">
          <ac:chgData name="Ero Sennin" userId="03426be40f75dd1c" providerId="LiveId" clId="{D0E502A0-A6DA-4CC1-86CC-25483B08AD6F}" dt="2023-11-18T18:15:53.973" v="34" actId="20577"/>
          <ac:spMkLst>
            <pc:docMk/>
            <pc:sldMk cId="3079585306" sldId="365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6:46.487" v="45" actId="20577"/>
        <pc:sldMkLst>
          <pc:docMk/>
          <pc:sldMk cId="1179856051" sldId="366"/>
        </pc:sldMkLst>
        <pc:spChg chg="mod">
          <ac:chgData name="Ero Sennin" userId="03426be40f75dd1c" providerId="LiveId" clId="{D0E502A0-A6DA-4CC1-86CC-25483B08AD6F}" dt="2023-11-18T18:16:24.145" v="38" actId="14100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6:46.487" v="45" actId="20577"/>
          <ac:spMkLst>
            <pc:docMk/>
            <pc:sldMk cId="1179856051" sldId="366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7:15.464" v="49" actId="20577"/>
        <pc:sldMkLst>
          <pc:docMk/>
          <pc:sldMk cId="1166055557" sldId="367"/>
        </pc:sldMkLst>
        <pc:spChg chg="mod">
          <ac:chgData name="Ero Sennin" userId="03426be40f75dd1c" providerId="LiveId" clId="{D0E502A0-A6DA-4CC1-86CC-25483B08AD6F}" dt="2023-11-18T18:17:15.464" v="49" actId="20577"/>
          <ac:spMkLst>
            <pc:docMk/>
            <pc:sldMk cId="1166055557" sldId="367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7:47.664" v="53" actId="20577"/>
        <pc:sldMkLst>
          <pc:docMk/>
          <pc:sldMk cId="1542159574" sldId="368"/>
        </pc:sldMkLst>
        <pc:spChg chg="mod">
          <ac:chgData name="Ero Sennin" userId="03426be40f75dd1c" providerId="LiveId" clId="{D0E502A0-A6DA-4CC1-86CC-25483B08AD6F}" dt="2023-11-18T18:17:47.664" v="53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D0E502A0-A6DA-4CC1-86CC-25483B08AD6F}" dt="2023-11-18T18:19:03.660" v="68" actId="22"/>
        <pc:sldMkLst>
          <pc:docMk/>
          <pc:sldMk cId="780176159" sldId="369"/>
        </pc:sldMkLst>
        <pc:spChg chg="add del">
          <ac:chgData name="Ero Sennin" userId="03426be40f75dd1c" providerId="LiveId" clId="{D0E502A0-A6DA-4CC1-86CC-25483B08AD6F}" dt="2023-11-18T18:19:03.660" v="68" actId="22"/>
          <ac:spMkLst>
            <pc:docMk/>
            <pc:sldMk cId="780176159" sldId="369"/>
            <ac:spMk id="3" creationId="{2310BC17-30A7-2068-C1C3-35F6BE4FE6E8}"/>
          </ac:spMkLst>
        </pc:spChg>
        <pc:spChg chg="mod">
          <ac:chgData name="Ero Sennin" userId="03426be40f75dd1c" providerId="LiveId" clId="{D0E502A0-A6DA-4CC1-86CC-25483B08AD6F}" dt="2023-11-18T18:18:23.849" v="62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8:39.867" v="66" actId="12"/>
          <ac:spMkLst>
            <pc:docMk/>
            <pc:sldMk cId="780176159" sldId="369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9:09.997" v="71" actId="20577"/>
        <pc:sldMkLst>
          <pc:docMk/>
          <pc:sldMk cId="4227814038" sldId="370"/>
        </pc:sldMkLst>
        <pc:spChg chg="mod">
          <ac:chgData name="Ero Sennin" userId="03426be40f75dd1c" providerId="LiveId" clId="{D0E502A0-A6DA-4CC1-86CC-25483B08AD6F}" dt="2023-11-18T18:19:09.997" v="71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9:41.903" v="76" actId="20577"/>
        <pc:sldMkLst>
          <pc:docMk/>
          <pc:sldMk cId="3853773006" sldId="371"/>
        </pc:sldMkLst>
        <pc:spChg chg="mod">
          <ac:chgData name="Ero Sennin" userId="03426be40f75dd1c" providerId="LiveId" clId="{D0E502A0-A6DA-4CC1-86CC-25483B08AD6F}" dt="2023-11-18T18:19:33.123" v="74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9:41.903" v="76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20:44.409" v="83" actId="20577"/>
        <pc:sldMkLst>
          <pc:docMk/>
          <pc:sldMk cId="784932187" sldId="372"/>
        </pc:sldMkLst>
        <pc:spChg chg="mod">
          <ac:chgData name="Ero Sennin" userId="03426be40f75dd1c" providerId="LiveId" clId="{D0E502A0-A6DA-4CC1-86CC-25483B08AD6F}" dt="2023-11-18T18:19:58.188" v="79"/>
          <ac:spMkLst>
            <pc:docMk/>
            <pc:sldMk cId="784932187" sldId="372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20:44.409" v="83" actId="20577"/>
          <ac:spMkLst>
            <pc:docMk/>
            <pc:sldMk cId="784932187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3093827A-D0DB-452E-9EC6-1275EEBE20E6}"/>
    <pc:docChg chg="undo custSel addSld modSld">
      <pc:chgData name="Ero Sennin" userId="03426be40f75dd1c" providerId="LiveId" clId="{3093827A-D0DB-452E-9EC6-1275EEBE20E6}" dt="2023-11-19T04:11:54.073" v="81" actId="20577"/>
      <pc:docMkLst>
        <pc:docMk/>
      </pc:docMkLst>
      <pc:sldChg chg="modSp mod">
        <pc:chgData name="Ero Sennin" userId="03426be40f75dd1c" providerId="LiveId" clId="{3093827A-D0DB-452E-9EC6-1275EEBE20E6}" dt="2023-11-19T04:02:38.094" v="1"/>
        <pc:sldMkLst>
          <pc:docMk/>
          <pc:sldMk cId="0" sldId="256"/>
        </pc:sldMkLst>
        <pc:spChg chg="mod">
          <ac:chgData name="Ero Sennin" userId="03426be40f75dd1c" providerId="LiveId" clId="{3093827A-D0DB-452E-9EC6-1275EEBE20E6}" dt="2023-11-19T04:02:38.094" v="1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Ero Sennin" userId="03426be40f75dd1c" providerId="LiveId" clId="{3093827A-D0DB-452E-9EC6-1275EEBE20E6}" dt="2023-11-19T04:03:07.619" v="5"/>
        <pc:sldMkLst>
          <pc:docMk/>
          <pc:sldMk cId="0" sldId="258"/>
        </pc:sldMkLst>
        <pc:spChg chg="mod">
          <ac:chgData name="Ero Sennin" userId="03426be40f75dd1c" providerId="LiveId" clId="{3093827A-D0DB-452E-9EC6-1275EEBE20E6}" dt="2023-11-19T04:03:07.619" v="5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Ero Sennin" userId="03426be40f75dd1c" providerId="LiveId" clId="{3093827A-D0DB-452E-9EC6-1275EEBE20E6}" dt="2023-11-19T04:06:23.005" v="8" actId="20577"/>
        <pc:sldMkLst>
          <pc:docMk/>
          <pc:sldMk cId="1909956528" sldId="331"/>
        </pc:sldMkLst>
        <pc:spChg chg="mod">
          <ac:chgData name="Ero Sennin" userId="03426be40f75dd1c" providerId="LiveId" clId="{3093827A-D0DB-452E-9EC6-1275EEBE20E6}" dt="2023-11-19T04:06:13.997" v="6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06:23.005" v="8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07:28.749" v="15" actId="113"/>
        <pc:sldMkLst>
          <pc:docMk/>
          <pc:sldMk cId="3079585306" sldId="365"/>
        </pc:sldMkLst>
        <pc:spChg chg="mod">
          <ac:chgData name="Ero Sennin" userId="03426be40f75dd1c" providerId="LiveId" clId="{3093827A-D0DB-452E-9EC6-1275EEBE20E6}" dt="2023-11-19T04:06:55.548" v="9"/>
          <ac:spMkLst>
            <pc:docMk/>
            <pc:sldMk cId="3079585306" sldId="365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07:28.749" v="15" actId="113"/>
          <ac:spMkLst>
            <pc:docMk/>
            <pc:sldMk cId="3079585306" sldId="365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08:43.540" v="32" actId="1076"/>
        <pc:sldMkLst>
          <pc:docMk/>
          <pc:sldMk cId="1179856051" sldId="366"/>
        </pc:sldMkLst>
        <pc:spChg chg="mod">
          <ac:chgData name="Ero Sennin" userId="03426be40f75dd1c" providerId="LiveId" clId="{3093827A-D0DB-452E-9EC6-1275EEBE20E6}" dt="2023-11-19T04:08:19.549" v="21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08:43.540" v="32" actId="1076"/>
          <ac:spMkLst>
            <pc:docMk/>
            <pc:sldMk cId="1179856051" sldId="366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09:00.316" v="37" actId="20577"/>
        <pc:sldMkLst>
          <pc:docMk/>
          <pc:sldMk cId="1166055557" sldId="367"/>
        </pc:sldMkLst>
        <pc:spChg chg="mod">
          <ac:chgData name="Ero Sennin" userId="03426be40f75dd1c" providerId="LiveId" clId="{3093827A-D0DB-452E-9EC6-1275EEBE20E6}" dt="2023-11-19T04:08:53.976" v="34"/>
          <ac:spMkLst>
            <pc:docMk/>
            <pc:sldMk cId="1166055557" sldId="367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09:00.316" v="37" actId="20577"/>
          <ac:spMkLst>
            <pc:docMk/>
            <pc:sldMk cId="1166055557" sldId="367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10:34.855" v="68" actId="12"/>
        <pc:sldMkLst>
          <pc:docMk/>
          <pc:sldMk cId="1542159574" sldId="368"/>
        </pc:sldMkLst>
        <pc:spChg chg="mod">
          <ac:chgData name="Ero Sennin" userId="03426be40f75dd1c" providerId="LiveId" clId="{3093827A-D0DB-452E-9EC6-1275EEBE20E6}" dt="2023-11-19T04:09:40.508" v="38"/>
          <ac:spMkLst>
            <pc:docMk/>
            <pc:sldMk cId="1542159574" sldId="368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10:34.855" v="68" actId="12"/>
          <ac:spMkLst>
            <pc:docMk/>
            <pc:sldMk cId="1542159574" sldId="368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10:56.833" v="72" actId="20577"/>
        <pc:sldMkLst>
          <pc:docMk/>
          <pc:sldMk cId="780176159" sldId="369"/>
        </pc:sldMkLst>
        <pc:spChg chg="mod">
          <ac:chgData name="Ero Sennin" userId="03426be40f75dd1c" providerId="LiveId" clId="{3093827A-D0DB-452E-9EC6-1275EEBE20E6}" dt="2023-11-19T04:10:49.455" v="70" actId="14100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10:56.833" v="72" actId="20577"/>
          <ac:spMkLst>
            <pc:docMk/>
            <pc:sldMk cId="780176159" sldId="369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11:21.014" v="75" actId="20577"/>
        <pc:sldMkLst>
          <pc:docMk/>
          <pc:sldMk cId="4227814038" sldId="370"/>
        </pc:sldMkLst>
        <pc:spChg chg="mod">
          <ac:chgData name="Ero Sennin" userId="03426be40f75dd1c" providerId="LiveId" clId="{3093827A-D0DB-452E-9EC6-1275EEBE20E6}" dt="2023-11-19T04:11:15.526" v="73"/>
          <ac:spMkLst>
            <pc:docMk/>
            <pc:sldMk cId="4227814038" sldId="370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11:21.014" v="75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11:37.548" v="78" actId="20577"/>
        <pc:sldMkLst>
          <pc:docMk/>
          <pc:sldMk cId="3853773006" sldId="371"/>
        </pc:sldMkLst>
        <pc:spChg chg="mod">
          <ac:chgData name="Ero Sennin" userId="03426be40f75dd1c" providerId="LiveId" clId="{3093827A-D0DB-452E-9EC6-1275EEBE20E6}" dt="2023-11-19T04:11:31.807" v="76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11:37.548" v="78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11:54.073" v="81" actId="20577"/>
        <pc:sldMkLst>
          <pc:docMk/>
          <pc:sldMk cId="784932187" sldId="372"/>
        </pc:sldMkLst>
        <pc:spChg chg="mod">
          <ac:chgData name="Ero Sennin" userId="03426be40f75dd1c" providerId="LiveId" clId="{3093827A-D0DB-452E-9EC6-1275EEBE20E6}" dt="2023-11-19T04:11:48.138" v="79"/>
          <ac:spMkLst>
            <pc:docMk/>
            <pc:sldMk cId="784932187" sldId="372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11:54.073" v="81" actId="20577"/>
          <ac:spMkLst>
            <pc:docMk/>
            <pc:sldMk cId="784932187" sldId="372"/>
            <ac:spMk id="8" creationId="{6CF85C25-FECF-02E7-8B5D-63C724E2B28B}"/>
          </ac:spMkLst>
        </pc:spChg>
      </pc:sldChg>
      <pc:sldChg chg="modSp add mod">
        <pc:chgData name="Ero Sennin" userId="03426be40f75dd1c" providerId="LiveId" clId="{3093827A-D0DB-452E-9EC6-1275EEBE20E6}" dt="2023-11-19T04:08:06.048" v="19" actId="113"/>
        <pc:sldMkLst>
          <pc:docMk/>
          <pc:sldMk cId="1960463523" sldId="373"/>
        </pc:sldMkLst>
        <pc:spChg chg="mod">
          <ac:chgData name="Ero Sennin" userId="03426be40f75dd1c" providerId="LiveId" clId="{3093827A-D0DB-452E-9EC6-1275EEBE20E6}" dt="2023-11-19T04:08:06.048" v="19" actId="113"/>
          <ac:spMkLst>
            <pc:docMk/>
            <pc:sldMk cId="1960463523" sldId="373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7D36CE96-64D4-4C8F-B2CF-BB8C3881404E}"/>
    <pc:docChg chg="undo custSel modSld">
      <pc:chgData name="Ero Sennin" userId="03426be40f75dd1c" providerId="LiveId" clId="{7D36CE96-64D4-4C8F-B2CF-BB8C3881404E}" dt="2023-11-19T04:02:05.457" v="64" actId="20577"/>
      <pc:docMkLst>
        <pc:docMk/>
      </pc:docMkLst>
      <pc:sldChg chg="modSp mod">
        <pc:chgData name="Ero Sennin" userId="03426be40f75dd1c" providerId="LiveId" clId="{7D36CE96-64D4-4C8F-B2CF-BB8C3881404E}" dt="2023-11-19T04:02:05.457" v="64" actId="20577"/>
        <pc:sldMkLst>
          <pc:docMk/>
          <pc:sldMk cId="0" sldId="256"/>
        </pc:sldMkLst>
        <pc:spChg chg="mod">
          <ac:chgData name="Ero Sennin" userId="03426be40f75dd1c" providerId="LiveId" clId="{7D36CE96-64D4-4C8F-B2CF-BB8C3881404E}" dt="2023-11-19T04:02:05.457" v="64" actId="20577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Ero Sennin" userId="03426be40f75dd1c" providerId="LiveId" clId="{7D36CE96-64D4-4C8F-B2CF-BB8C3881404E}" dt="2023-11-19T03:55:13.884" v="10" actId="20577"/>
        <pc:sldMkLst>
          <pc:docMk/>
          <pc:sldMk cId="0" sldId="258"/>
        </pc:sldMkLst>
        <pc:spChg chg="mod">
          <ac:chgData name="Ero Sennin" userId="03426be40f75dd1c" providerId="LiveId" clId="{7D36CE96-64D4-4C8F-B2CF-BB8C3881404E}" dt="2023-11-19T03:55:13.884" v="10" actId="20577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Ero Sennin" userId="03426be40f75dd1c" providerId="LiveId" clId="{7D36CE96-64D4-4C8F-B2CF-BB8C3881404E}" dt="2023-11-19T03:56:53.480" v="14" actId="20577"/>
        <pc:sldMkLst>
          <pc:docMk/>
          <pc:sldMk cId="1909956528" sldId="331"/>
        </pc:sldMkLst>
        <pc:spChg chg="mod">
          <ac:chgData name="Ero Sennin" userId="03426be40f75dd1c" providerId="LiveId" clId="{7D36CE96-64D4-4C8F-B2CF-BB8C3881404E}" dt="2023-11-19T03:56:45.393" v="11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6:53.480" v="14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3:58:03.366" v="24" actId="113"/>
        <pc:sldMkLst>
          <pc:docMk/>
          <pc:sldMk cId="3079585306" sldId="365"/>
        </pc:sldMkLst>
        <pc:spChg chg="mod">
          <ac:chgData name="Ero Sennin" userId="03426be40f75dd1c" providerId="LiveId" clId="{7D36CE96-64D4-4C8F-B2CF-BB8C3881404E}" dt="2023-11-19T03:57:45.422" v="18" actId="14100"/>
          <ac:spMkLst>
            <pc:docMk/>
            <pc:sldMk cId="3079585306" sldId="365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8:03.366" v="24" actId="113"/>
          <ac:spMkLst>
            <pc:docMk/>
            <pc:sldMk cId="3079585306" sldId="365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3:58:38.080" v="30" actId="20577"/>
        <pc:sldMkLst>
          <pc:docMk/>
          <pc:sldMk cId="1179856051" sldId="366"/>
        </pc:sldMkLst>
        <pc:spChg chg="mod">
          <ac:chgData name="Ero Sennin" userId="03426be40f75dd1c" providerId="LiveId" clId="{7D36CE96-64D4-4C8F-B2CF-BB8C3881404E}" dt="2023-11-19T03:58:29.369" v="25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8:38.080" v="30" actId="20577"/>
          <ac:spMkLst>
            <pc:docMk/>
            <pc:sldMk cId="1179856051" sldId="366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3:59:40.321" v="40" actId="113"/>
        <pc:sldMkLst>
          <pc:docMk/>
          <pc:sldMk cId="1166055557" sldId="367"/>
        </pc:sldMkLst>
        <pc:spChg chg="mod">
          <ac:chgData name="Ero Sennin" userId="03426be40f75dd1c" providerId="LiveId" clId="{7D36CE96-64D4-4C8F-B2CF-BB8C3881404E}" dt="2023-11-19T03:59:17.663" v="32"/>
          <ac:spMkLst>
            <pc:docMk/>
            <pc:sldMk cId="1166055557" sldId="367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9:40.321" v="40" actId="113"/>
          <ac:spMkLst>
            <pc:docMk/>
            <pc:sldMk cId="1166055557" sldId="367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0:00.692" v="45" actId="20577"/>
        <pc:sldMkLst>
          <pc:docMk/>
          <pc:sldMk cId="1542159574" sldId="368"/>
        </pc:sldMkLst>
        <pc:spChg chg="mod">
          <ac:chgData name="Ero Sennin" userId="03426be40f75dd1c" providerId="LiveId" clId="{7D36CE96-64D4-4C8F-B2CF-BB8C3881404E}" dt="2023-11-19T03:59:54.565" v="42"/>
          <ac:spMkLst>
            <pc:docMk/>
            <pc:sldMk cId="1542159574" sldId="368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0:00.692" v="45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0:22.135" v="52" actId="20577"/>
        <pc:sldMkLst>
          <pc:docMk/>
          <pc:sldMk cId="780176159" sldId="369"/>
        </pc:sldMkLst>
        <pc:spChg chg="mod">
          <ac:chgData name="Ero Sennin" userId="03426be40f75dd1c" providerId="LiveId" clId="{7D36CE96-64D4-4C8F-B2CF-BB8C3881404E}" dt="2023-11-19T04:00:13.926" v="47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0:22.135" v="52" actId="20577"/>
          <ac:spMkLst>
            <pc:docMk/>
            <pc:sldMk cId="780176159" sldId="369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0:50.040" v="56" actId="20577"/>
        <pc:sldMkLst>
          <pc:docMk/>
          <pc:sldMk cId="4227814038" sldId="370"/>
        </pc:sldMkLst>
        <pc:spChg chg="mod">
          <ac:chgData name="Ero Sennin" userId="03426be40f75dd1c" providerId="LiveId" clId="{7D36CE96-64D4-4C8F-B2CF-BB8C3881404E}" dt="2023-11-19T04:00:44.045" v="54"/>
          <ac:spMkLst>
            <pc:docMk/>
            <pc:sldMk cId="4227814038" sldId="370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0:50.040" v="56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1:11.037" v="59" actId="20577"/>
        <pc:sldMkLst>
          <pc:docMk/>
          <pc:sldMk cId="3853773006" sldId="371"/>
        </pc:sldMkLst>
        <pc:spChg chg="mod">
          <ac:chgData name="Ero Sennin" userId="03426be40f75dd1c" providerId="LiveId" clId="{7D36CE96-64D4-4C8F-B2CF-BB8C3881404E}" dt="2023-11-19T04:01:01.908" v="57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1:11.037" v="59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1:37.356" v="63" actId="20577"/>
        <pc:sldMkLst>
          <pc:docMk/>
          <pc:sldMk cId="784932187" sldId="372"/>
        </pc:sldMkLst>
        <pc:spChg chg="mod">
          <ac:chgData name="Ero Sennin" userId="03426be40f75dd1c" providerId="LiveId" clId="{7D36CE96-64D4-4C8F-B2CF-BB8C3881404E}" dt="2023-11-19T04:01:28.410" v="61"/>
          <ac:spMkLst>
            <pc:docMk/>
            <pc:sldMk cId="784932187" sldId="372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1:37.356" v="63" actId="20577"/>
          <ac:spMkLst>
            <pc:docMk/>
            <pc:sldMk cId="784932187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9DA10245-FAD5-46E9-ADF3-99D8F5A684A8}"/>
    <pc:docChg chg="delSld modSld">
      <pc:chgData name="Ero Sennin" userId="03426be40f75dd1c" providerId="LiveId" clId="{9DA10245-FAD5-46E9-ADF3-99D8F5A684A8}" dt="2023-11-19T05:52:33.727" v="47" actId="20577"/>
      <pc:docMkLst>
        <pc:docMk/>
      </pc:docMkLst>
      <pc:sldChg chg="modSp mod">
        <pc:chgData name="Ero Sennin" userId="03426be40f75dd1c" providerId="LiveId" clId="{9DA10245-FAD5-46E9-ADF3-99D8F5A684A8}" dt="2023-11-19T05:33:55.614" v="1"/>
        <pc:sldMkLst>
          <pc:docMk/>
          <pc:sldMk cId="0" sldId="256"/>
        </pc:sldMkLst>
        <pc:spChg chg="mod">
          <ac:chgData name="Ero Sennin" userId="03426be40f75dd1c" providerId="LiveId" clId="{9DA10245-FAD5-46E9-ADF3-99D8F5A684A8}" dt="2023-11-19T05:33:55.614" v="1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Ero Sennin" userId="03426be40f75dd1c" providerId="LiveId" clId="{9DA10245-FAD5-46E9-ADF3-99D8F5A684A8}" dt="2023-11-19T05:34:13.710" v="5"/>
        <pc:sldMkLst>
          <pc:docMk/>
          <pc:sldMk cId="0" sldId="258"/>
        </pc:sldMkLst>
        <pc:spChg chg="mod">
          <ac:chgData name="Ero Sennin" userId="03426be40f75dd1c" providerId="LiveId" clId="{9DA10245-FAD5-46E9-ADF3-99D8F5A684A8}" dt="2023-11-19T05:34:13.710" v="5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Ero Sennin" userId="03426be40f75dd1c" providerId="LiveId" clId="{9DA10245-FAD5-46E9-ADF3-99D8F5A684A8}" dt="2023-11-19T05:48:28.206" v="9" actId="20577"/>
        <pc:sldMkLst>
          <pc:docMk/>
          <pc:sldMk cId="1909956528" sldId="331"/>
        </pc:sldMkLst>
        <pc:spChg chg="mod">
          <ac:chgData name="Ero Sennin" userId="03426be40f75dd1c" providerId="LiveId" clId="{9DA10245-FAD5-46E9-ADF3-99D8F5A684A8}" dt="2023-11-19T05:48:21.937" v="7" actId="20577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9DA10245-FAD5-46E9-ADF3-99D8F5A684A8}" dt="2023-11-19T05:48:28.206" v="9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modSp mod">
        <pc:chgData name="Ero Sennin" userId="03426be40f75dd1c" providerId="LiveId" clId="{9DA10245-FAD5-46E9-ADF3-99D8F5A684A8}" dt="2023-11-19T05:49:00.560" v="19" actId="113"/>
        <pc:sldMkLst>
          <pc:docMk/>
          <pc:sldMk cId="3079585306" sldId="365"/>
        </pc:sldMkLst>
        <pc:spChg chg="mod">
          <ac:chgData name="Ero Sennin" userId="03426be40f75dd1c" providerId="LiveId" clId="{9DA10245-FAD5-46E9-ADF3-99D8F5A684A8}" dt="2023-11-19T05:48:40.560" v="11" actId="20577"/>
          <ac:spMkLst>
            <pc:docMk/>
            <pc:sldMk cId="3079585306" sldId="365"/>
            <ac:spMk id="6" creationId="{52BDBAC3-67AD-4A97-7850-28F18722F0B1}"/>
          </ac:spMkLst>
        </pc:spChg>
        <pc:spChg chg="mod">
          <ac:chgData name="Ero Sennin" userId="03426be40f75dd1c" providerId="LiveId" clId="{9DA10245-FAD5-46E9-ADF3-99D8F5A684A8}" dt="2023-11-19T05:49:00.560" v="19" actId="113"/>
          <ac:spMkLst>
            <pc:docMk/>
            <pc:sldMk cId="3079585306" sldId="365"/>
            <ac:spMk id="8" creationId="{6CF85C25-FECF-02E7-8B5D-63C724E2B28B}"/>
          </ac:spMkLst>
        </pc:spChg>
      </pc:sldChg>
      <pc:sldChg chg="addSp modSp mod">
        <pc:chgData name="Ero Sennin" userId="03426be40f75dd1c" providerId="LiveId" clId="{9DA10245-FAD5-46E9-ADF3-99D8F5A684A8}" dt="2023-11-19T05:50:40.107" v="32" actId="1076"/>
        <pc:sldMkLst>
          <pc:docMk/>
          <pc:sldMk cId="1179856051" sldId="366"/>
        </pc:sldMkLst>
        <pc:spChg chg="add mod">
          <ac:chgData name="Ero Sennin" userId="03426be40f75dd1c" providerId="LiveId" clId="{9DA10245-FAD5-46E9-ADF3-99D8F5A684A8}" dt="2023-11-19T05:50:35.959" v="31" actId="571"/>
          <ac:spMkLst>
            <pc:docMk/>
            <pc:sldMk cId="1179856051" sldId="366"/>
            <ac:spMk id="2" creationId="{A832B778-FEAC-6C61-FA70-42DCB7BD2241}"/>
          </ac:spMkLst>
        </pc:spChg>
        <pc:spChg chg="mod">
          <ac:chgData name="Ero Sennin" userId="03426be40f75dd1c" providerId="LiveId" clId="{9DA10245-FAD5-46E9-ADF3-99D8F5A684A8}" dt="2023-11-19T05:49:56.485" v="22" actId="20577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9DA10245-FAD5-46E9-ADF3-99D8F5A684A8}" dt="2023-11-19T05:50:40.107" v="32" actId="1076"/>
          <ac:spMkLst>
            <pc:docMk/>
            <pc:sldMk cId="1179856051" sldId="366"/>
            <ac:spMk id="8" creationId="{6CF85C25-FECF-02E7-8B5D-63C724E2B28B}"/>
          </ac:spMkLst>
        </pc:spChg>
      </pc:sldChg>
      <pc:sldChg chg="modSp mod">
        <pc:chgData name="Ero Sennin" userId="03426be40f75dd1c" providerId="LiveId" clId="{9DA10245-FAD5-46E9-ADF3-99D8F5A684A8}" dt="2023-11-19T05:51:12.306" v="35" actId="20577"/>
        <pc:sldMkLst>
          <pc:docMk/>
          <pc:sldMk cId="1166055557" sldId="367"/>
        </pc:sldMkLst>
        <pc:spChg chg="mod">
          <ac:chgData name="Ero Sennin" userId="03426be40f75dd1c" providerId="LiveId" clId="{9DA10245-FAD5-46E9-ADF3-99D8F5A684A8}" dt="2023-11-19T05:51:04.753" v="33"/>
          <ac:spMkLst>
            <pc:docMk/>
            <pc:sldMk cId="1166055557" sldId="367"/>
            <ac:spMk id="6" creationId="{52BDBAC3-67AD-4A97-7850-28F18722F0B1}"/>
          </ac:spMkLst>
        </pc:spChg>
        <pc:spChg chg="mod">
          <ac:chgData name="Ero Sennin" userId="03426be40f75dd1c" providerId="LiveId" clId="{9DA10245-FAD5-46E9-ADF3-99D8F5A684A8}" dt="2023-11-19T05:51:12.306" v="35" actId="20577"/>
          <ac:spMkLst>
            <pc:docMk/>
            <pc:sldMk cId="1166055557" sldId="367"/>
            <ac:spMk id="8" creationId="{6CF85C25-FECF-02E7-8B5D-63C724E2B28B}"/>
          </ac:spMkLst>
        </pc:spChg>
      </pc:sldChg>
      <pc:sldChg chg="modSp mod">
        <pc:chgData name="Ero Sennin" userId="03426be40f75dd1c" providerId="LiveId" clId="{9DA10245-FAD5-46E9-ADF3-99D8F5A684A8}" dt="2023-11-19T05:51:43.389" v="38" actId="20577"/>
        <pc:sldMkLst>
          <pc:docMk/>
          <pc:sldMk cId="1542159574" sldId="368"/>
        </pc:sldMkLst>
        <pc:spChg chg="mod">
          <ac:chgData name="Ero Sennin" userId="03426be40f75dd1c" providerId="LiveId" clId="{9DA10245-FAD5-46E9-ADF3-99D8F5A684A8}" dt="2023-11-19T05:51:37.047" v="36"/>
          <ac:spMkLst>
            <pc:docMk/>
            <pc:sldMk cId="1542159574" sldId="368"/>
            <ac:spMk id="6" creationId="{52BDBAC3-67AD-4A97-7850-28F18722F0B1}"/>
          </ac:spMkLst>
        </pc:spChg>
        <pc:spChg chg="mod">
          <ac:chgData name="Ero Sennin" userId="03426be40f75dd1c" providerId="LiveId" clId="{9DA10245-FAD5-46E9-ADF3-99D8F5A684A8}" dt="2023-11-19T05:51:43.389" v="38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modSp mod">
        <pc:chgData name="Ero Sennin" userId="03426be40f75dd1c" providerId="LiveId" clId="{9DA10245-FAD5-46E9-ADF3-99D8F5A684A8}" dt="2023-11-19T05:52:03.396" v="41" actId="20577"/>
        <pc:sldMkLst>
          <pc:docMk/>
          <pc:sldMk cId="780176159" sldId="369"/>
        </pc:sldMkLst>
        <pc:spChg chg="mod">
          <ac:chgData name="Ero Sennin" userId="03426be40f75dd1c" providerId="LiveId" clId="{9DA10245-FAD5-46E9-ADF3-99D8F5A684A8}" dt="2023-11-19T05:51:57.683" v="39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9DA10245-FAD5-46E9-ADF3-99D8F5A684A8}" dt="2023-11-19T05:52:03.396" v="41" actId="20577"/>
          <ac:spMkLst>
            <pc:docMk/>
            <pc:sldMk cId="780176159" sldId="369"/>
            <ac:spMk id="8" creationId="{6CF85C25-FECF-02E7-8B5D-63C724E2B28B}"/>
          </ac:spMkLst>
        </pc:spChg>
      </pc:sldChg>
      <pc:sldChg chg="modSp mod">
        <pc:chgData name="Ero Sennin" userId="03426be40f75dd1c" providerId="LiveId" clId="{9DA10245-FAD5-46E9-ADF3-99D8F5A684A8}" dt="2023-11-19T05:52:17.423" v="44" actId="20577"/>
        <pc:sldMkLst>
          <pc:docMk/>
          <pc:sldMk cId="4227814038" sldId="370"/>
        </pc:sldMkLst>
        <pc:spChg chg="mod">
          <ac:chgData name="Ero Sennin" userId="03426be40f75dd1c" providerId="LiveId" clId="{9DA10245-FAD5-46E9-ADF3-99D8F5A684A8}" dt="2023-11-19T05:52:11.937" v="42"/>
          <ac:spMkLst>
            <pc:docMk/>
            <pc:sldMk cId="4227814038" sldId="370"/>
            <ac:spMk id="6" creationId="{52BDBAC3-67AD-4A97-7850-28F18722F0B1}"/>
          </ac:spMkLst>
        </pc:spChg>
        <pc:spChg chg="mod">
          <ac:chgData name="Ero Sennin" userId="03426be40f75dd1c" providerId="LiveId" clId="{9DA10245-FAD5-46E9-ADF3-99D8F5A684A8}" dt="2023-11-19T05:52:17.423" v="44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mod">
        <pc:chgData name="Ero Sennin" userId="03426be40f75dd1c" providerId="LiveId" clId="{9DA10245-FAD5-46E9-ADF3-99D8F5A684A8}" dt="2023-11-19T05:52:33.727" v="47" actId="20577"/>
        <pc:sldMkLst>
          <pc:docMk/>
          <pc:sldMk cId="3853773006" sldId="371"/>
        </pc:sldMkLst>
        <pc:spChg chg="mod">
          <ac:chgData name="Ero Sennin" userId="03426be40f75dd1c" providerId="LiveId" clId="{9DA10245-FAD5-46E9-ADF3-99D8F5A684A8}" dt="2023-11-19T05:52:27.325" v="45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9DA10245-FAD5-46E9-ADF3-99D8F5A684A8}" dt="2023-11-19T05:52:33.727" v="47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del">
        <pc:chgData name="Ero Sennin" userId="03426be40f75dd1c" providerId="LiveId" clId="{9DA10245-FAD5-46E9-ADF3-99D8F5A684A8}" dt="2023-11-19T05:49:50.346" v="20" actId="47"/>
        <pc:sldMkLst>
          <pc:docMk/>
          <pc:sldMk cId="1960463523" sldId="3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2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72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7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3"/>
          <p:cNvSpPr>
            <a:spLocks noGrp="1"/>
          </p:cNvSpPr>
          <p:nvPr>
            <p:ph type="pic" idx="2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73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3"/>
          <p:cNvSpPr txBox="1">
            <a:spLocks noGrp="1"/>
          </p:cNvSpPr>
          <p:nvPr>
            <p:ph type="body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73"/>
          <p:cNvSpPr txBox="1">
            <a:spLocks noGrp="1"/>
          </p:cNvSpPr>
          <p:nvPr>
            <p:ph type="sldNum" idx="1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4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4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5"/>
          <p:cNvSpPr>
            <a:spLocks noGrp="1"/>
          </p:cNvSpPr>
          <p:nvPr>
            <p:ph type="pic" idx="2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75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5"/>
          <p:cNvSpPr txBox="1">
            <a:spLocks noGrp="1"/>
          </p:cNvSpPr>
          <p:nvPr>
            <p:ph type="body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5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6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6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7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8"/>
          <p:cNvSpPr>
            <a:spLocks noGrp="1"/>
          </p:cNvSpPr>
          <p:nvPr>
            <p:ph type="pic" idx="2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78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8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1pPr>
            <a:lvl2pPr marL="914400" lvl="1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2pPr>
            <a:lvl3pPr marL="1371600" lvl="2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3pPr>
            <a:lvl4pPr marL="1828800" lvl="3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4pPr>
            <a:lvl5pPr marL="2286000" lvl="4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8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9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9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0"/>
          <p:cNvSpPr>
            <a:spLocks noGrp="1"/>
          </p:cNvSpPr>
          <p:nvPr>
            <p:ph type="pic" idx="2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80"/>
          <p:cNvSpPr>
            <a:spLocks noGrp="1"/>
          </p:cNvSpPr>
          <p:nvPr>
            <p:ph type="pic" idx="3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80"/>
          <p:cNvSpPr>
            <a:spLocks noGrp="1"/>
          </p:cNvSpPr>
          <p:nvPr>
            <p:ph type="pic" idx="4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body" idx="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2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2"/>
          <p:cNvSpPr>
            <a:spLocks noGrp="1"/>
          </p:cNvSpPr>
          <p:nvPr>
            <p:ph type="pic" idx="2"/>
          </p:nvPr>
        </p:nvSpPr>
        <p:spPr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1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" name="Google Shape;7;p71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p7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 descr="PP-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004800" cy="97714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>
            <a:spLocks noGrp="1"/>
          </p:cNvSpPr>
          <p:nvPr>
            <p:ph type="ctrTitle" idx="4294967295"/>
          </p:nvPr>
        </p:nvSpPr>
        <p:spPr>
          <a:xfrm>
            <a:off x="376446" y="7601338"/>
            <a:ext cx="7713454" cy="15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9: Race conditions vulnerabilities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endParaRPr sz="2790" b="0" i="0" u="none" strike="noStrike" cap="none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59" name="Google Shape;59;p1" descr="2017-FE-Black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446" y="611762"/>
            <a:ext cx="4183172" cy="1395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 descr="Untitled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32437" y="-250619"/>
            <a:ext cx="7033878" cy="2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1536858" y="462955"/>
            <a:ext cx="4381220" cy="61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sz="3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536858" y="2485631"/>
            <a:ext cx="10073620" cy="234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Race conditions vulnerabilities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Vulnerabilities Related to Race conditions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of Race conditions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Prevention Strategies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27AEA11D-58DC-E73A-C89B-4CF0EC2B9D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9758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 What is Race conditions vulnerabilities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A race condition in a web application occurs when the application does not properly control the order and timing of actions, leading to unpredictable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This typically happens when multiple requests are processed concurrently, without proper synchronization, affecting the same data or resource. For example, two simultaneous requests from a user to withdraw money from an account could result in double withdrawal due to concurrent processing.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995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82352"/>
            <a:ext cx="10622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Common Race Condition Vulnerabilities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Concurrent Database Transactions: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Vulnerabilities arise when multiple requests manipulate the same database record simultaneously, leading to inconsistent or duplicate entries.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Session Race Conditions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This occurs when parallel requests manipulate the same user session data, possibly leading to session hijacking or data corruption.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Resource Manipulation Race Conditions: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Issues arise when multiple processes try to modify the same file or resource at the same time, leading to data loss or corruption.</a:t>
            </a: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58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3. Impact of Race Conditions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659985"/>
            <a:ext cx="113411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Data Integrity Issues: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Race conditions can lead to data inconsistencies, where records are not accurately updated, resulting in loss or corruption of data.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Security Breaches: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Exploiting race conditions can allow attackers to bypass security checks, escalate privileges, or perform actions out of the intended sequence.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Operational Disruption: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They can cause system crashes or unpredictable behavior, impacting the overall functionality and reliability of the web application.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9856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Synchronization and Locking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Implement synchronization mechanisms in application logic to ensure that only one process can modify a piece of data at a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Use database locking strategies to prevent concurrent transactions from interfering with each other. For example, using row-level locking in SQL databases to manage concurrent access to the same data record.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05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Atomic Transactions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Design database transactions to be atomic, ensuring they are fully completed or fully rolled back, without partial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Utilize database transaction isolation levels to control the visibility of intermediate changes made by a transaction.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215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730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Stateless Design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Adopt a stateless design for web services where possible. By avoiding server-side state management, the likelihood of race conditions due to session manipulation decreases.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Implementing stateless authentication tokens like JWT (JSON Web Tokens) can reduce the risk of session-related race conditions.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017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Rate Limiting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Implement rate limiting to control the number of requests a user can make within a certain time frame. This helps in reducing the risk of race conditions caused by rapid, repeated requests.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This approach is particularly effective for APIs and web services where users or automated scripts might attempt numerous operations quickly.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7814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Sequential Processing Logic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Where feasible, design the application logic to process requests sequentially or queue them effectively to manage the order of operations.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This approach is essential in scenarios where the order of transactions is critical, such as in financial operations or step-by-step workflows.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377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Summary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252107"/>
            <a:ext cx="113411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Definition of Race Conditions: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Occurs when a web application doesn't control the order and timing of actions, leading to unpredictable results, often due to concurrent processing.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Common Race Condition Vulnerabilities: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Include concurrent database transactions, session race conditions, and resource manipulation race conditions.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Impact of Race Conditions: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Can lead to data integrity issues, security breaches, and operational disruption.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Prevention Strategies: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Synchronization </a:t>
            </a:r>
            <a:r>
              <a:rPr lang="en-US" sz="2800" i="0">
                <a:solidFill>
                  <a:srgbClr val="0F0F0F"/>
                </a:solidFill>
                <a:effectLst/>
                <a:latin typeface="+mj-lt"/>
              </a:rPr>
              <a:t>and Locking, Atomic Transactions, Rate Limiting, Sequential Processing Logic.</a:t>
            </a: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endParaRPr lang="en-US" sz="2000" b="1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7333658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636</Words>
  <Application>Microsoft Office PowerPoint</Application>
  <PresentationFormat>Custom</PresentationFormat>
  <Paragraphs>53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Helvetica Neue Light</vt:lpstr>
      <vt:lpstr>Arial</vt:lpstr>
      <vt:lpstr>Helvetica Neue</vt:lpstr>
      <vt:lpstr>White</vt:lpstr>
      <vt:lpstr>Chapter 9: Race conditions vulnerabilities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Web Security Introduction </dc:title>
  <cp:lastModifiedBy>Ero Sennin</cp:lastModifiedBy>
  <cp:revision>1</cp:revision>
  <dcterms:modified xsi:type="dcterms:W3CDTF">2023-11-30T03:10:09Z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4419168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D8.0.4</vt:lpwstr>
  </property>
</Properties>
</file>