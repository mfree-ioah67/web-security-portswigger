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256" r:id="rId2"/>
    <p:sldId id="258" r:id="rId3"/>
    <p:sldId id="331" r:id="rId4"/>
    <p:sldId id="365" r:id="rId5"/>
    <p:sldId id="366" r:id="rId6"/>
    <p:sldId id="367" r:id="rId7"/>
    <p:sldId id="368" r:id="rId8"/>
    <p:sldId id="369" r:id="rId9"/>
    <p:sldId id="370" r:id="rId10"/>
    <p:sldId id="371" r:id="rId11"/>
    <p:sldId id="372" r:id="rId12"/>
  </p:sldIdLst>
  <p:sldSz cx="13004800" cy="9753600"/>
  <p:notesSz cx="6858000" cy="9144000"/>
  <p:embeddedFontLst>
    <p:embeddedFont>
      <p:font typeface="Helvetica Neue" panose="020B0604020202020204" charset="0"/>
      <p:regular r:id="rId14"/>
      <p:bold r:id="rId15"/>
      <p:italic r:id="rId16"/>
      <p:boldItalic r:id="rId17"/>
    </p:embeddedFont>
    <p:embeddedFont>
      <p:font typeface="Helvetica Neue Light" panose="020B0604020202020204"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072">
          <p15:clr>
            <a:srgbClr val="A4A3A4"/>
          </p15:clr>
        </p15:guide>
        <p15:guide id="2" pos="4096">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93" roundtripDataSignature="AMtx7mhnKKISbOK9ISA8HSU8hUwhbZbYe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B63091-8CF3-45E2-B474-389EFE308ADE}" v="1" dt="2023-11-30T03:18:59.5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1094" y="110"/>
      </p:cViewPr>
      <p:guideLst>
        <p:guide orient="horz" pos="3072"/>
        <p:guide pos="409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93" Type="http://customschemas.google.com/relationships/presentationmetadata" Target="metadata"/><Relationship Id="rId98"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font" Target="fonts/font8.fntdata"/><Relationship Id="rId9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95"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94" Type="http://schemas.openxmlformats.org/officeDocument/2006/relationships/presProps" Target="presProps.xml"/><Relationship Id="rId9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o Sennin" userId="03426be40f75dd1c" providerId="LiveId" clId="{B3DC1719-3541-4917-B8A1-E343E06EFC00}"/>
    <pc:docChg chg="undo custSel delSld modSld">
      <pc:chgData name="Ero Sennin" userId="03426be40f75dd1c" providerId="LiveId" clId="{B3DC1719-3541-4917-B8A1-E343E06EFC00}" dt="2023-11-19T04:43:35.855" v="54" actId="47"/>
      <pc:docMkLst>
        <pc:docMk/>
      </pc:docMkLst>
      <pc:sldChg chg="modSp mod">
        <pc:chgData name="Ero Sennin" userId="03426be40f75dd1c" providerId="LiveId" clId="{B3DC1719-3541-4917-B8A1-E343E06EFC00}" dt="2023-11-19T04:36:27.553" v="3" actId="20577"/>
        <pc:sldMkLst>
          <pc:docMk/>
          <pc:sldMk cId="0" sldId="256"/>
        </pc:sldMkLst>
        <pc:spChg chg="mod">
          <ac:chgData name="Ero Sennin" userId="03426be40f75dd1c" providerId="LiveId" clId="{B3DC1719-3541-4917-B8A1-E343E06EFC00}" dt="2023-11-19T04:36:27.553" v="3" actId="20577"/>
          <ac:spMkLst>
            <pc:docMk/>
            <pc:sldMk cId="0" sldId="256"/>
            <ac:spMk id="58" creationId="{00000000-0000-0000-0000-000000000000}"/>
          </ac:spMkLst>
        </pc:spChg>
      </pc:sldChg>
      <pc:sldChg chg="modSp mod">
        <pc:chgData name="Ero Sennin" userId="03426be40f75dd1c" providerId="LiveId" clId="{B3DC1719-3541-4917-B8A1-E343E06EFC00}" dt="2023-11-19T04:36:39.987" v="6"/>
        <pc:sldMkLst>
          <pc:docMk/>
          <pc:sldMk cId="0" sldId="258"/>
        </pc:sldMkLst>
        <pc:spChg chg="mod">
          <ac:chgData name="Ero Sennin" userId="03426be40f75dd1c" providerId="LiveId" clId="{B3DC1719-3541-4917-B8A1-E343E06EFC00}" dt="2023-11-19T04:36:39.987" v="6"/>
          <ac:spMkLst>
            <pc:docMk/>
            <pc:sldMk cId="0" sldId="258"/>
            <ac:spMk id="72" creationId="{00000000-0000-0000-0000-000000000000}"/>
          </ac:spMkLst>
        </pc:spChg>
      </pc:sldChg>
      <pc:sldChg chg="modSp mod">
        <pc:chgData name="Ero Sennin" userId="03426be40f75dd1c" providerId="LiveId" clId="{B3DC1719-3541-4917-B8A1-E343E06EFC00}" dt="2023-11-19T04:38:12.606" v="9" actId="20577"/>
        <pc:sldMkLst>
          <pc:docMk/>
          <pc:sldMk cId="1909956528" sldId="331"/>
        </pc:sldMkLst>
        <pc:spChg chg="mod">
          <ac:chgData name="Ero Sennin" userId="03426be40f75dd1c" providerId="LiveId" clId="{B3DC1719-3541-4917-B8A1-E343E06EFC00}" dt="2023-11-19T04:38:05.249" v="7"/>
          <ac:spMkLst>
            <pc:docMk/>
            <pc:sldMk cId="1909956528" sldId="331"/>
            <ac:spMk id="6" creationId="{52BDBAC3-67AD-4A97-7850-28F18722F0B1}"/>
          </ac:spMkLst>
        </pc:spChg>
        <pc:spChg chg="mod">
          <ac:chgData name="Ero Sennin" userId="03426be40f75dd1c" providerId="LiveId" clId="{B3DC1719-3541-4917-B8A1-E343E06EFC00}" dt="2023-11-19T04:38:12.606" v="9" actId="20577"/>
          <ac:spMkLst>
            <pc:docMk/>
            <pc:sldMk cId="1909956528" sldId="331"/>
            <ac:spMk id="8" creationId="{6CF85C25-FECF-02E7-8B5D-63C724E2B28B}"/>
          </ac:spMkLst>
        </pc:spChg>
      </pc:sldChg>
      <pc:sldChg chg="modSp mod">
        <pc:chgData name="Ero Sennin" userId="03426be40f75dd1c" providerId="LiveId" clId="{B3DC1719-3541-4917-B8A1-E343E06EFC00}" dt="2023-11-19T04:40:21.100" v="21" actId="21"/>
        <pc:sldMkLst>
          <pc:docMk/>
          <pc:sldMk cId="3079585306" sldId="365"/>
        </pc:sldMkLst>
        <pc:spChg chg="mod">
          <ac:chgData name="Ero Sennin" userId="03426be40f75dd1c" providerId="LiveId" clId="{B3DC1719-3541-4917-B8A1-E343E06EFC00}" dt="2023-11-19T04:38:38.803" v="14"/>
          <ac:spMkLst>
            <pc:docMk/>
            <pc:sldMk cId="3079585306" sldId="365"/>
            <ac:spMk id="6" creationId="{52BDBAC3-67AD-4A97-7850-28F18722F0B1}"/>
          </ac:spMkLst>
        </pc:spChg>
        <pc:spChg chg="mod">
          <ac:chgData name="Ero Sennin" userId="03426be40f75dd1c" providerId="LiveId" clId="{B3DC1719-3541-4917-B8A1-E343E06EFC00}" dt="2023-11-19T04:40:21.100" v="21" actId="21"/>
          <ac:spMkLst>
            <pc:docMk/>
            <pc:sldMk cId="3079585306" sldId="365"/>
            <ac:spMk id="8" creationId="{6CF85C25-FECF-02E7-8B5D-63C724E2B28B}"/>
          </ac:spMkLst>
        </pc:spChg>
      </pc:sldChg>
      <pc:sldChg chg="modSp mod">
        <pc:chgData name="Ero Sennin" userId="03426be40f75dd1c" providerId="LiveId" clId="{B3DC1719-3541-4917-B8A1-E343E06EFC00}" dt="2023-11-19T04:41:07.710" v="38" actId="113"/>
        <pc:sldMkLst>
          <pc:docMk/>
          <pc:sldMk cId="1179856051" sldId="366"/>
        </pc:sldMkLst>
        <pc:spChg chg="mod">
          <ac:chgData name="Ero Sennin" userId="03426be40f75dd1c" providerId="LiveId" clId="{B3DC1719-3541-4917-B8A1-E343E06EFC00}" dt="2023-11-19T04:40:48.537" v="27"/>
          <ac:spMkLst>
            <pc:docMk/>
            <pc:sldMk cId="1179856051" sldId="366"/>
            <ac:spMk id="6" creationId="{52BDBAC3-67AD-4A97-7850-28F18722F0B1}"/>
          </ac:spMkLst>
        </pc:spChg>
        <pc:spChg chg="mod">
          <ac:chgData name="Ero Sennin" userId="03426be40f75dd1c" providerId="LiveId" clId="{B3DC1719-3541-4917-B8A1-E343E06EFC00}" dt="2023-11-19T04:41:07.710" v="38" actId="113"/>
          <ac:spMkLst>
            <pc:docMk/>
            <pc:sldMk cId="1179856051" sldId="366"/>
            <ac:spMk id="8" creationId="{6CF85C25-FECF-02E7-8B5D-63C724E2B28B}"/>
          </ac:spMkLst>
        </pc:spChg>
      </pc:sldChg>
      <pc:sldChg chg="modSp mod">
        <pc:chgData name="Ero Sennin" userId="03426be40f75dd1c" providerId="LiveId" clId="{B3DC1719-3541-4917-B8A1-E343E06EFC00}" dt="2023-11-19T04:42:02.926" v="41" actId="20577"/>
        <pc:sldMkLst>
          <pc:docMk/>
          <pc:sldMk cId="1166055557" sldId="367"/>
        </pc:sldMkLst>
        <pc:spChg chg="mod">
          <ac:chgData name="Ero Sennin" userId="03426be40f75dd1c" providerId="LiveId" clId="{B3DC1719-3541-4917-B8A1-E343E06EFC00}" dt="2023-11-19T04:41:57.114" v="39"/>
          <ac:spMkLst>
            <pc:docMk/>
            <pc:sldMk cId="1166055557" sldId="367"/>
            <ac:spMk id="6" creationId="{52BDBAC3-67AD-4A97-7850-28F18722F0B1}"/>
          </ac:spMkLst>
        </pc:spChg>
        <pc:spChg chg="mod">
          <ac:chgData name="Ero Sennin" userId="03426be40f75dd1c" providerId="LiveId" clId="{B3DC1719-3541-4917-B8A1-E343E06EFC00}" dt="2023-11-19T04:42:02.926" v="41" actId="20577"/>
          <ac:spMkLst>
            <pc:docMk/>
            <pc:sldMk cId="1166055557" sldId="367"/>
            <ac:spMk id="8" creationId="{6CF85C25-FECF-02E7-8B5D-63C724E2B28B}"/>
          </ac:spMkLst>
        </pc:spChg>
      </pc:sldChg>
      <pc:sldChg chg="modSp mod">
        <pc:chgData name="Ero Sennin" userId="03426be40f75dd1c" providerId="LiveId" clId="{B3DC1719-3541-4917-B8A1-E343E06EFC00}" dt="2023-11-19T04:42:22.997" v="44" actId="20577"/>
        <pc:sldMkLst>
          <pc:docMk/>
          <pc:sldMk cId="1542159574" sldId="368"/>
        </pc:sldMkLst>
        <pc:spChg chg="mod">
          <ac:chgData name="Ero Sennin" userId="03426be40f75dd1c" providerId="LiveId" clId="{B3DC1719-3541-4917-B8A1-E343E06EFC00}" dt="2023-11-19T04:42:15.394" v="42"/>
          <ac:spMkLst>
            <pc:docMk/>
            <pc:sldMk cId="1542159574" sldId="368"/>
            <ac:spMk id="6" creationId="{52BDBAC3-67AD-4A97-7850-28F18722F0B1}"/>
          </ac:spMkLst>
        </pc:spChg>
        <pc:spChg chg="mod">
          <ac:chgData name="Ero Sennin" userId="03426be40f75dd1c" providerId="LiveId" clId="{B3DC1719-3541-4917-B8A1-E343E06EFC00}" dt="2023-11-19T04:42:22.997" v="44" actId="20577"/>
          <ac:spMkLst>
            <pc:docMk/>
            <pc:sldMk cId="1542159574" sldId="368"/>
            <ac:spMk id="8" creationId="{6CF85C25-FECF-02E7-8B5D-63C724E2B28B}"/>
          </ac:spMkLst>
        </pc:spChg>
      </pc:sldChg>
      <pc:sldChg chg="modSp mod">
        <pc:chgData name="Ero Sennin" userId="03426be40f75dd1c" providerId="LiveId" clId="{B3DC1719-3541-4917-B8A1-E343E06EFC00}" dt="2023-11-19T04:42:46.193" v="47" actId="20577"/>
        <pc:sldMkLst>
          <pc:docMk/>
          <pc:sldMk cId="780176159" sldId="369"/>
        </pc:sldMkLst>
        <pc:spChg chg="mod">
          <ac:chgData name="Ero Sennin" userId="03426be40f75dd1c" providerId="LiveId" clId="{B3DC1719-3541-4917-B8A1-E343E06EFC00}" dt="2023-11-19T04:42:40.202" v="45"/>
          <ac:spMkLst>
            <pc:docMk/>
            <pc:sldMk cId="780176159" sldId="369"/>
            <ac:spMk id="6" creationId="{52BDBAC3-67AD-4A97-7850-28F18722F0B1}"/>
          </ac:spMkLst>
        </pc:spChg>
        <pc:spChg chg="mod">
          <ac:chgData name="Ero Sennin" userId="03426be40f75dd1c" providerId="LiveId" clId="{B3DC1719-3541-4917-B8A1-E343E06EFC00}" dt="2023-11-19T04:42:46.193" v="47" actId="20577"/>
          <ac:spMkLst>
            <pc:docMk/>
            <pc:sldMk cId="780176159" sldId="369"/>
            <ac:spMk id="8" creationId="{6CF85C25-FECF-02E7-8B5D-63C724E2B28B}"/>
          </ac:spMkLst>
        </pc:spChg>
      </pc:sldChg>
      <pc:sldChg chg="modSp mod">
        <pc:chgData name="Ero Sennin" userId="03426be40f75dd1c" providerId="LiveId" clId="{B3DC1719-3541-4917-B8A1-E343E06EFC00}" dt="2023-11-19T04:43:10.013" v="50" actId="20577"/>
        <pc:sldMkLst>
          <pc:docMk/>
          <pc:sldMk cId="4227814038" sldId="370"/>
        </pc:sldMkLst>
        <pc:spChg chg="mod">
          <ac:chgData name="Ero Sennin" userId="03426be40f75dd1c" providerId="LiveId" clId="{B3DC1719-3541-4917-B8A1-E343E06EFC00}" dt="2023-11-19T04:43:04.109" v="48"/>
          <ac:spMkLst>
            <pc:docMk/>
            <pc:sldMk cId="4227814038" sldId="370"/>
            <ac:spMk id="6" creationId="{52BDBAC3-67AD-4A97-7850-28F18722F0B1}"/>
          </ac:spMkLst>
        </pc:spChg>
        <pc:spChg chg="mod">
          <ac:chgData name="Ero Sennin" userId="03426be40f75dd1c" providerId="LiveId" clId="{B3DC1719-3541-4917-B8A1-E343E06EFC00}" dt="2023-11-19T04:43:10.013" v="50" actId="20577"/>
          <ac:spMkLst>
            <pc:docMk/>
            <pc:sldMk cId="4227814038" sldId="370"/>
            <ac:spMk id="8" creationId="{6CF85C25-FECF-02E7-8B5D-63C724E2B28B}"/>
          </ac:spMkLst>
        </pc:spChg>
      </pc:sldChg>
      <pc:sldChg chg="modSp mod">
        <pc:chgData name="Ero Sennin" userId="03426be40f75dd1c" providerId="LiveId" clId="{B3DC1719-3541-4917-B8A1-E343E06EFC00}" dt="2023-11-19T04:43:31.928" v="53" actId="20577"/>
        <pc:sldMkLst>
          <pc:docMk/>
          <pc:sldMk cId="3853773006" sldId="371"/>
        </pc:sldMkLst>
        <pc:spChg chg="mod">
          <ac:chgData name="Ero Sennin" userId="03426be40f75dd1c" providerId="LiveId" clId="{B3DC1719-3541-4917-B8A1-E343E06EFC00}" dt="2023-11-19T04:43:26.077" v="51"/>
          <ac:spMkLst>
            <pc:docMk/>
            <pc:sldMk cId="3853773006" sldId="371"/>
            <ac:spMk id="6" creationId="{52BDBAC3-67AD-4A97-7850-28F18722F0B1}"/>
          </ac:spMkLst>
        </pc:spChg>
        <pc:spChg chg="mod">
          <ac:chgData name="Ero Sennin" userId="03426be40f75dd1c" providerId="LiveId" clId="{B3DC1719-3541-4917-B8A1-E343E06EFC00}" dt="2023-11-19T04:43:31.928" v="53" actId="20577"/>
          <ac:spMkLst>
            <pc:docMk/>
            <pc:sldMk cId="3853773006" sldId="371"/>
            <ac:spMk id="8" creationId="{6CF85C25-FECF-02E7-8B5D-63C724E2B28B}"/>
          </ac:spMkLst>
        </pc:spChg>
      </pc:sldChg>
      <pc:sldChg chg="del">
        <pc:chgData name="Ero Sennin" userId="03426be40f75dd1c" providerId="LiveId" clId="{B3DC1719-3541-4917-B8A1-E343E06EFC00}" dt="2023-11-19T04:43:35.855" v="54" actId="47"/>
        <pc:sldMkLst>
          <pc:docMk/>
          <pc:sldMk cId="784932187" sldId="372"/>
        </pc:sldMkLst>
      </pc:sldChg>
      <pc:sldChg chg="addSp delSp modSp mod">
        <pc:chgData name="Ero Sennin" userId="03426be40f75dd1c" providerId="LiveId" clId="{B3DC1719-3541-4917-B8A1-E343E06EFC00}" dt="2023-11-19T04:40:41.294" v="26"/>
        <pc:sldMkLst>
          <pc:docMk/>
          <pc:sldMk cId="1960463523" sldId="373"/>
        </pc:sldMkLst>
        <pc:spChg chg="add mod">
          <ac:chgData name="Ero Sennin" userId="03426be40f75dd1c" providerId="LiveId" clId="{B3DC1719-3541-4917-B8A1-E343E06EFC00}" dt="2023-11-19T04:40:41.294" v="26"/>
          <ac:spMkLst>
            <pc:docMk/>
            <pc:sldMk cId="1960463523" sldId="373"/>
            <ac:spMk id="2" creationId="{61D0143E-1412-7F56-8271-262FA1575E46}"/>
          </ac:spMkLst>
        </pc:spChg>
        <pc:spChg chg="del">
          <ac:chgData name="Ero Sennin" userId="03426be40f75dd1c" providerId="LiveId" clId="{B3DC1719-3541-4917-B8A1-E343E06EFC00}" dt="2023-11-19T04:40:40.418" v="25" actId="478"/>
          <ac:spMkLst>
            <pc:docMk/>
            <pc:sldMk cId="1960463523" sldId="373"/>
            <ac:spMk id="6" creationId="{52BDBAC3-67AD-4A97-7850-28F18722F0B1}"/>
          </ac:spMkLst>
        </pc:spChg>
        <pc:spChg chg="mod">
          <ac:chgData name="Ero Sennin" userId="03426be40f75dd1c" providerId="LiveId" clId="{B3DC1719-3541-4917-B8A1-E343E06EFC00}" dt="2023-11-19T04:40:30.645" v="24" actId="113"/>
          <ac:spMkLst>
            <pc:docMk/>
            <pc:sldMk cId="1960463523" sldId="373"/>
            <ac:spMk id="8" creationId="{6CF85C25-FECF-02E7-8B5D-63C724E2B28B}"/>
          </ac:spMkLst>
        </pc:spChg>
      </pc:sldChg>
    </pc:docChg>
  </pc:docChgLst>
  <pc:docChgLst>
    <pc:chgData name="Ero Sennin" userId="03426be40f75dd1c" providerId="LiveId" clId="{59AC1DFC-6538-4039-B625-EF0FC9C0D4A9}"/>
    <pc:docChg chg="undo redo custSel addSld delSld modSld sldOrd">
      <pc:chgData name="Ero Sennin" userId="03426be40f75dd1c" providerId="LiveId" clId="{59AC1DFC-6538-4039-B625-EF0FC9C0D4A9}" dt="2023-11-18T17:59:14.621" v="1116" actId="20577"/>
      <pc:docMkLst>
        <pc:docMk/>
      </pc:docMkLst>
      <pc:sldChg chg="modSp mod">
        <pc:chgData name="Ero Sennin" userId="03426be40f75dd1c" providerId="LiveId" clId="{59AC1DFC-6538-4039-B625-EF0FC9C0D4A9}" dt="2023-11-18T14:54:26.230" v="165" actId="1076"/>
        <pc:sldMkLst>
          <pc:docMk/>
          <pc:sldMk cId="0" sldId="256"/>
        </pc:sldMkLst>
        <pc:spChg chg="mod">
          <ac:chgData name="Ero Sennin" userId="03426be40f75dd1c" providerId="LiveId" clId="{59AC1DFC-6538-4039-B625-EF0FC9C0D4A9}" dt="2023-11-18T14:54:26.230" v="165" actId="1076"/>
          <ac:spMkLst>
            <pc:docMk/>
            <pc:sldMk cId="0" sldId="256"/>
            <ac:spMk id="58" creationId="{00000000-0000-0000-0000-000000000000}"/>
          </ac:spMkLst>
        </pc:spChg>
      </pc:sldChg>
      <pc:sldChg chg="del">
        <pc:chgData name="Ero Sennin" userId="03426be40f75dd1c" providerId="LiveId" clId="{59AC1DFC-6538-4039-B625-EF0FC9C0D4A9}" dt="2023-11-18T14:50:22.157" v="0" actId="47"/>
        <pc:sldMkLst>
          <pc:docMk/>
          <pc:sldMk cId="0" sldId="257"/>
        </pc:sldMkLst>
      </pc:sldChg>
      <pc:sldChg chg="addSp delSp modSp mod">
        <pc:chgData name="Ero Sennin" userId="03426be40f75dd1c" providerId="LiveId" clId="{59AC1DFC-6538-4039-B625-EF0FC9C0D4A9}" dt="2023-11-18T17:21:37.591" v="800" actId="1076"/>
        <pc:sldMkLst>
          <pc:docMk/>
          <pc:sldMk cId="0" sldId="258"/>
        </pc:sldMkLst>
        <pc:spChg chg="mod">
          <ac:chgData name="Ero Sennin" userId="03426be40f75dd1c" providerId="LiveId" clId="{59AC1DFC-6538-4039-B625-EF0FC9C0D4A9}" dt="2023-11-18T14:53:27.289" v="139" actId="20577"/>
          <ac:spMkLst>
            <pc:docMk/>
            <pc:sldMk cId="0" sldId="258"/>
            <ac:spMk id="71" creationId="{00000000-0000-0000-0000-000000000000}"/>
          </ac:spMkLst>
        </pc:spChg>
        <pc:spChg chg="mod">
          <ac:chgData name="Ero Sennin" userId="03426be40f75dd1c" providerId="LiveId" clId="{59AC1DFC-6538-4039-B625-EF0FC9C0D4A9}" dt="2023-11-18T17:21:37.591" v="800" actId="1076"/>
          <ac:spMkLst>
            <pc:docMk/>
            <pc:sldMk cId="0" sldId="258"/>
            <ac:spMk id="72" creationId="{00000000-0000-0000-0000-000000000000}"/>
          </ac:spMkLst>
        </pc:spChg>
        <pc:picChg chg="add mod">
          <ac:chgData name="Ero Sennin" userId="03426be40f75dd1c" providerId="LiveId" clId="{59AC1DFC-6538-4039-B625-EF0FC9C0D4A9}" dt="2023-11-18T15:58:49.678" v="487" actId="1076"/>
          <ac:picMkLst>
            <pc:docMk/>
            <pc:sldMk cId="0" sldId="258"/>
            <ac:picMk id="2" creationId="{27AEA11D-58DC-E73A-C89B-4CF0EC2B9DE0}"/>
          </ac:picMkLst>
        </pc:picChg>
        <pc:picChg chg="del">
          <ac:chgData name="Ero Sennin" userId="03426be40f75dd1c" providerId="LiveId" clId="{59AC1DFC-6538-4039-B625-EF0FC9C0D4A9}" dt="2023-11-18T14:50:29.025" v="1" actId="478"/>
          <ac:picMkLst>
            <pc:docMk/>
            <pc:sldMk cId="0" sldId="258"/>
            <ac:picMk id="69" creationId="{00000000-0000-0000-0000-000000000000}"/>
          </ac:picMkLst>
        </pc:picChg>
      </pc:sldChg>
      <pc:sldChg chg="del">
        <pc:chgData name="Ero Sennin" userId="03426be40f75dd1c" providerId="LiveId" clId="{59AC1DFC-6538-4039-B625-EF0FC9C0D4A9}" dt="2023-11-18T14:50:36.162" v="2" actId="47"/>
        <pc:sldMkLst>
          <pc:docMk/>
          <pc:sldMk cId="0" sldId="259"/>
        </pc:sldMkLst>
      </pc:sldChg>
      <pc:sldChg chg="delSp modSp del mod">
        <pc:chgData name="Ero Sennin" userId="03426be40f75dd1c" providerId="LiveId" clId="{59AC1DFC-6538-4039-B625-EF0FC9C0D4A9}" dt="2023-11-18T17:13:22.272" v="765" actId="47"/>
        <pc:sldMkLst>
          <pc:docMk/>
          <pc:sldMk cId="0" sldId="260"/>
        </pc:sldMkLst>
        <pc:picChg chg="del mod">
          <ac:chgData name="Ero Sennin" userId="03426be40f75dd1c" providerId="LiveId" clId="{59AC1DFC-6538-4039-B625-EF0FC9C0D4A9}" dt="2023-11-18T14:54:41.683" v="167" actId="478"/>
          <ac:picMkLst>
            <pc:docMk/>
            <pc:sldMk cId="0" sldId="260"/>
            <ac:picMk id="91" creationId="{00000000-0000-0000-0000-000000000000}"/>
          </ac:picMkLst>
        </pc:picChg>
      </pc:sldChg>
      <pc:sldChg chg="del">
        <pc:chgData name="Ero Sennin" userId="03426be40f75dd1c" providerId="LiveId" clId="{59AC1DFC-6538-4039-B625-EF0FC9C0D4A9}" dt="2023-11-18T17:13:22.272" v="765" actId="47"/>
        <pc:sldMkLst>
          <pc:docMk/>
          <pc:sldMk cId="0" sldId="261"/>
        </pc:sldMkLst>
      </pc:sldChg>
      <pc:sldChg chg="del">
        <pc:chgData name="Ero Sennin" userId="03426be40f75dd1c" providerId="LiveId" clId="{59AC1DFC-6538-4039-B625-EF0FC9C0D4A9}" dt="2023-11-18T17:13:22.272" v="765" actId="47"/>
        <pc:sldMkLst>
          <pc:docMk/>
          <pc:sldMk cId="0" sldId="262"/>
        </pc:sldMkLst>
      </pc:sldChg>
      <pc:sldChg chg="del">
        <pc:chgData name="Ero Sennin" userId="03426be40f75dd1c" providerId="LiveId" clId="{59AC1DFC-6538-4039-B625-EF0FC9C0D4A9}" dt="2023-11-18T17:13:22.272" v="765" actId="47"/>
        <pc:sldMkLst>
          <pc:docMk/>
          <pc:sldMk cId="0" sldId="263"/>
        </pc:sldMkLst>
      </pc:sldChg>
      <pc:sldChg chg="add del">
        <pc:chgData name="Ero Sennin" userId="03426be40f75dd1c" providerId="LiveId" clId="{59AC1DFC-6538-4039-B625-EF0FC9C0D4A9}" dt="2023-11-18T17:13:22.272" v="765" actId="47"/>
        <pc:sldMkLst>
          <pc:docMk/>
          <pc:sldMk cId="0" sldId="264"/>
        </pc:sldMkLst>
      </pc:sldChg>
      <pc:sldChg chg="del">
        <pc:chgData name="Ero Sennin" userId="03426be40f75dd1c" providerId="LiveId" clId="{59AC1DFC-6538-4039-B625-EF0FC9C0D4A9}" dt="2023-11-18T17:13:22.272" v="765" actId="47"/>
        <pc:sldMkLst>
          <pc:docMk/>
          <pc:sldMk cId="0" sldId="265"/>
        </pc:sldMkLst>
      </pc:sldChg>
      <pc:sldChg chg="del">
        <pc:chgData name="Ero Sennin" userId="03426be40f75dd1c" providerId="LiveId" clId="{59AC1DFC-6538-4039-B625-EF0FC9C0D4A9}" dt="2023-11-18T17:13:22.272" v="765" actId="47"/>
        <pc:sldMkLst>
          <pc:docMk/>
          <pc:sldMk cId="0" sldId="266"/>
        </pc:sldMkLst>
      </pc:sldChg>
      <pc:sldChg chg="del">
        <pc:chgData name="Ero Sennin" userId="03426be40f75dd1c" providerId="LiveId" clId="{59AC1DFC-6538-4039-B625-EF0FC9C0D4A9}" dt="2023-11-18T17:13:22.272" v="765" actId="47"/>
        <pc:sldMkLst>
          <pc:docMk/>
          <pc:sldMk cId="0" sldId="267"/>
        </pc:sldMkLst>
      </pc:sldChg>
      <pc:sldChg chg="del">
        <pc:chgData name="Ero Sennin" userId="03426be40f75dd1c" providerId="LiveId" clId="{59AC1DFC-6538-4039-B625-EF0FC9C0D4A9}" dt="2023-11-18T17:13:22.272" v="765" actId="47"/>
        <pc:sldMkLst>
          <pc:docMk/>
          <pc:sldMk cId="0" sldId="268"/>
        </pc:sldMkLst>
      </pc:sldChg>
      <pc:sldChg chg="del">
        <pc:chgData name="Ero Sennin" userId="03426be40f75dd1c" providerId="LiveId" clId="{59AC1DFC-6538-4039-B625-EF0FC9C0D4A9}" dt="2023-11-18T17:13:22.272" v="765" actId="47"/>
        <pc:sldMkLst>
          <pc:docMk/>
          <pc:sldMk cId="0" sldId="269"/>
        </pc:sldMkLst>
      </pc:sldChg>
      <pc:sldChg chg="del">
        <pc:chgData name="Ero Sennin" userId="03426be40f75dd1c" providerId="LiveId" clId="{59AC1DFC-6538-4039-B625-EF0FC9C0D4A9}" dt="2023-11-18T17:13:22.272" v="765" actId="47"/>
        <pc:sldMkLst>
          <pc:docMk/>
          <pc:sldMk cId="0" sldId="270"/>
        </pc:sldMkLst>
      </pc:sldChg>
      <pc:sldChg chg="del">
        <pc:chgData name="Ero Sennin" userId="03426be40f75dd1c" providerId="LiveId" clId="{59AC1DFC-6538-4039-B625-EF0FC9C0D4A9}" dt="2023-11-18T17:13:22.272" v="765" actId="47"/>
        <pc:sldMkLst>
          <pc:docMk/>
          <pc:sldMk cId="0" sldId="271"/>
        </pc:sldMkLst>
      </pc:sldChg>
      <pc:sldChg chg="del">
        <pc:chgData name="Ero Sennin" userId="03426be40f75dd1c" providerId="LiveId" clId="{59AC1DFC-6538-4039-B625-EF0FC9C0D4A9}" dt="2023-11-18T17:13:22.272" v="765" actId="47"/>
        <pc:sldMkLst>
          <pc:docMk/>
          <pc:sldMk cId="0" sldId="272"/>
        </pc:sldMkLst>
      </pc:sldChg>
      <pc:sldChg chg="del">
        <pc:chgData name="Ero Sennin" userId="03426be40f75dd1c" providerId="LiveId" clId="{59AC1DFC-6538-4039-B625-EF0FC9C0D4A9}" dt="2023-11-18T17:13:22.272" v="765" actId="47"/>
        <pc:sldMkLst>
          <pc:docMk/>
          <pc:sldMk cId="0" sldId="273"/>
        </pc:sldMkLst>
      </pc:sldChg>
      <pc:sldChg chg="del">
        <pc:chgData name="Ero Sennin" userId="03426be40f75dd1c" providerId="LiveId" clId="{59AC1DFC-6538-4039-B625-EF0FC9C0D4A9}" dt="2023-11-18T17:13:22.272" v="765" actId="47"/>
        <pc:sldMkLst>
          <pc:docMk/>
          <pc:sldMk cId="0" sldId="274"/>
        </pc:sldMkLst>
      </pc:sldChg>
      <pc:sldChg chg="del">
        <pc:chgData name="Ero Sennin" userId="03426be40f75dd1c" providerId="LiveId" clId="{59AC1DFC-6538-4039-B625-EF0FC9C0D4A9}" dt="2023-11-18T17:13:22.272" v="765" actId="47"/>
        <pc:sldMkLst>
          <pc:docMk/>
          <pc:sldMk cId="0" sldId="275"/>
        </pc:sldMkLst>
      </pc:sldChg>
      <pc:sldChg chg="del">
        <pc:chgData name="Ero Sennin" userId="03426be40f75dd1c" providerId="LiveId" clId="{59AC1DFC-6538-4039-B625-EF0FC9C0D4A9}" dt="2023-11-18T17:13:22.272" v="765" actId="47"/>
        <pc:sldMkLst>
          <pc:docMk/>
          <pc:sldMk cId="0" sldId="276"/>
        </pc:sldMkLst>
      </pc:sldChg>
      <pc:sldChg chg="del">
        <pc:chgData name="Ero Sennin" userId="03426be40f75dd1c" providerId="LiveId" clId="{59AC1DFC-6538-4039-B625-EF0FC9C0D4A9}" dt="2023-11-18T17:13:22.272" v="765" actId="47"/>
        <pc:sldMkLst>
          <pc:docMk/>
          <pc:sldMk cId="0" sldId="277"/>
        </pc:sldMkLst>
      </pc:sldChg>
      <pc:sldChg chg="del">
        <pc:chgData name="Ero Sennin" userId="03426be40f75dd1c" providerId="LiveId" clId="{59AC1DFC-6538-4039-B625-EF0FC9C0D4A9}" dt="2023-11-18T17:13:22.272" v="765" actId="47"/>
        <pc:sldMkLst>
          <pc:docMk/>
          <pc:sldMk cId="0" sldId="278"/>
        </pc:sldMkLst>
      </pc:sldChg>
      <pc:sldChg chg="del">
        <pc:chgData name="Ero Sennin" userId="03426be40f75dd1c" providerId="LiveId" clId="{59AC1DFC-6538-4039-B625-EF0FC9C0D4A9}" dt="2023-11-18T17:13:22.272" v="765" actId="47"/>
        <pc:sldMkLst>
          <pc:docMk/>
          <pc:sldMk cId="0" sldId="279"/>
        </pc:sldMkLst>
      </pc:sldChg>
      <pc:sldChg chg="del">
        <pc:chgData name="Ero Sennin" userId="03426be40f75dd1c" providerId="LiveId" clId="{59AC1DFC-6538-4039-B625-EF0FC9C0D4A9}" dt="2023-11-18T17:13:22.272" v="765" actId="47"/>
        <pc:sldMkLst>
          <pc:docMk/>
          <pc:sldMk cId="0" sldId="280"/>
        </pc:sldMkLst>
      </pc:sldChg>
      <pc:sldChg chg="del">
        <pc:chgData name="Ero Sennin" userId="03426be40f75dd1c" providerId="LiveId" clId="{59AC1DFC-6538-4039-B625-EF0FC9C0D4A9}" dt="2023-11-18T17:13:22.272" v="765" actId="47"/>
        <pc:sldMkLst>
          <pc:docMk/>
          <pc:sldMk cId="0" sldId="281"/>
        </pc:sldMkLst>
      </pc:sldChg>
      <pc:sldChg chg="del">
        <pc:chgData name="Ero Sennin" userId="03426be40f75dd1c" providerId="LiveId" clId="{59AC1DFC-6538-4039-B625-EF0FC9C0D4A9}" dt="2023-11-18T17:13:22.272" v="765" actId="47"/>
        <pc:sldMkLst>
          <pc:docMk/>
          <pc:sldMk cId="0" sldId="282"/>
        </pc:sldMkLst>
      </pc:sldChg>
      <pc:sldChg chg="del">
        <pc:chgData name="Ero Sennin" userId="03426be40f75dd1c" providerId="LiveId" clId="{59AC1DFC-6538-4039-B625-EF0FC9C0D4A9}" dt="2023-11-18T17:13:22.272" v="765" actId="47"/>
        <pc:sldMkLst>
          <pc:docMk/>
          <pc:sldMk cId="0" sldId="283"/>
        </pc:sldMkLst>
      </pc:sldChg>
      <pc:sldChg chg="del">
        <pc:chgData name="Ero Sennin" userId="03426be40f75dd1c" providerId="LiveId" clId="{59AC1DFC-6538-4039-B625-EF0FC9C0D4A9}" dt="2023-11-18T17:13:22.272" v="765" actId="47"/>
        <pc:sldMkLst>
          <pc:docMk/>
          <pc:sldMk cId="0" sldId="284"/>
        </pc:sldMkLst>
      </pc:sldChg>
      <pc:sldChg chg="del">
        <pc:chgData name="Ero Sennin" userId="03426be40f75dd1c" providerId="LiveId" clId="{59AC1DFC-6538-4039-B625-EF0FC9C0D4A9}" dt="2023-11-18T17:13:22.272" v="765" actId="47"/>
        <pc:sldMkLst>
          <pc:docMk/>
          <pc:sldMk cId="0" sldId="285"/>
        </pc:sldMkLst>
      </pc:sldChg>
      <pc:sldChg chg="del">
        <pc:chgData name="Ero Sennin" userId="03426be40f75dd1c" providerId="LiveId" clId="{59AC1DFC-6538-4039-B625-EF0FC9C0D4A9}" dt="2023-11-18T17:13:22.272" v="765" actId="47"/>
        <pc:sldMkLst>
          <pc:docMk/>
          <pc:sldMk cId="0" sldId="286"/>
        </pc:sldMkLst>
      </pc:sldChg>
      <pc:sldChg chg="del">
        <pc:chgData name="Ero Sennin" userId="03426be40f75dd1c" providerId="LiveId" clId="{59AC1DFC-6538-4039-B625-EF0FC9C0D4A9}" dt="2023-11-18T17:13:22.272" v="765" actId="47"/>
        <pc:sldMkLst>
          <pc:docMk/>
          <pc:sldMk cId="0" sldId="287"/>
        </pc:sldMkLst>
      </pc:sldChg>
      <pc:sldChg chg="del">
        <pc:chgData name="Ero Sennin" userId="03426be40f75dd1c" providerId="LiveId" clId="{59AC1DFC-6538-4039-B625-EF0FC9C0D4A9}" dt="2023-11-18T17:13:22.272" v="765" actId="47"/>
        <pc:sldMkLst>
          <pc:docMk/>
          <pc:sldMk cId="0" sldId="288"/>
        </pc:sldMkLst>
      </pc:sldChg>
      <pc:sldChg chg="del">
        <pc:chgData name="Ero Sennin" userId="03426be40f75dd1c" providerId="LiveId" clId="{59AC1DFC-6538-4039-B625-EF0FC9C0D4A9}" dt="2023-11-18T17:13:22.272" v="765" actId="47"/>
        <pc:sldMkLst>
          <pc:docMk/>
          <pc:sldMk cId="0" sldId="289"/>
        </pc:sldMkLst>
      </pc:sldChg>
      <pc:sldChg chg="del">
        <pc:chgData name="Ero Sennin" userId="03426be40f75dd1c" providerId="LiveId" clId="{59AC1DFC-6538-4039-B625-EF0FC9C0D4A9}" dt="2023-11-18T17:13:22.272" v="765" actId="47"/>
        <pc:sldMkLst>
          <pc:docMk/>
          <pc:sldMk cId="0" sldId="290"/>
        </pc:sldMkLst>
      </pc:sldChg>
      <pc:sldChg chg="del">
        <pc:chgData name="Ero Sennin" userId="03426be40f75dd1c" providerId="LiveId" clId="{59AC1DFC-6538-4039-B625-EF0FC9C0D4A9}" dt="2023-11-18T17:13:22.272" v="765" actId="47"/>
        <pc:sldMkLst>
          <pc:docMk/>
          <pc:sldMk cId="0" sldId="291"/>
        </pc:sldMkLst>
      </pc:sldChg>
      <pc:sldChg chg="del">
        <pc:chgData name="Ero Sennin" userId="03426be40f75dd1c" providerId="LiveId" clId="{59AC1DFC-6538-4039-B625-EF0FC9C0D4A9}" dt="2023-11-18T17:13:22.272" v="765" actId="47"/>
        <pc:sldMkLst>
          <pc:docMk/>
          <pc:sldMk cId="0" sldId="292"/>
        </pc:sldMkLst>
      </pc:sldChg>
      <pc:sldChg chg="del">
        <pc:chgData name="Ero Sennin" userId="03426be40f75dd1c" providerId="LiveId" clId="{59AC1DFC-6538-4039-B625-EF0FC9C0D4A9}" dt="2023-11-18T17:13:22.272" v="765" actId="47"/>
        <pc:sldMkLst>
          <pc:docMk/>
          <pc:sldMk cId="0" sldId="293"/>
        </pc:sldMkLst>
      </pc:sldChg>
      <pc:sldChg chg="del">
        <pc:chgData name="Ero Sennin" userId="03426be40f75dd1c" providerId="LiveId" clId="{59AC1DFC-6538-4039-B625-EF0FC9C0D4A9}" dt="2023-11-18T17:13:22.272" v="765" actId="47"/>
        <pc:sldMkLst>
          <pc:docMk/>
          <pc:sldMk cId="0" sldId="294"/>
        </pc:sldMkLst>
      </pc:sldChg>
      <pc:sldChg chg="del">
        <pc:chgData name="Ero Sennin" userId="03426be40f75dd1c" providerId="LiveId" clId="{59AC1DFC-6538-4039-B625-EF0FC9C0D4A9}" dt="2023-11-18T17:13:22.272" v="765" actId="47"/>
        <pc:sldMkLst>
          <pc:docMk/>
          <pc:sldMk cId="0" sldId="295"/>
        </pc:sldMkLst>
      </pc:sldChg>
      <pc:sldChg chg="del">
        <pc:chgData name="Ero Sennin" userId="03426be40f75dd1c" providerId="LiveId" clId="{59AC1DFC-6538-4039-B625-EF0FC9C0D4A9}" dt="2023-11-18T17:13:22.272" v="765" actId="47"/>
        <pc:sldMkLst>
          <pc:docMk/>
          <pc:sldMk cId="0" sldId="296"/>
        </pc:sldMkLst>
      </pc:sldChg>
      <pc:sldChg chg="del">
        <pc:chgData name="Ero Sennin" userId="03426be40f75dd1c" providerId="LiveId" clId="{59AC1DFC-6538-4039-B625-EF0FC9C0D4A9}" dt="2023-11-18T17:13:22.272" v="765" actId="47"/>
        <pc:sldMkLst>
          <pc:docMk/>
          <pc:sldMk cId="0" sldId="297"/>
        </pc:sldMkLst>
      </pc:sldChg>
      <pc:sldChg chg="del">
        <pc:chgData name="Ero Sennin" userId="03426be40f75dd1c" providerId="LiveId" clId="{59AC1DFC-6538-4039-B625-EF0FC9C0D4A9}" dt="2023-11-18T17:13:22.272" v="765" actId="47"/>
        <pc:sldMkLst>
          <pc:docMk/>
          <pc:sldMk cId="0" sldId="298"/>
        </pc:sldMkLst>
      </pc:sldChg>
      <pc:sldChg chg="del">
        <pc:chgData name="Ero Sennin" userId="03426be40f75dd1c" providerId="LiveId" clId="{59AC1DFC-6538-4039-B625-EF0FC9C0D4A9}" dt="2023-11-18T17:13:22.272" v="765" actId="47"/>
        <pc:sldMkLst>
          <pc:docMk/>
          <pc:sldMk cId="0" sldId="299"/>
        </pc:sldMkLst>
      </pc:sldChg>
      <pc:sldChg chg="del">
        <pc:chgData name="Ero Sennin" userId="03426be40f75dd1c" providerId="LiveId" clId="{59AC1DFC-6538-4039-B625-EF0FC9C0D4A9}" dt="2023-11-18T17:13:22.272" v="765" actId="47"/>
        <pc:sldMkLst>
          <pc:docMk/>
          <pc:sldMk cId="0" sldId="300"/>
        </pc:sldMkLst>
      </pc:sldChg>
      <pc:sldChg chg="del">
        <pc:chgData name="Ero Sennin" userId="03426be40f75dd1c" providerId="LiveId" clId="{59AC1DFC-6538-4039-B625-EF0FC9C0D4A9}" dt="2023-11-18T17:13:22.272" v="765" actId="47"/>
        <pc:sldMkLst>
          <pc:docMk/>
          <pc:sldMk cId="0" sldId="301"/>
        </pc:sldMkLst>
      </pc:sldChg>
      <pc:sldChg chg="del">
        <pc:chgData name="Ero Sennin" userId="03426be40f75dd1c" providerId="LiveId" clId="{59AC1DFC-6538-4039-B625-EF0FC9C0D4A9}" dt="2023-11-18T17:13:22.272" v="765" actId="47"/>
        <pc:sldMkLst>
          <pc:docMk/>
          <pc:sldMk cId="0" sldId="302"/>
        </pc:sldMkLst>
      </pc:sldChg>
      <pc:sldChg chg="del">
        <pc:chgData name="Ero Sennin" userId="03426be40f75dd1c" providerId="LiveId" clId="{59AC1DFC-6538-4039-B625-EF0FC9C0D4A9}" dt="2023-11-18T17:13:22.272" v="765" actId="47"/>
        <pc:sldMkLst>
          <pc:docMk/>
          <pc:sldMk cId="0" sldId="303"/>
        </pc:sldMkLst>
      </pc:sldChg>
      <pc:sldChg chg="del">
        <pc:chgData name="Ero Sennin" userId="03426be40f75dd1c" providerId="LiveId" clId="{59AC1DFC-6538-4039-B625-EF0FC9C0D4A9}" dt="2023-11-18T17:13:22.272" v="765" actId="47"/>
        <pc:sldMkLst>
          <pc:docMk/>
          <pc:sldMk cId="0" sldId="304"/>
        </pc:sldMkLst>
      </pc:sldChg>
      <pc:sldChg chg="del">
        <pc:chgData name="Ero Sennin" userId="03426be40f75dd1c" providerId="LiveId" clId="{59AC1DFC-6538-4039-B625-EF0FC9C0D4A9}" dt="2023-11-18T17:13:22.272" v="765" actId="47"/>
        <pc:sldMkLst>
          <pc:docMk/>
          <pc:sldMk cId="0" sldId="305"/>
        </pc:sldMkLst>
      </pc:sldChg>
      <pc:sldChg chg="del">
        <pc:chgData name="Ero Sennin" userId="03426be40f75dd1c" providerId="LiveId" clId="{59AC1DFC-6538-4039-B625-EF0FC9C0D4A9}" dt="2023-11-18T17:13:22.272" v="765" actId="47"/>
        <pc:sldMkLst>
          <pc:docMk/>
          <pc:sldMk cId="0" sldId="306"/>
        </pc:sldMkLst>
      </pc:sldChg>
      <pc:sldChg chg="del">
        <pc:chgData name="Ero Sennin" userId="03426be40f75dd1c" providerId="LiveId" clId="{59AC1DFC-6538-4039-B625-EF0FC9C0D4A9}" dt="2023-11-18T17:13:22.272" v="765" actId="47"/>
        <pc:sldMkLst>
          <pc:docMk/>
          <pc:sldMk cId="0" sldId="307"/>
        </pc:sldMkLst>
      </pc:sldChg>
      <pc:sldChg chg="del">
        <pc:chgData name="Ero Sennin" userId="03426be40f75dd1c" providerId="LiveId" clId="{59AC1DFC-6538-4039-B625-EF0FC9C0D4A9}" dt="2023-11-18T17:13:22.272" v="765" actId="47"/>
        <pc:sldMkLst>
          <pc:docMk/>
          <pc:sldMk cId="0" sldId="308"/>
        </pc:sldMkLst>
      </pc:sldChg>
      <pc:sldChg chg="del">
        <pc:chgData name="Ero Sennin" userId="03426be40f75dd1c" providerId="LiveId" clId="{59AC1DFC-6538-4039-B625-EF0FC9C0D4A9}" dt="2023-11-18T17:13:22.272" v="765" actId="47"/>
        <pc:sldMkLst>
          <pc:docMk/>
          <pc:sldMk cId="0" sldId="309"/>
        </pc:sldMkLst>
      </pc:sldChg>
      <pc:sldChg chg="del">
        <pc:chgData name="Ero Sennin" userId="03426be40f75dd1c" providerId="LiveId" clId="{59AC1DFC-6538-4039-B625-EF0FC9C0D4A9}" dt="2023-11-18T17:13:22.272" v="765" actId="47"/>
        <pc:sldMkLst>
          <pc:docMk/>
          <pc:sldMk cId="0" sldId="310"/>
        </pc:sldMkLst>
      </pc:sldChg>
      <pc:sldChg chg="del">
        <pc:chgData name="Ero Sennin" userId="03426be40f75dd1c" providerId="LiveId" clId="{59AC1DFC-6538-4039-B625-EF0FC9C0D4A9}" dt="2023-11-18T17:13:22.272" v="765" actId="47"/>
        <pc:sldMkLst>
          <pc:docMk/>
          <pc:sldMk cId="0" sldId="311"/>
        </pc:sldMkLst>
      </pc:sldChg>
      <pc:sldChg chg="del">
        <pc:chgData name="Ero Sennin" userId="03426be40f75dd1c" providerId="LiveId" clId="{59AC1DFC-6538-4039-B625-EF0FC9C0D4A9}" dt="2023-11-18T17:13:22.272" v="765" actId="47"/>
        <pc:sldMkLst>
          <pc:docMk/>
          <pc:sldMk cId="0" sldId="312"/>
        </pc:sldMkLst>
      </pc:sldChg>
      <pc:sldChg chg="del">
        <pc:chgData name="Ero Sennin" userId="03426be40f75dd1c" providerId="LiveId" clId="{59AC1DFC-6538-4039-B625-EF0FC9C0D4A9}" dt="2023-11-18T17:13:22.272" v="765" actId="47"/>
        <pc:sldMkLst>
          <pc:docMk/>
          <pc:sldMk cId="0" sldId="313"/>
        </pc:sldMkLst>
      </pc:sldChg>
      <pc:sldChg chg="del">
        <pc:chgData name="Ero Sennin" userId="03426be40f75dd1c" providerId="LiveId" clId="{59AC1DFC-6538-4039-B625-EF0FC9C0D4A9}" dt="2023-11-18T17:13:22.272" v="765" actId="47"/>
        <pc:sldMkLst>
          <pc:docMk/>
          <pc:sldMk cId="0" sldId="314"/>
        </pc:sldMkLst>
      </pc:sldChg>
      <pc:sldChg chg="del">
        <pc:chgData name="Ero Sennin" userId="03426be40f75dd1c" providerId="LiveId" clId="{59AC1DFC-6538-4039-B625-EF0FC9C0D4A9}" dt="2023-11-18T17:13:22.272" v="765" actId="47"/>
        <pc:sldMkLst>
          <pc:docMk/>
          <pc:sldMk cId="0" sldId="315"/>
        </pc:sldMkLst>
      </pc:sldChg>
      <pc:sldChg chg="del">
        <pc:chgData name="Ero Sennin" userId="03426be40f75dd1c" providerId="LiveId" clId="{59AC1DFC-6538-4039-B625-EF0FC9C0D4A9}" dt="2023-11-18T17:13:22.272" v="765" actId="47"/>
        <pc:sldMkLst>
          <pc:docMk/>
          <pc:sldMk cId="0" sldId="316"/>
        </pc:sldMkLst>
      </pc:sldChg>
      <pc:sldChg chg="del">
        <pc:chgData name="Ero Sennin" userId="03426be40f75dd1c" providerId="LiveId" clId="{59AC1DFC-6538-4039-B625-EF0FC9C0D4A9}" dt="2023-11-18T17:13:22.272" v="765" actId="47"/>
        <pc:sldMkLst>
          <pc:docMk/>
          <pc:sldMk cId="0" sldId="317"/>
        </pc:sldMkLst>
      </pc:sldChg>
      <pc:sldChg chg="del">
        <pc:chgData name="Ero Sennin" userId="03426be40f75dd1c" providerId="LiveId" clId="{59AC1DFC-6538-4039-B625-EF0FC9C0D4A9}" dt="2023-11-18T17:13:22.272" v="765" actId="47"/>
        <pc:sldMkLst>
          <pc:docMk/>
          <pc:sldMk cId="0" sldId="318"/>
        </pc:sldMkLst>
      </pc:sldChg>
      <pc:sldChg chg="del">
        <pc:chgData name="Ero Sennin" userId="03426be40f75dd1c" providerId="LiveId" clId="{59AC1DFC-6538-4039-B625-EF0FC9C0D4A9}" dt="2023-11-18T17:13:22.272" v="765" actId="47"/>
        <pc:sldMkLst>
          <pc:docMk/>
          <pc:sldMk cId="0" sldId="319"/>
        </pc:sldMkLst>
      </pc:sldChg>
      <pc:sldChg chg="del">
        <pc:chgData name="Ero Sennin" userId="03426be40f75dd1c" providerId="LiveId" clId="{59AC1DFC-6538-4039-B625-EF0FC9C0D4A9}" dt="2023-11-18T17:13:22.272" v="765" actId="47"/>
        <pc:sldMkLst>
          <pc:docMk/>
          <pc:sldMk cId="0" sldId="320"/>
        </pc:sldMkLst>
      </pc:sldChg>
      <pc:sldChg chg="del">
        <pc:chgData name="Ero Sennin" userId="03426be40f75dd1c" providerId="LiveId" clId="{59AC1DFC-6538-4039-B625-EF0FC9C0D4A9}" dt="2023-11-18T17:13:22.272" v="765" actId="47"/>
        <pc:sldMkLst>
          <pc:docMk/>
          <pc:sldMk cId="0" sldId="321"/>
        </pc:sldMkLst>
      </pc:sldChg>
      <pc:sldChg chg="del">
        <pc:chgData name="Ero Sennin" userId="03426be40f75dd1c" providerId="LiveId" clId="{59AC1DFC-6538-4039-B625-EF0FC9C0D4A9}" dt="2023-11-18T17:13:22.272" v="765" actId="47"/>
        <pc:sldMkLst>
          <pc:docMk/>
          <pc:sldMk cId="0" sldId="322"/>
        </pc:sldMkLst>
      </pc:sldChg>
      <pc:sldChg chg="del">
        <pc:chgData name="Ero Sennin" userId="03426be40f75dd1c" providerId="LiveId" clId="{59AC1DFC-6538-4039-B625-EF0FC9C0D4A9}" dt="2023-11-18T17:13:22.272" v="765" actId="47"/>
        <pc:sldMkLst>
          <pc:docMk/>
          <pc:sldMk cId="0" sldId="323"/>
        </pc:sldMkLst>
      </pc:sldChg>
      <pc:sldChg chg="del">
        <pc:chgData name="Ero Sennin" userId="03426be40f75dd1c" providerId="LiveId" clId="{59AC1DFC-6538-4039-B625-EF0FC9C0D4A9}" dt="2023-11-18T17:13:22.272" v="765" actId="47"/>
        <pc:sldMkLst>
          <pc:docMk/>
          <pc:sldMk cId="0" sldId="324"/>
        </pc:sldMkLst>
      </pc:sldChg>
      <pc:sldChg chg="del">
        <pc:chgData name="Ero Sennin" userId="03426be40f75dd1c" providerId="LiveId" clId="{59AC1DFC-6538-4039-B625-EF0FC9C0D4A9}" dt="2023-11-18T17:13:22.272" v="765" actId="47"/>
        <pc:sldMkLst>
          <pc:docMk/>
          <pc:sldMk cId="0" sldId="325"/>
        </pc:sldMkLst>
      </pc:sldChg>
      <pc:sldChg chg="del">
        <pc:chgData name="Ero Sennin" userId="03426be40f75dd1c" providerId="LiveId" clId="{59AC1DFC-6538-4039-B625-EF0FC9C0D4A9}" dt="2023-11-18T17:13:22.272" v="765" actId="47"/>
        <pc:sldMkLst>
          <pc:docMk/>
          <pc:sldMk cId="0" sldId="326"/>
        </pc:sldMkLst>
      </pc:sldChg>
      <pc:sldChg chg="del">
        <pc:chgData name="Ero Sennin" userId="03426be40f75dd1c" providerId="LiveId" clId="{59AC1DFC-6538-4039-B625-EF0FC9C0D4A9}" dt="2023-11-18T17:13:22.272" v="765" actId="47"/>
        <pc:sldMkLst>
          <pc:docMk/>
          <pc:sldMk cId="0" sldId="327"/>
        </pc:sldMkLst>
      </pc:sldChg>
      <pc:sldChg chg="del">
        <pc:chgData name="Ero Sennin" userId="03426be40f75dd1c" providerId="LiveId" clId="{59AC1DFC-6538-4039-B625-EF0FC9C0D4A9}" dt="2023-11-18T17:13:22.272" v="765" actId="47"/>
        <pc:sldMkLst>
          <pc:docMk/>
          <pc:sldMk cId="0" sldId="328"/>
        </pc:sldMkLst>
      </pc:sldChg>
      <pc:sldChg chg="del">
        <pc:chgData name="Ero Sennin" userId="03426be40f75dd1c" providerId="LiveId" clId="{59AC1DFC-6538-4039-B625-EF0FC9C0D4A9}" dt="2023-11-18T17:13:22.272" v="765" actId="47"/>
        <pc:sldMkLst>
          <pc:docMk/>
          <pc:sldMk cId="0" sldId="329"/>
        </pc:sldMkLst>
      </pc:sldChg>
      <pc:sldChg chg="del">
        <pc:chgData name="Ero Sennin" userId="03426be40f75dd1c" providerId="LiveId" clId="{59AC1DFC-6538-4039-B625-EF0FC9C0D4A9}" dt="2023-11-18T17:14:28.804" v="767" actId="47"/>
        <pc:sldMkLst>
          <pc:docMk/>
          <pc:sldMk cId="0" sldId="330"/>
        </pc:sldMkLst>
      </pc:sldChg>
      <pc:sldChg chg="new del">
        <pc:chgData name="Ero Sennin" userId="03426be40f75dd1c" providerId="LiveId" clId="{59AC1DFC-6538-4039-B625-EF0FC9C0D4A9}" dt="2023-11-18T15:27:26.347" v="230" actId="47"/>
        <pc:sldMkLst>
          <pc:docMk/>
          <pc:sldMk cId="222447800" sldId="331"/>
        </pc:sldMkLst>
      </pc:sldChg>
      <pc:sldChg chg="addSp delSp modSp new mod ord setBg modShow">
        <pc:chgData name="Ero Sennin" userId="03426be40f75dd1c" providerId="LiveId" clId="{59AC1DFC-6538-4039-B625-EF0FC9C0D4A9}" dt="2023-11-18T16:29:23.497" v="645" actId="729"/>
        <pc:sldMkLst>
          <pc:docMk/>
          <pc:sldMk cId="1909956528" sldId="331"/>
        </pc:sldMkLst>
        <pc:spChg chg="del">
          <ac:chgData name="Ero Sennin" userId="03426be40f75dd1c" providerId="LiveId" clId="{59AC1DFC-6538-4039-B625-EF0FC9C0D4A9}" dt="2023-11-18T15:38:53.571" v="234" actId="478"/>
          <ac:spMkLst>
            <pc:docMk/>
            <pc:sldMk cId="1909956528" sldId="331"/>
            <ac:spMk id="2" creationId="{D38A0210-C9DA-1AB6-2CDE-33860E092688}"/>
          </ac:spMkLst>
        </pc:spChg>
        <pc:spChg chg="add del mod">
          <ac:chgData name="Ero Sennin" userId="03426be40f75dd1c" providerId="LiveId" clId="{59AC1DFC-6538-4039-B625-EF0FC9C0D4A9}" dt="2023-11-18T15:42:32.216" v="303" actId="478"/>
          <ac:spMkLst>
            <pc:docMk/>
            <pc:sldMk cId="1909956528" sldId="331"/>
            <ac:spMk id="4" creationId="{EB36F7DD-CDB7-2C65-BCE0-D40070DA3FCD}"/>
          </ac:spMkLst>
        </pc:spChg>
        <pc:spChg chg="add mod">
          <ac:chgData name="Ero Sennin" userId="03426be40f75dd1c" providerId="LiveId" clId="{59AC1DFC-6538-4039-B625-EF0FC9C0D4A9}" dt="2023-11-18T15:42:14.885" v="299" actId="1076"/>
          <ac:spMkLst>
            <pc:docMk/>
            <pc:sldMk cId="1909956528" sldId="331"/>
            <ac:spMk id="6" creationId="{52BDBAC3-67AD-4A97-7850-28F18722F0B1}"/>
          </ac:spMkLst>
        </pc:spChg>
        <pc:spChg chg="add del mod">
          <ac:chgData name="Ero Sennin" userId="03426be40f75dd1c" providerId="LiveId" clId="{59AC1DFC-6538-4039-B625-EF0FC9C0D4A9}" dt="2023-11-18T15:42:30.665" v="302"/>
          <ac:spMkLst>
            <pc:docMk/>
            <pc:sldMk cId="1909956528" sldId="331"/>
            <ac:spMk id="7" creationId="{1FEBF161-9BE4-8605-2202-A0496952536B}"/>
          </ac:spMkLst>
        </pc:spChg>
        <pc:spChg chg="add mod">
          <ac:chgData name="Ero Sennin" userId="03426be40f75dd1c" providerId="LiveId" clId="{59AC1DFC-6538-4039-B625-EF0FC9C0D4A9}" dt="2023-11-18T16:07:18.834" v="533" actId="404"/>
          <ac:spMkLst>
            <pc:docMk/>
            <pc:sldMk cId="1909956528" sldId="331"/>
            <ac:spMk id="8" creationId="{6CF85C25-FECF-02E7-8B5D-63C724E2B28B}"/>
          </ac:spMkLst>
        </pc:spChg>
        <pc:spChg chg="add">
          <ac:chgData name="Ero Sennin" userId="03426be40f75dd1c" providerId="LiveId" clId="{59AC1DFC-6538-4039-B625-EF0FC9C0D4A9}" dt="2023-11-18T15:40:44.222" v="269" actId="26606"/>
          <ac:spMkLst>
            <pc:docMk/>
            <pc:sldMk cId="1909956528" sldId="331"/>
            <ac:spMk id="10" creationId="{870A1295-61BC-4214-AA3E-D396673024D0}"/>
          </ac:spMkLst>
        </pc:spChg>
        <pc:grpChg chg="add">
          <ac:chgData name="Ero Sennin" userId="03426be40f75dd1c" providerId="LiveId" clId="{59AC1DFC-6538-4039-B625-EF0FC9C0D4A9}" dt="2023-11-18T15:40:44.222" v="269" actId="26606"/>
          <ac:grpSpMkLst>
            <pc:docMk/>
            <pc:sldMk cId="1909956528" sldId="331"/>
            <ac:grpSpMk id="12" creationId="{0B139475-2B26-4CA9-9413-DE741E49F7BB}"/>
          </ac:grpSpMkLst>
        </pc:grpChg>
        <pc:picChg chg="add mod">
          <ac:chgData name="Ero Sennin" userId="03426be40f75dd1c" providerId="LiveId" clId="{59AC1DFC-6538-4039-B625-EF0FC9C0D4A9}" dt="2023-11-18T15:42:49.033" v="311" actId="14100"/>
          <ac:picMkLst>
            <pc:docMk/>
            <pc:sldMk cId="1909956528" sldId="331"/>
            <ac:picMk id="5" creationId="{A9B5D548-0AEB-B038-A729-DB2AC0FFECF5}"/>
          </ac:picMkLst>
        </pc:picChg>
        <pc:picChg chg="add mod">
          <ac:chgData name="Ero Sennin" userId="03426be40f75dd1c" providerId="LiveId" clId="{59AC1DFC-6538-4039-B625-EF0FC9C0D4A9}" dt="2023-11-18T15:58:51.960" v="488"/>
          <ac:picMkLst>
            <pc:docMk/>
            <pc:sldMk cId="1909956528" sldId="331"/>
            <ac:picMk id="9" creationId="{052C2FDB-C94D-AB7D-702F-49B6289B816C}"/>
          </ac:picMkLst>
        </pc:picChg>
      </pc:sldChg>
      <pc:sldChg chg="addSp delSp modSp add mod">
        <pc:chgData name="Ero Sennin" userId="03426be40f75dd1c" providerId="LiveId" clId="{59AC1DFC-6538-4039-B625-EF0FC9C0D4A9}" dt="2023-11-18T16:07:14.689" v="532" actId="404"/>
        <pc:sldMkLst>
          <pc:docMk/>
          <pc:sldMk cId="265992425" sldId="332"/>
        </pc:sldMkLst>
        <pc:spChg chg="add del mod">
          <ac:chgData name="Ero Sennin" userId="03426be40f75dd1c" providerId="LiveId" clId="{59AC1DFC-6538-4039-B625-EF0FC9C0D4A9}" dt="2023-11-18T15:46:41.331" v="361" actId="767"/>
          <ac:spMkLst>
            <pc:docMk/>
            <pc:sldMk cId="265992425" sldId="332"/>
            <ac:spMk id="2" creationId="{0D98DAC1-81D1-2E91-97CC-A747778DCE30}"/>
          </ac:spMkLst>
        </pc:spChg>
        <pc:spChg chg="add del mod">
          <ac:chgData name="Ero Sennin" userId="03426be40f75dd1c" providerId="LiveId" clId="{59AC1DFC-6538-4039-B625-EF0FC9C0D4A9}" dt="2023-11-18T15:48:36.250" v="415" actId="21"/>
          <ac:spMkLst>
            <pc:docMk/>
            <pc:sldMk cId="265992425" sldId="332"/>
            <ac:spMk id="3" creationId="{08CD2B2F-5EC3-1116-D8B2-1E5450F0B862}"/>
          </ac:spMkLst>
        </pc:spChg>
        <pc:spChg chg="mod">
          <ac:chgData name="Ero Sennin" userId="03426be40f75dd1c" providerId="LiveId" clId="{59AC1DFC-6538-4039-B625-EF0FC9C0D4A9}" dt="2023-11-18T16:07:14.689" v="532" actId="404"/>
          <ac:spMkLst>
            <pc:docMk/>
            <pc:sldMk cId="265992425" sldId="332"/>
            <ac:spMk id="8" creationId="{6CF85C25-FECF-02E7-8B5D-63C724E2B28B}"/>
          </ac:spMkLst>
        </pc:spChg>
        <pc:picChg chg="add mod">
          <ac:chgData name="Ero Sennin" userId="03426be40f75dd1c" providerId="LiveId" clId="{59AC1DFC-6538-4039-B625-EF0FC9C0D4A9}" dt="2023-11-18T15:58:53.051" v="489"/>
          <ac:picMkLst>
            <pc:docMk/>
            <pc:sldMk cId="265992425" sldId="332"/>
            <ac:picMk id="4" creationId="{21358416-46E9-821B-EE05-32D56334ADFF}"/>
          </ac:picMkLst>
        </pc:picChg>
      </pc:sldChg>
      <pc:sldChg chg="addSp delSp modSp add mod">
        <pc:chgData name="Ero Sennin" userId="03426be40f75dd1c" providerId="LiveId" clId="{59AC1DFC-6538-4039-B625-EF0FC9C0D4A9}" dt="2023-11-18T16:07:11.504" v="531" actId="404"/>
        <pc:sldMkLst>
          <pc:docMk/>
          <pc:sldMk cId="3161217611" sldId="333"/>
        </pc:sldMkLst>
        <pc:spChg chg="add del mod">
          <ac:chgData name="Ero Sennin" userId="03426be40f75dd1c" providerId="LiveId" clId="{59AC1DFC-6538-4039-B625-EF0FC9C0D4A9}" dt="2023-11-18T15:48:47.868" v="418"/>
          <ac:spMkLst>
            <pc:docMk/>
            <pc:sldMk cId="3161217611" sldId="333"/>
            <ac:spMk id="2" creationId="{65A2E775-C12C-9A36-02E3-5157A5CC7249}"/>
          </ac:spMkLst>
        </pc:spChg>
        <pc:spChg chg="mod">
          <ac:chgData name="Ero Sennin" userId="03426be40f75dd1c" providerId="LiveId" clId="{59AC1DFC-6538-4039-B625-EF0FC9C0D4A9}" dt="2023-11-18T16:07:11.504" v="531" actId="404"/>
          <ac:spMkLst>
            <pc:docMk/>
            <pc:sldMk cId="3161217611" sldId="333"/>
            <ac:spMk id="8" creationId="{6CF85C25-FECF-02E7-8B5D-63C724E2B28B}"/>
          </ac:spMkLst>
        </pc:spChg>
        <pc:picChg chg="add mod">
          <ac:chgData name="Ero Sennin" userId="03426be40f75dd1c" providerId="LiveId" clId="{59AC1DFC-6538-4039-B625-EF0FC9C0D4A9}" dt="2023-11-18T15:58:55.488" v="490"/>
          <ac:picMkLst>
            <pc:docMk/>
            <pc:sldMk cId="3161217611" sldId="333"/>
            <ac:picMk id="3" creationId="{F6EFE7AE-07BC-655F-FFF0-573D3DD52271}"/>
          </ac:picMkLst>
        </pc:picChg>
      </pc:sldChg>
      <pc:sldChg chg="addSp modSp add mod">
        <pc:chgData name="Ero Sennin" userId="03426be40f75dd1c" providerId="LiveId" clId="{59AC1DFC-6538-4039-B625-EF0FC9C0D4A9}" dt="2023-11-18T16:07:05.285" v="530" actId="404"/>
        <pc:sldMkLst>
          <pc:docMk/>
          <pc:sldMk cId="2794045480" sldId="334"/>
        </pc:sldMkLst>
        <pc:spChg chg="mod">
          <ac:chgData name="Ero Sennin" userId="03426be40f75dd1c" providerId="LiveId" clId="{59AC1DFC-6538-4039-B625-EF0FC9C0D4A9}" dt="2023-11-18T15:52:08.216" v="438" actId="14100"/>
          <ac:spMkLst>
            <pc:docMk/>
            <pc:sldMk cId="2794045480" sldId="334"/>
            <ac:spMk id="6" creationId="{52BDBAC3-67AD-4A97-7850-28F18722F0B1}"/>
          </ac:spMkLst>
        </pc:spChg>
        <pc:spChg chg="mod">
          <ac:chgData name="Ero Sennin" userId="03426be40f75dd1c" providerId="LiveId" clId="{59AC1DFC-6538-4039-B625-EF0FC9C0D4A9}" dt="2023-11-18T16:07:05.285" v="530" actId="404"/>
          <ac:spMkLst>
            <pc:docMk/>
            <pc:sldMk cId="2794045480" sldId="334"/>
            <ac:spMk id="8" creationId="{6CF85C25-FECF-02E7-8B5D-63C724E2B28B}"/>
          </ac:spMkLst>
        </pc:spChg>
        <pc:picChg chg="add mod">
          <ac:chgData name="Ero Sennin" userId="03426be40f75dd1c" providerId="LiveId" clId="{59AC1DFC-6538-4039-B625-EF0FC9C0D4A9}" dt="2023-11-18T15:58:57.260" v="491"/>
          <ac:picMkLst>
            <pc:docMk/>
            <pc:sldMk cId="2794045480" sldId="334"/>
            <ac:picMk id="2" creationId="{5027EC5C-F179-6158-F76D-23039B81DE14}"/>
          </ac:picMkLst>
        </pc:picChg>
      </pc:sldChg>
      <pc:sldChg chg="addSp modSp add mod">
        <pc:chgData name="Ero Sennin" userId="03426be40f75dd1c" providerId="LiveId" clId="{59AC1DFC-6538-4039-B625-EF0FC9C0D4A9}" dt="2023-11-18T16:06:57.957" v="527" actId="404"/>
        <pc:sldMkLst>
          <pc:docMk/>
          <pc:sldMk cId="4204554352" sldId="335"/>
        </pc:sldMkLst>
        <pc:spChg chg="mod">
          <ac:chgData name="Ero Sennin" userId="03426be40f75dd1c" providerId="LiveId" clId="{59AC1DFC-6538-4039-B625-EF0FC9C0D4A9}" dt="2023-11-18T15:57:24.748" v="477" actId="14100"/>
          <ac:spMkLst>
            <pc:docMk/>
            <pc:sldMk cId="4204554352" sldId="335"/>
            <ac:spMk id="6" creationId="{52BDBAC3-67AD-4A97-7850-28F18722F0B1}"/>
          </ac:spMkLst>
        </pc:spChg>
        <pc:spChg chg="mod">
          <ac:chgData name="Ero Sennin" userId="03426be40f75dd1c" providerId="LiveId" clId="{59AC1DFC-6538-4039-B625-EF0FC9C0D4A9}" dt="2023-11-18T16:06:57.957" v="527" actId="404"/>
          <ac:spMkLst>
            <pc:docMk/>
            <pc:sldMk cId="4204554352" sldId="335"/>
            <ac:spMk id="8" creationId="{6CF85C25-FECF-02E7-8B5D-63C724E2B28B}"/>
          </ac:spMkLst>
        </pc:spChg>
        <pc:picChg chg="add mod">
          <ac:chgData name="Ero Sennin" userId="03426be40f75dd1c" providerId="LiveId" clId="{59AC1DFC-6538-4039-B625-EF0FC9C0D4A9}" dt="2023-11-18T15:58:57.982" v="492"/>
          <ac:picMkLst>
            <pc:docMk/>
            <pc:sldMk cId="4204554352" sldId="335"/>
            <ac:picMk id="2" creationId="{F3FC9FF9-5BA8-97F9-C403-E0D002BF5C8C}"/>
          </ac:picMkLst>
        </pc:picChg>
      </pc:sldChg>
      <pc:sldChg chg="modSp add mod">
        <pc:chgData name="Ero Sennin" userId="03426be40f75dd1c" providerId="LiveId" clId="{59AC1DFC-6538-4039-B625-EF0FC9C0D4A9}" dt="2023-11-18T16:06:50.035" v="524" actId="113"/>
        <pc:sldMkLst>
          <pc:docMk/>
          <pc:sldMk cId="1789055924" sldId="336"/>
        </pc:sldMkLst>
        <pc:spChg chg="mod">
          <ac:chgData name="Ero Sennin" userId="03426be40f75dd1c" providerId="LiveId" clId="{59AC1DFC-6538-4039-B625-EF0FC9C0D4A9}" dt="2023-11-18T16:06:50.035" v="524" actId="113"/>
          <ac:spMkLst>
            <pc:docMk/>
            <pc:sldMk cId="1789055924" sldId="336"/>
            <ac:spMk id="8" creationId="{6CF85C25-FECF-02E7-8B5D-63C724E2B28B}"/>
          </ac:spMkLst>
        </pc:spChg>
      </pc:sldChg>
      <pc:sldChg chg="modSp add mod">
        <pc:chgData name="Ero Sennin" userId="03426be40f75dd1c" providerId="LiveId" clId="{59AC1DFC-6538-4039-B625-EF0FC9C0D4A9}" dt="2023-11-18T16:08:20.149" v="544" actId="113"/>
        <pc:sldMkLst>
          <pc:docMk/>
          <pc:sldMk cId="2941605581" sldId="337"/>
        </pc:sldMkLst>
        <pc:spChg chg="mod">
          <ac:chgData name="Ero Sennin" userId="03426be40f75dd1c" providerId="LiveId" clId="{59AC1DFC-6538-4039-B625-EF0FC9C0D4A9}" dt="2023-11-18T16:08:20.149" v="544" actId="113"/>
          <ac:spMkLst>
            <pc:docMk/>
            <pc:sldMk cId="2941605581" sldId="337"/>
            <ac:spMk id="8" creationId="{6CF85C25-FECF-02E7-8B5D-63C724E2B28B}"/>
          </ac:spMkLst>
        </pc:spChg>
      </pc:sldChg>
      <pc:sldChg chg="new del ord">
        <pc:chgData name="Ero Sennin" userId="03426be40f75dd1c" providerId="LiveId" clId="{59AC1DFC-6538-4039-B625-EF0FC9C0D4A9}" dt="2023-11-18T17:13:23.593" v="766" actId="47"/>
        <pc:sldMkLst>
          <pc:docMk/>
          <pc:sldMk cId="2513340953" sldId="338"/>
        </pc:sldMkLst>
      </pc:sldChg>
      <pc:sldChg chg="modSp add mod">
        <pc:chgData name="Ero Sennin" userId="03426be40f75dd1c" providerId="LiveId" clId="{59AC1DFC-6538-4039-B625-EF0FC9C0D4A9}" dt="2023-11-18T16:09:53.170" v="553" actId="113"/>
        <pc:sldMkLst>
          <pc:docMk/>
          <pc:sldMk cId="3117361790" sldId="339"/>
        </pc:sldMkLst>
        <pc:spChg chg="mod">
          <ac:chgData name="Ero Sennin" userId="03426be40f75dd1c" providerId="LiveId" clId="{59AC1DFC-6538-4039-B625-EF0FC9C0D4A9}" dt="2023-11-18T16:09:53.170" v="553" actId="113"/>
          <ac:spMkLst>
            <pc:docMk/>
            <pc:sldMk cId="3117361790" sldId="339"/>
            <ac:spMk id="8" creationId="{6CF85C25-FECF-02E7-8B5D-63C724E2B28B}"/>
          </ac:spMkLst>
        </pc:spChg>
      </pc:sldChg>
      <pc:sldChg chg="modSp add mod">
        <pc:chgData name="Ero Sennin" userId="03426be40f75dd1c" providerId="LiveId" clId="{59AC1DFC-6538-4039-B625-EF0FC9C0D4A9}" dt="2023-11-18T16:10:34.758" v="567" actId="113"/>
        <pc:sldMkLst>
          <pc:docMk/>
          <pc:sldMk cId="379817075" sldId="340"/>
        </pc:sldMkLst>
        <pc:spChg chg="mod">
          <ac:chgData name="Ero Sennin" userId="03426be40f75dd1c" providerId="LiveId" clId="{59AC1DFC-6538-4039-B625-EF0FC9C0D4A9}" dt="2023-11-18T16:10:34.758" v="567" actId="113"/>
          <ac:spMkLst>
            <pc:docMk/>
            <pc:sldMk cId="379817075" sldId="340"/>
            <ac:spMk id="8" creationId="{6CF85C25-FECF-02E7-8B5D-63C724E2B28B}"/>
          </ac:spMkLst>
        </pc:spChg>
      </pc:sldChg>
      <pc:sldChg chg="new del">
        <pc:chgData name="Ero Sennin" userId="03426be40f75dd1c" providerId="LiveId" clId="{59AC1DFC-6538-4039-B625-EF0FC9C0D4A9}" dt="2023-11-18T16:10:03.261" v="555" actId="47"/>
        <pc:sldMkLst>
          <pc:docMk/>
          <pc:sldMk cId="3467547685" sldId="340"/>
        </pc:sldMkLst>
      </pc:sldChg>
      <pc:sldChg chg="modSp add mod">
        <pc:chgData name="Ero Sennin" userId="03426be40f75dd1c" providerId="LiveId" clId="{59AC1DFC-6538-4039-B625-EF0FC9C0D4A9}" dt="2023-11-18T16:11:19.057" v="575" actId="113"/>
        <pc:sldMkLst>
          <pc:docMk/>
          <pc:sldMk cId="424304537" sldId="341"/>
        </pc:sldMkLst>
        <pc:spChg chg="mod">
          <ac:chgData name="Ero Sennin" userId="03426be40f75dd1c" providerId="LiveId" clId="{59AC1DFC-6538-4039-B625-EF0FC9C0D4A9}" dt="2023-11-18T16:11:19.057" v="575" actId="113"/>
          <ac:spMkLst>
            <pc:docMk/>
            <pc:sldMk cId="424304537" sldId="341"/>
            <ac:spMk id="8" creationId="{6CF85C25-FECF-02E7-8B5D-63C724E2B28B}"/>
          </ac:spMkLst>
        </pc:spChg>
      </pc:sldChg>
      <pc:sldChg chg="modSp add mod">
        <pc:chgData name="Ero Sennin" userId="03426be40f75dd1c" providerId="LiveId" clId="{59AC1DFC-6538-4039-B625-EF0FC9C0D4A9}" dt="2023-11-18T16:14:35.164" v="592" actId="20577"/>
        <pc:sldMkLst>
          <pc:docMk/>
          <pc:sldMk cId="2187594355" sldId="342"/>
        </pc:sldMkLst>
        <pc:spChg chg="mod">
          <ac:chgData name="Ero Sennin" userId="03426be40f75dd1c" providerId="LiveId" clId="{59AC1DFC-6538-4039-B625-EF0FC9C0D4A9}" dt="2023-11-18T16:13:35.202" v="578"/>
          <ac:spMkLst>
            <pc:docMk/>
            <pc:sldMk cId="2187594355" sldId="342"/>
            <ac:spMk id="6" creationId="{52BDBAC3-67AD-4A97-7850-28F18722F0B1}"/>
          </ac:spMkLst>
        </pc:spChg>
        <pc:spChg chg="mod">
          <ac:chgData name="Ero Sennin" userId="03426be40f75dd1c" providerId="LiveId" clId="{59AC1DFC-6538-4039-B625-EF0FC9C0D4A9}" dt="2023-11-18T16:14:35.164" v="592" actId="20577"/>
          <ac:spMkLst>
            <pc:docMk/>
            <pc:sldMk cId="2187594355" sldId="342"/>
            <ac:spMk id="8" creationId="{6CF85C25-FECF-02E7-8B5D-63C724E2B28B}"/>
          </ac:spMkLst>
        </pc:spChg>
      </pc:sldChg>
      <pc:sldChg chg="modSp add mod">
        <pc:chgData name="Ero Sennin" userId="03426be40f75dd1c" providerId="LiveId" clId="{59AC1DFC-6538-4039-B625-EF0FC9C0D4A9}" dt="2023-11-18T16:15:11.929" v="602" actId="113"/>
        <pc:sldMkLst>
          <pc:docMk/>
          <pc:sldMk cId="3977605819" sldId="343"/>
        </pc:sldMkLst>
        <pc:spChg chg="mod">
          <ac:chgData name="Ero Sennin" userId="03426be40f75dd1c" providerId="LiveId" clId="{59AC1DFC-6538-4039-B625-EF0FC9C0D4A9}" dt="2023-11-18T16:15:11.929" v="602" actId="113"/>
          <ac:spMkLst>
            <pc:docMk/>
            <pc:sldMk cId="3977605819" sldId="343"/>
            <ac:spMk id="8" creationId="{6CF85C25-FECF-02E7-8B5D-63C724E2B28B}"/>
          </ac:spMkLst>
        </pc:spChg>
      </pc:sldChg>
      <pc:sldChg chg="modSp add mod">
        <pc:chgData name="Ero Sennin" userId="03426be40f75dd1c" providerId="LiveId" clId="{59AC1DFC-6538-4039-B625-EF0FC9C0D4A9}" dt="2023-11-18T16:33:14.286" v="694" actId="12"/>
        <pc:sldMkLst>
          <pc:docMk/>
          <pc:sldMk cId="71056339" sldId="344"/>
        </pc:sldMkLst>
        <pc:spChg chg="mod">
          <ac:chgData name="Ero Sennin" userId="03426be40f75dd1c" providerId="LiveId" clId="{59AC1DFC-6538-4039-B625-EF0FC9C0D4A9}" dt="2023-11-18T16:29:41.703" v="646"/>
          <ac:spMkLst>
            <pc:docMk/>
            <pc:sldMk cId="71056339" sldId="344"/>
            <ac:spMk id="6" creationId="{52BDBAC3-67AD-4A97-7850-28F18722F0B1}"/>
          </ac:spMkLst>
        </pc:spChg>
        <pc:spChg chg="mod">
          <ac:chgData name="Ero Sennin" userId="03426be40f75dd1c" providerId="LiveId" clId="{59AC1DFC-6538-4039-B625-EF0FC9C0D4A9}" dt="2023-11-18T16:33:14.286" v="694" actId="12"/>
          <ac:spMkLst>
            <pc:docMk/>
            <pc:sldMk cId="71056339" sldId="344"/>
            <ac:spMk id="8" creationId="{6CF85C25-FECF-02E7-8B5D-63C724E2B28B}"/>
          </ac:spMkLst>
        </pc:spChg>
        <pc:picChg chg="mod">
          <ac:chgData name="Ero Sennin" userId="03426be40f75dd1c" providerId="LiveId" clId="{59AC1DFC-6538-4039-B625-EF0FC9C0D4A9}" dt="2023-11-18T16:28:58.316" v="634" actId="197"/>
          <ac:picMkLst>
            <pc:docMk/>
            <pc:sldMk cId="71056339" sldId="344"/>
            <ac:picMk id="5" creationId="{A9B5D548-0AEB-B038-A729-DB2AC0FFECF5}"/>
          </ac:picMkLst>
        </pc:picChg>
      </pc:sldChg>
      <pc:sldChg chg="new add del">
        <pc:chgData name="Ero Sennin" userId="03426be40f75dd1c" providerId="LiveId" clId="{59AC1DFC-6538-4039-B625-EF0FC9C0D4A9}" dt="2023-11-18T16:32:29.637" v="667" actId="680"/>
        <pc:sldMkLst>
          <pc:docMk/>
          <pc:sldMk cId="2058428942" sldId="345"/>
        </pc:sldMkLst>
      </pc:sldChg>
      <pc:sldChg chg="modSp add mod">
        <pc:chgData name="Ero Sennin" userId="03426be40f75dd1c" providerId="LiveId" clId="{59AC1DFC-6538-4039-B625-EF0FC9C0D4A9}" dt="2023-11-18T16:34:08.567" v="704" actId="113"/>
        <pc:sldMkLst>
          <pc:docMk/>
          <pc:sldMk cId="3362010045" sldId="345"/>
        </pc:sldMkLst>
        <pc:spChg chg="mod">
          <ac:chgData name="Ero Sennin" userId="03426be40f75dd1c" providerId="LiveId" clId="{59AC1DFC-6538-4039-B625-EF0FC9C0D4A9}" dt="2023-11-18T16:33:46.477" v="697"/>
          <ac:spMkLst>
            <pc:docMk/>
            <pc:sldMk cId="3362010045" sldId="345"/>
            <ac:spMk id="6" creationId="{52BDBAC3-67AD-4A97-7850-28F18722F0B1}"/>
          </ac:spMkLst>
        </pc:spChg>
        <pc:spChg chg="mod">
          <ac:chgData name="Ero Sennin" userId="03426be40f75dd1c" providerId="LiveId" clId="{59AC1DFC-6538-4039-B625-EF0FC9C0D4A9}" dt="2023-11-18T16:34:08.567" v="704" actId="113"/>
          <ac:spMkLst>
            <pc:docMk/>
            <pc:sldMk cId="3362010045" sldId="345"/>
            <ac:spMk id="8" creationId="{6CF85C25-FECF-02E7-8B5D-63C724E2B28B}"/>
          </ac:spMkLst>
        </pc:spChg>
      </pc:sldChg>
      <pc:sldChg chg="modSp add mod">
        <pc:chgData name="Ero Sennin" userId="03426be40f75dd1c" providerId="LiveId" clId="{59AC1DFC-6538-4039-B625-EF0FC9C0D4A9}" dt="2023-11-18T16:35:19.006" v="713" actId="113"/>
        <pc:sldMkLst>
          <pc:docMk/>
          <pc:sldMk cId="1608157032" sldId="346"/>
        </pc:sldMkLst>
        <pc:spChg chg="mod">
          <ac:chgData name="Ero Sennin" userId="03426be40f75dd1c" providerId="LiveId" clId="{59AC1DFC-6538-4039-B625-EF0FC9C0D4A9}" dt="2023-11-18T16:35:01.921" v="706"/>
          <ac:spMkLst>
            <pc:docMk/>
            <pc:sldMk cId="1608157032" sldId="346"/>
            <ac:spMk id="6" creationId="{52BDBAC3-67AD-4A97-7850-28F18722F0B1}"/>
          </ac:spMkLst>
        </pc:spChg>
        <pc:spChg chg="mod">
          <ac:chgData name="Ero Sennin" userId="03426be40f75dd1c" providerId="LiveId" clId="{59AC1DFC-6538-4039-B625-EF0FC9C0D4A9}" dt="2023-11-18T16:35:19.006" v="713" actId="113"/>
          <ac:spMkLst>
            <pc:docMk/>
            <pc:sldMk cId="1608157032" sldId="346"/>
            <ac:spMk id="8" creationId="{6CF85C25-FECF-02E7-8B5D-63C724E2B28B}"/>
          </ac:spMkLst>
        </pc:spChg>
      </pc:sldChg>
      <pc:sldChg chg="modSp add mod">
        <pc:chgData name="Ero Sennin" userId="03426be40f75dd1c" providerId="LiveId" clId="{59AC1DFC-6538-4039-B625-EF0FC9C0D4A9}" dt="2023-11-18T17:47:11.184" v="1008" actId="20577"/>
        <pc:sldMkLst>
          <pc:docMk/>
          <pc:sldMk cId="1396905398" sldId="347"/>
        </pc:sldMkLst>
        <pc:spChg chg="mod">
          <ac:chgData name="Ero Sennin" userId="03426be40f75dd1c" providerId="LiveId" clId="{59AC1DFC-6538-4039-B625-EF0FC9C0D4A9}" dt="2023-11-18T17:11:00.267" v="725"/>
          <ac:spMkLst>
            <pc:docMk/>
            <pc:sldMk cId="1396905398" sldId="347"/>
            <ac:spMk id="6" creationId="{52BDBAC3-67AD-4A97-7850-28F18722F0B1}"/>
          </ac:spMkLst>
        </pc:spChg>
        <pc:spChg chg="mod">
          <ac:chgData name="Ero Sennin" userId="03426be40f75dd1c" providerId="LiveId" clId="{59AC1DFC-6538-4039-B625-EF0FC9C0D4A9}" dt="2023-11-18T17:47:11.184" v="1008" actId="20577"/>
          <ac:spMkLst>
            <pc:docMk/>
            <pc:sldMk cId="1396905398" sldId="347"/>
            <ac:spMk id="8" creationId="{6CF85C25-FECF-02E7-8B5D-63C724E2B28B}"/>
          </ac:spMkLst>
        </pc:spChg>
      </pc:sldChg>
      <pc:sldChg chg="addSp delSp modSp add mod">
        <pc:chgData name="Ero Sennin" userId="03426be40f75dd1c" providerId="LiveId" clId="{59AC1DFC-6538-4039-B625-EF0FC9C0D4A9}" dt="2023-11-18T17:47:16.021" v="1010" actId="20577"/>
        <pc:sldMkLst>
          <pc:docMk/>
          <pc:sldMk cId="775201600" sldId="348"/>
        </pc:sldMkLst>
        <pc:spChg chg="add mod">
          <ac:chgData name="Ero Sennin" userId="03426be40f75dd1c" providerId="LiveId" clId="{59AC1DFC-6538-4039-B625-EF0FC9C0D4A9}" dt="2023-11-18T17:11:07.182" v="727"/>
          <ac:spMkLst>
            <pc:docMk/>
            <pc:sldMk cId="775201600" sldId="348"/>
            <ac:spMk id="3" creationId="{CAE23DEA-2710-CC0F-72B6-0E6CD7F60193}"/>
          </ac:spMkLst>
        </pc:spChg>
        <pc:spChg chg="del">
          <ac:chgData name="Ero Sennin" userId="03426be40f75dd1c" providerId="LiveId" clId="{59AC1DFC-6538-4039-B625-EF0FC9C0D4A9}" dt="2023-11-18T17:11:06.894" v="726" actId="478"/>
          <ac:spMkLst>
            <pc:docMk/>
            <pc:sldMk cId="775201600" sldId="348"/>
            <ac:spMk id="6" creationId="{52BDBAC3-67AD-4A97-7850-28F18722F0B1}"/>
          </ac:spMkLst>
        </pc:spChg>
        <pc:spChg chg="mod">
          <ac:chgData name="Ero Sennin" userId="03426be40f75dd1c" providerId="LiveId" clId="{59AC1DFC-6538-4039-B625-EF0FC9C0D4A9}" dt="2023-11-18T17:47:16.021" v="1010" actId="20577"/>
          <ac:spMkLst>
            <pc:docMk/>
            <pc:sldMk cId="775201600" sldId="348"/>
            <ac:spMk id="8" creationId="{6CF85C25-FECF-02E7-8B5D-63C724E2B28B}"/>
          </ac:spMkLst>
        </pc:spChg>
      </pc:sldChg>
      <pc:sldChg chg="modSp add mod">
        <pc:chgData name="Ero Sennin" userId="03426be40f75dd1c" providerId="LiveId" clId="{59AC1DFC-6538-4039-B625-EF0FC9C0D4A9}" dt="2023-11-18T17:12:49.589" v="760" actId="20577"/>
        <pc:sldMkLst>
          <pc:docMk/>
          <pc:sldMk cId="271087555" sldId="349"/>
        </pc:sldMkLst>
        <pc:spChg chg="mod">
          <ac:chgData name="Ero Sennin" userId="03426be40f75dd1c" providerId="LiveId" clId="{59AC1DFC-6538-4039-B625-EF0FC9C0D4A9}" dt="2023-11-18T17:12:49.589" v="760" actId="20577"/>
          <ac:spMkLst>
            <pc:docMk/>
            <pc:sldMk cId="271087555" sldId="349"/>
            <ac:spMk id="8" creationId="{6CF85C25-FECF-02E7-8B5D-63C724E2B28B}"/>
          </ac:spMkLst>
        </pc:spChg>
      </pc:sldChg>
      <pc:sldChg chg="modSp add mod">
        <pc:chgData name="Ero Sennin" userId="03426be40f75dd1c" providerId="LiveId" clId="{59AC1DFC-6538-4039-B625-EF0FC9C0D4A9}" dt="2023-11-18T17:12:46.576" v="758" actId="20577"/>
        <pc:sldMkLst>
          <pc:docMk/>
          <pc:sldMk cId="2540738932" sldId="350"/>
        </pc:sldMkLst>
        <pc:spChg chg="mod">
          <ac:chgData name="Ero Sennin" userId="03426be40f75dd1c" providerId="LiveId" clId="{59AC1DFC-6538-4039-B625-EF0FC9C0D4A9}" dt="2023-11-18T17:12:46.576" v="758" actId="20577"/>
          <ac:spMkLst>
            <pc:docMk/>
            <pc:sldMk cId="2540738932" sldId="350"/>
            <ac:spMk id="8" creationId="{6CF85C25-FECF-02E7-8B5D-63C724E2B28B}"/>
          </ac:spMkLst>
        </pc:spChg>
      </pc:sldChg>
      <pc:sldChg chg="modSp add mod">
        <pc:chgData name="Ero Sennin" userId="03426be40f75dd1c" providerId="LiveId" clId="{59AC1DFC-6538-4039-B625-EF0FC9C0D4A9}" dt="2023-11-18T17:59:10.996" v="1113" actId="20577"/>
        <pc:sldMkLst>
          <pc:docMk/>
          <pc:sldMk cId="1629030163" sldId="351"/>
        </pc:sldMkLst>
        <pc:spChg chg="mod">
          <ac:chgData name="Ero Sennin" userId="03426be40f75dd1c" providerId="LiveId" clId="{59AC1DFC-6538-4039-B625-EF0FC9C0D4A9}" dt="2023-11-18T17:14:38.976" v="775" actId="20577"/>
          <ac:spMkLst>
            <pc:docMk/>
            <pc:sldMk cId="1629030163" sldId="351"/>
            <ac:spMk id="3" creationId="{CAE23DEA-2710-CC0F-72B6-0E6CD7F60193}"/>
          </ac:spMkLst>
        </pc:spChg>
        <pc:spChg chg="mod">
          <ac:chgData name="Ero Sennin" userId="03426be40f75dd1c" providerId="LiveId" clId="{59AC1DFC-6538-4039-B625-EF0FC9C0D4A9}" dt="2023-11-18T17:59:10.996" v="1113" actId="20577"/>
          <ac:spMkLst>
            <pc:docMk/>
            <pc:sldMk cId="1629030163" sldId="351"/>
            <ac:spMk id="8" creationId="{6CF85C25-FECF-02E7-8B5D-63C724E2B28B}"/>
          </ac:spMkLst>
        </pc:spChg>
      </pc:sldChg>
      <pc:sldChg chg="modSp add mod">
        <pc:chgData name="Ero Sennin" userId="03426be40f75dd1c" providerId="LiveId" clId="{59AC1DFC-6538-4039-B625-EF0FC9C0D4A9}" dt="2023-11-18T17:25:28.482" v="801"/>
        <pc:sldMkLst>
          <pc:docMk/>
          <pc:sldMk cId="1241933059" sldId="352"/>
        </pc:sldMkLst>
        <pc:spChg chg="mod">
          <ac:chgData name="Ero Sennin" userId="03426be40f75dd1c" providerId="LiveId" clId="{59AC1DFC-6538-4039-B625-EF0FC9C0D4A9}" dt="2023-11-18T17:25:28.482" v="801"/>
          <ac:spMkLst>
            <pc:docMk/>
            <pc:sldMk cId="1241933059" sldId="352"/>
            <ac:spMk id="72" creationId="{00000000-0000-0000-0000-000000000000}"/>
          </ac:spMkLst>
        </pc:spChg>
      </pc:sldChg>
      <pc:sldChg chg="modSp add mod">
        <pc:chgData name="Ero Sennin" userId="03426be40f75dd1c" providerId="LiveId" clId="{59AC1DFC-6538-4039-B625-EF0FC9C0D4A9}" dt="2023-11-18T17:47:46.854" v="1012" actId="20577"/>
        <pc:sldMkLst>
          <pc:docMk/>
          <pc:sldMk cId="3583452087" sldId="353"/>
        </pc:sldMkLst>
        <pc:spChg chg="mod">
          <ac:chgData name="Ero Sennin" userId="03426be40f75dd1c" providerId="LiveId" clId="{59AC1DFC-6538-4039-B625-EF0FC9C0D4A9}" dt="2023-11-18T17:26:08.275" v="806"/>
          <ac:spMkLst>
            <pc:docMk/>
            <pc:sldMk cId="3583452087" sldId="353"/>
            <ac:spMk id="3" creationId="{CAE23DEA-2710-CC0F-72B6-0E6CD7F60193}"/>
          </ac:spMkLst>
        </pc:spChg>
        <pc:spChg chg="mod">
          <ac:chgData name="Ero Sennin" userId="03426be40f75dd1c" providerId="LiveId" clId="{59AC1DFC-6538-4039-B625-EF0FC9C0D4A9}" dt="2023-11-18T17:47:46.854" v="1012" actId="20577"/>
          <ac:spMkLst>
            <pc:docMk/>
            <pc:sldMk cId="3583452087" sldId="353"/>
            <ac:spMk id="8" creationId="{6CF85C25-FECF-02E7-8B5D-63C724E2B28B}"/>
          </ac:spMkLst>
        </pc:spChg>
      </pc:sldChg>
      <pc:sldChg chg="addSp modSp add mod">
        <pc:chgData name="Ero Sennin" userId="03426be40f75dd1c" providerId="LiveId" clId="{59AC1DFC-6538-4039-B625-EF0FC9C0D4A9}" dt="2023-11-18T17:35:41.075" v="918" actId="14100"/>
        <pc:sldMkLst>
          <pc:docMk/>
          <pc:sldMk cId="4106494306" sldId="354"/>
        </pc:sldMkLst>
        <pc:spChg chg="mod">
          <ac:chgData name="Ero Sennin" userId="03426be40f75dd1c" providerId="LiveId" clId="{59AC1DFC-6538-4039-B625-EF0FC9C0D4A9}" dt="2023-11-18T17:35:41.075" v="918" actId="14100"/>
          <ac:spMkLst>
            <pc:docMk/>
            <pc:sldMk cId="4106494306" sldId="354"/>
            <ac:spMk id="8" creationId="{6CF85C25-FECF-02E7-8B5D-63C724E2B28B}"/>
          </ac:spMkLst>
        </pc:spChg>
        <pc:picChg chg="add mod">
          <ac:chgData name="Ero Sennin" userId="03426be40f75dd1c" providerId="LiveId" clId="{59AC1DFC-6538-4039-B625-EF0FC9C0D4A9}" dt="2023-11-18T17:35:37.991" v="917" actId="1076"/>
          <ac:picMkLst>
            <pc:docMk/>
            <pc:sldMk cId="4106494306" sldId="354"/>
            <ac:picMk id="6" creationId="{DE08F120-6F2A-F230-AFFE-9F77F2D7BD45}"/>
          </ac:picMkLst>
        </pc:picChg>
      </pc:sldChg>
      <pc:sldChg chg="addSp delSp modSp add mod">
        <pc:chgData name="Ero Sennin" userId="03426be40f75dd1c" providerId="LiveId" clId="{59AC1DFC-6538-4039-B625-EF0FC9C0D4A9}" dt="2023-11-18T17:32:28.718" v="892" actId="1076"/>
        <pc:sldMkLst>
          <pc:docMk/>
          <pc:sldMk cId="1657417804" sldId="355"/>
        </pc:sldMkLst>
        <pc:spChg chg="mod">
          <ac:chgData name="Ero Sennin" userId="03426be40f75dd1c" providerId="LiveId" clId="{59AC1DFC-6538-4039-B625-EF0FC9C0D4A9}" dt="2023-11-18T17:32:28.718" v="892" actId="1076"/>
          <ac:spMkLst>
            <pc:docMk/>
            <pc:sldMk cId="1657417804" sldId="355"/>
            <ac:spMk id="8" creationId="{6CF85C25-FECF-02E7-8B5D-63C724E2B28B}"/>
          </ac:spMkLst>
        </pc:spChg>
        <pc:picChg chg="del">
          <ac:chgData name="Ero Sennin" userId="03426be40f75dd1c" providerId="LiveId" clId="{59AC1DFC-6538-4039-B625-EF0FC9C0D4A9}" dt="2023-11-18T17:31:09.957" v="819" actId="478"/>
          <ac:picMkLst>
            <pc:docMk/>
            <pc:sldMk cId="1657417804" sldId="355"/>
            <ac:picMk id="6" creationId="{DE08F120-6F2A-F230-AFFE-9F77F2D7BD45}"/>
          </ac:picMkLst>
        </pc:picChg>
        <pc:picChg chg="add mod">
          <ac:chgData name="Ero Sennin" userId="03426be40f75dd1c" providerId="LiveId" clId="{59AC1DFC-6538-4039-B625-EF0FC9C0D4A9}" dt="2023-11-18T17:31:15.568" v="821" actId="1076"/>
          <ac:picMkLst>
            <pc:docMk/>
            <pc:sldMk cId="1657417804" sldId="355"/>
            <ac:picMk id="7" creationId="{EC366DFF-6554-6962-588E-F52154E115D2}"/>
          </ac:picMkLst>
        </pc:picChg>
      </pc:sldChg>
      <pc:sldChg chg="addSp delSp modSp add mod">
        <pc:chgData name="Ero Sennin" userId="03426be40f75dd1c" providerId="LiveId" clId="{59AC1DFC-6538-4039-B625-EF0FC9C0D4A9}" dt="2023-11-18T17:35:55.078" v="920" actId="1076"/>
        <pc:sldMkLst>
          <pc:docMk/>
          <pc:sldMk cId="1436753255" sldId="356"/>
        </pc:sldMkLst>
        <pc:spChg chg="del">
          <ac:chgData name="Ero Sennin" userId="03426be40f75dd1c" providerId="LiveId" clId="{59AC1DFC-6538-4039-B625-EF0FC9C0D4A9}" dt="2023-11-18T17:33:52.936" v="897" actId="478"/>
          <ac:spMkLst>
            <pc:docMk/>
            <pc:sldMk cId="1436753255" sldId="356"/>
            <ac:spMk id="8" creationId="{6CF85C25-FECF-02E7-8B5D-63C724E2B28B}"/>
          </ac:spMkLst>
        </pc:spChg>
        <pc:spChg chg="add mod">
          <ac:chgData name="Ero Sennin" userId="03426be40f75dd1c" providerId="LiveId" clId="{59AC1DFC-6538-4039-B625-EF0FC9C0D4A9}" dt="2023-11-18T17:35:52.667" v="919" actId="14100"/>
          <ac:spMkLst>
            <pc:docMk/>
            <pc:sldMk cId="1436753255" sldId="356"/>
            <ac:spMk id="11" creationId="{B4EB45E9-5511-57B9-215A-E5B1E6B23360}"/>
          </ac:spMkLst>
        </pc:spChg>
        <pc:picChg chg="add mod">
          <ac:chgData name="Ero Sennin" userId="03426be40f75dd1c" providerId="LiveId" clId="{59AC1DFC-6538-4039-B625-EF0FC9C0D4A9}" dt="2023-11-18T17:35:55.078" v="920" actId="1076"/>
          <ac:picMkLst>
            <pc:docMk/>
            <pc:sldMk cId="1436753255" sldId="356"/>
            <ac:picMk id="6" creationId="{6B00C529-E75D-3C1F-B80B-965E6C48A125}"/>
          </ac:picMkLst>
        </pc:picChg>
        <pc:picChg chg="del">
          <ac:chgData name="Ero Sennin" userId="03426be40f75dd1c" providerId="LiveId" clId="{59AC1DFC-6538-4039-B625-EF0FC9C0D4A9}" dt="2023-11-18T17:33:13.004" v="894" actId="478"/>
          <ac:picMkLst>
            <pc:docMk/>
            <pc:sldMk cId="1436753255" sldId="356"/>
            <ac:picMk id="7" creationId="{EC366DFF-6554-6962-588E-F52154E115D2}"/>
          </ac:picMkLst>
        </pc:picChg>
      </pc:sldChg>
      <pc:sldChg chg="modSp add mod ord">
        <pc:chgData name="Ero Sennin" userId="03426be40f75dd1c" providerId="LiveId" clId="{59AC1DFC-6538-4039-B625-EF0FC9C0D4A9}" dt="2023-11-18T17:42:02.573" v="961" actId="12"/>
        <pc:sldMkLst>
          <pc:docMk/>
          <pc:sldMk cId="614219353" sldId="357"/>
        </pc:sldMkLst>
        <pc:spChg chg="mod">
          <ac:chgData name="Ero Sennin" userId="03426be40f75dd1c" providerId="LiveId" clId="{59AC1DFC-6538-4039-B625-EF0FC9C0D4A9}" dt="2023-11-18T17:37:41.698" v="925"/>
          <ac:spMkLst>
            <pc:docMk/>
            <pc:sldMk cId="614219353" sldId="357"/>
            <ac:spMk id="3" creationId="{CAE23DEA-2710-CC0F-72B6-0E6CD7F60193}"/>
          </ac:spMkLst>
        </pc:spChg>
        <pc:spChg chg="mod">
          <ac:chgData name="Ero Sennin" userId="03426be40f75dd1c" providerId="LiveId" clId="{59AC1DFC-6538-4039-B625-EF0FC9C0D4A9}" dt="2023-11-18T17:42:02.573" v="961" actId="12"/>
          <ac:spMkLst>
            <pc:docMk/>
            <pc:sldMk cId="614219353" sldId="357"/>
            <ac:spMk id="8" creationId="{6CF85C25-FECF-02E7-8B5D-63C724E2B28B}"/>
          </ac:spMkLst>
        </pc:spChg>
      </pc:sldChg>
      <pc:sldChg chg="modSp add mod">
        <pc:chgData name="Ero Sennin" userId="03426be40f75dd1c" providerId="LiveId" clId="{59AC1DFC-6538-4039-B625-EF0FC9C0D4A9}" dt="2023-11-18T17:42:39.086" v="974" actId="20577"/>
        <pc:sldMkLst>
          <pc:docMk/>
          <pc:sldMk cId="1484790467" sldId="358"/>
        </pc:sldMkLst>
        <pc:spChg chg="mod">
          <ac:chgData name="Ero Sennin" userId="03426be40f75dd1c" providerId="LiveId" clId="{59AC1DFC-6538-4039-B625-EF0FC9C0D4A9}" dt="2023-11-18T17:42:39.086" v="974" actId="20577"/>
          <ac:spMkLst>
            <pc:docMk/>
            <pc:sldMk cId="1484790467" sldId="358"/>
            <ac:spMk id="8" creationId="{6CF85C25-FECF-02E7-8B5D-63C724E2B28B}"/>
          </ac:spMkLst>
        </pc:spChg>
      </pc:sldChg>
      <pc:sldChg chg="modSp add mod">
        <pc:chgData name="Ero Sennin" userId="03426be40f75dd1c" providerId="LiveId" clId="{59AC1DFC-6538-4039-B625-EF0FC9C0D4A9}" dt="2023-11-18T17:43:48.431" v="992" actId="20577"/>
        <pc:sldMkLst>
          <pc:docMk/>
          <pc:sldMk cId="3470068793" sldId="359"/>
        </pc:sldMkLst>
        <pc:spChg chg="mod">
          <ac:chgData name="Ero Sennin" userId="03426be40f75dd1c" providerId="LiveId" clId="{59AC1DFC-6538-4039-B625-EF0FC9C0D4A9}" dt="2023-11-18T17:43:48.431" v="992" actId="20577"/>
          <ac:spMkLst>
            <pc:docMk/>
            <pc:sldMk cId="3470068793" sldId="359"/>
            <ac:spMk id="8" creationId="{6CF85C25-FECF-02E7-8B5D-63C724E2B28B}"/>
          </ac:spMkLst>
        </pc:spChg>
      </pc:sldChg>
      <pc:sldChg chg="modSp add mod">
        <pc:chgData name="Ero Sennin" userId="03426be40f75dd1c" providerId="LiveId" clId="{59AC1DFC-6538-4039-B625-EF0FC9C0D4A9}" dt="2023-11-18T17:45:09.982" v="1006"/>
        <pc:sldMkLst>
          <pc:docMk/>
          <pc:sldMk cId="3021743333" sldId="360"/>
        </pc:sldMkLst>
        <pc:spChg chg="mod">
          <ac:chgData name="Ero Sennin" userId="03426be40f75dd1c" providerId="LiveId" clId="{59AC1DFC-6538-4039-B625-EF0FC9C0D4A9}" dt="2023-11-18T17:45:09.982" v="1006"/>
          <ac:spMkLst>
            <pc:docMk/>
            <pc:sldMk cId="3021743333" sldId="360"/>
            <ac:spMk id="8" creationId="{6CF85C25-FECF-02E7-8B5D-63C724E2B28B}"/>
          </ac:spMkLst>
        </pc:spChg>
      </pc:sldChg>
      <pc:sldChg chg="modSp add mod">
        <pc:chgData name="Ero Sennin" userId="03426be40f75dd1c" providerId="LiveId" clId="{59AC1DFC-6538-4039-B625-EF0FC9C0D4A9}" dt="2023-11-18T17:51:49.379" v="1040" actId="20577"/>
        <pc:sldMkLst>
          <pc:docMk/>
          <pc:sldMk cId="2006295453" sldId="361"/>
        </pc:sldMkLst>
        <pc:spChg chg="mod">
          <ac:chgData name="Ero Sennin" userId="03426be40f75dd1c" providerId="LiveId" clId="{59AC1DFC-6538-4039-B625-EF0FC9C0D4A9}" dt="2023-11-18T17:49:28.903" v="1015"/>
          <ac:spMkLst>
            <pc:docMk/>
            <pc:sldMk cId="2006295453" sldId="361"/>
            <ac:spMk id="3" creationId="{CAE23DEA-2710-CC0F-72B6-0E6CD7F60193}"/>
          </ac:spMkLst>
        </pc:spChg>
        <pc:spChg chg="mod">
          <ac:chgData name="Ero Sennin" userId="03426be40f75dd1c" providerId="LiveId" clId="{59AC1DFC-6538-4039-B625-EF0FC9C0D4A9}" dt="2023-11-18T17:51:49.379" v="1040" actId="20577"/>
          <ac:spMkLst>
            <pc:docMk/>
            <pc:sldMk cId="2006295453" sldId="361"/>
            <ac:spMk id="8" creationId="{6CF85C25-FECF-02E7-8B5D-63C724E2B28B}"/>
          </ac:spMkLst>
        </pc:spChg>
      </pc:sldChg>
      <pc:sldChg chg="modSp add mod">
        <pc:chgData name="Ero Sennin" userId="03426be40f75dd1c" providerId="LiveId" clId="{59AC1DFC-6538-4039-B625-EF0FC9C0D4A9}" dt="2023-11-18T17:55:31.395" v="1087" actId="20577"/>
        <pc:sldMkLst>
          <pc:docMk/>
          <pc:sldMk cId="3399441557" sldId="362"/>
        </pc:sldMkLst>
        <pc:spChg chg="mod">
          <ac:chgData name="Ero Sennin" userId="03426be40f75dd1c" providerId="LiveId" clId="{59AC1DFC-6538-4039-B625-EF0FC9C0D4A9}" dt="2023-11-18T17:55:31.395" v="1087" actId="20577"/>
          <ac:spMkLst>
            <pc:docMk/>
            <pc:sldMk cId="3399441557" sldId="362"/>
            <ac:spMk id="8" creationId="{6CF85C25-FECF-02E7-8B5D-63C724E2B28B}"/>
          </ac:spMkLst>
        </pc:spChg>
      </pc:sldChg>
      <pc:sldChg chg="modSp add mod">
        <pc:chgData name="Ero Sennin" userId="03426be40f75dd1c" providerId="LiveId" clId="{59AC1DFC-6538-4039-B625-EF0FC9C0D4A9}" dt="2023-11-18T17:56:14.077" v="1092" actId="20577"/>
        <pc:sldMkLst>
          <pc:docMk/>
          <pc:sldMk cId="3729408570" sldId="363"/>
        </pc:sldMkLst>
        <pc:spChg chg="mod">
          <ac:chgData name="Ero Sennin" userId="03426be40f75dd1c" providerId="LiveId" clId="{59AC1DFC-6538-4039-B625-EF0FC9C0D4A9}" dt="2023-11-18T17:56:14.077" v="1092" actId="20577"/>
          <ac:spMkLst>
            <pc:docMk/>
            <pc:sldMk cId="3729408570" sldId="363"/>
            <ac:spMk id="8" creationId="{6CF85C25-FECF-02E7-8B5D-63C724E2B28B}"/>
          </ac:spMkLst>
        </pc:spChg>
      </pc:sldChg>
      <pc:sldChg chg="modSp add mod">
        <pc:chgData name="Ero Sennin" userId="03426be40f75dd1c" providerId="LiveId" clId="{59AC1DFC-6538-4039-B625-EF0FC9C0D4A9}" dt="2023-11-18T17:59:14.621" v="1116" actId="20577"/>
        <pc:sldMkLst>
          <pc:docMk/>
          <pc:sldMk cId="3669757811" sldId="364"/>
        </pc:sldMkLst>
        <pc:spChg chg="mod">
          <ac:chgData name="Ero Sennin" userId="03426be40f75dd1c" providerId="LiveId" clId="{59AC1DFC-6538-4039-B625-EF0FC9C0D4A9}" dt="2023-11-18T17:59:14.621" v="1116" actId="20577"/>
          <ac:spMkLst>
            <pc:docMk/>
            <pc:sldMk cId="3669757811" sldId="364"/>
            <ac:spMk id="8" creationId="{6CF85C25-FECF-02E7-8B5D-63C724E2B28B}"/>
          </ac:spMkLst>
        </pc:spChg>
      </pc:sldChg>
    </pc:docChg>
  </pc:docChgLst>
  <pc:docChgLst>
    <pc:chgData name="Ero Sennin" userId="03426be40f75dd1c" providerId="LiveId" clId="{D0E502A0-A6DA-4CC1-86CC-25483B08AD6F}"/>
    <pc:docChg chg="undo custSel addSld delSld modSld">
      <pc:chgData name="Ero Sennin" userId="03426be40f75dd1c" providerId="LiveId" clId="{D0E502A0-A6DA-4CC1-86CC-25483B08AD6F}" dt="2023-11-18T18:20:51.137" v="84" actId="47"/>
      <pc:docMkLst>
        <pc:docMk/>
      </pc:docMkLst>
      <pc:sldChg chg="modSp mod">
        <pc:chgData name="Ero Sennin" userId="03426be40f75dd1c" providerId="LiveId" clId="{D0E502A0-A6DA-4CC1-86CC-25483B08AD6F}" dt="2023-11-18T18:07:03.251" v="20" actId="1076"/>
        <pc:sldMkLst>
          <pc:docMk/>
          <pc:sldMk cId="0" sldId="256"/>
        </pc:sldMkLst>
        <pc:spChg chg="mod">
          <ac:chgData name="Ero Sennin" userId="03426be40f75dd1c" providerId="LiveId" clId="{D0E502A0-A6DA-4CC1-86CC-25483B08AD6F}" dt="2023-11-18T18:07:03.251" v="20" actId="1076"/>
          <ac:spMkLst>
            <pc:docMk/>
            <pc:sldMk cId="0" sldId="256"/>
            <ac:spMk id="58" creationId="{00000000-0000-0000-0000-000000000000}"/>
          </ac:spMkLst>
        </pc:spChg>
        <pc:picChg chg="mod">
          <ac:chgData name="Ero Sennin" userId="03426be40f75dd1c" providerId="LiveId" clId="{D0E502A0-A6DA-4CC1-86CC-25483B08AD6F}" dt="2023-11-18T18:06:55.577" v="17" actId="1076"/>
          <ac:picMkLst>
            <pc:docMk/>
            <pc:sldMk cId="0" sldId="256"/>
            <ac:picMk id="57" creationId="{00000000-0000-0000-0000-000000000000}"/>
          </ac:picMkLst>
        </pc:picChg>
      </pc:sldChg>
      <pc:sldChg chg="addSp delSp modSp mod">
        <pc:chgData name="Ero Sennin" userId="03426be40f75dd1c" providerId="LiveId" clId="{D0E502A0-A6DA-4CC1-86CC-25483B08AD6F}" dt="2023-11-18T18:06:35.050" v="11" actId="1076"/>
        <pc:sldMkLst>
          <pc:docMk/>
          <pc:sldMk cId="0" sldId="258"/>
        </pc:sldMkLst>
        <pc:spChg chg="mod">
          <ac:chgData name="Ero Sennin" userId="03426be40f75dd1c" providerId="LiveId" clId="{D0E502A0-A6DA-4CC1-86CC-25483B08AD6F}" dt="2023-11-18T18:06:35.050" v="11" actId="1076"/>
          <ac:spMkLst>
            <pc:docMk/>
            <pc:sldMk cId="0" sldId="258"/>
            <ac:spMk id="72" creationId="{00000000-0000-0000-0000-000000000000}"/>
          </ac:spMkLst>
        </pc:spChg>
        <pc:graphicFrameChg chg="add del mod">
          <ac:chgData name="Ero Sennin" userId="03426be40f75dd1c" providerId="LiveId" clId="{D0E502A0-A6DA-4CC1-86CC-25483B08AD6F}" dt="2023-11-18T18:05:51.841" v="1"/>
          <ac:graphicFrameMkLst>
            <pc:docMk/>
            <pc:sldMk cId="0" sldId="258"/>
            <ac:graphicFrameMk id="3" creationId="{F466027A-CC25-3537-B686-7A6E9D1986A2}"/>
          </ac:graphicFrameMkLst>
        </pc:graphicFrameChg>
      </pc:sldChg>
      <pc:sldChg chg="modSp add del mod">
        <pc:chgData name="Ero Sennin" userId="03426be40f75dd1c" providerId="LiveId" clId="{D0E502A0-A6DA-4CC1-86CC-25483B08AD6F}" dt="2023-11-18T18:15:02.068" v="31" actId="20577"/>
        <pc:sldMkLst>
          <pc:docMk/>
          <pc:sldMk cId="1909956528" sldId="331"/>
        </pc:sldMkLst>
        <pc:spChg chg="mod">
          <ac:chgData name="Ero Sennin" userId="03426be40f75dd1c" providerId="LiveId" clId="{D0E502A0-A6DA-4CC1-86CC-25483B08AD6F}" dt="2023-11-18T18:10:49.445" v="26" actId="14100"/>
          <ac:spMkLst>
            <pc:docMk/>
            <pc:sldMk cId="1909956528" sldId="331"/>
            <ac:spMk id="6" creationId="{52BDBAC3-67AD-4A97-7850-28F18722F0B1}"/>
          </ac:spMkLst>
        </pc:spChg>
        <pc:spChg chg="mod">
          <ac:chgData name="Ero Sennin" userId="03426be40f75dd1c" providerId="LiveId" clId="{D0E502A0-A6DA-4CC1-86CC-25483B08AD6F}" dt="2023-11-18T18:15:02.068" v="31" actId="20577"/>
          <ac:spMkLst>
            <pc:docMk/>
            <pc:sldMk cId="1909956528" sldId="331"/>
            <ac:spMk id="8" creationId="{6CF85C25-FECF-02E7-8B5D-63C724E2B28B}"/>
          </ac:spMkLst>
        </pc:spChg>
      </pc:sldChg>
      <pc:sldChg chg="add del">
        <pc:chgData name="Ero Sennin" userId="03426be40f75dd1c" providerId="LiveId" clId="{D0E502A0-A6DA-4CC1-86CC-25483B08AD6F}" dt="2023-11-18T18:10:33.488" v="23" actId="47"/>
        <pc:sldMkLst>
          <pc:docMk/>
          <pc:sldMk cId="265992425" sldId="332"/>
        </pc:sldMkLst>
      </pc:sldChg>
      <pc:sldChg chg="add del">
        <pc:chgData name="Ero Sennin" userId="03426be40f75dd1c" providerId="LiveId" clId="{D0E502A0-A6DA-4CC1-86CC-25483B08AD6F}" dt="2023-11-18T18:10:33.488" v="23" actId="47"/>
        <pc:sldMkLst>
          <pc:docMk/>
          <pc:sldMk cId="3161217611" sldId="333"/>
        </pc:sldMkLst>
      </pc:sldChg>
      <pc:sldChg chg="add del">
        <pc:chgData name="Ero Sennin" userId="03426be40f75dd1c" providerId="LiveId" clId="{D0E502A0-A6DA-4CC1-86CC-25483B08AD6F}" dt="2023-11-18T18:10:33.488" v="23" actId="47"/>
        <pc:sldMkLst>
          <pc:docMk/>
          <pc:sldMk cId="2794045480" sldId="334"/>
        </pc:sldMkLst>
      </pc:sldChg>
      <pc:sldChg chg="add del">
        <pc:chgData name="Ero Sennin" userId="03426be40f75dd1c" providerId="LiveId" clId="{D0E502A0-A6DA-4CC1-86CC-25483B08AD6F}" dt="2023-11-18T18:10:33.488" v="23" actId="47"/>
        <pc:sldMkLst>
          <pc:docMk/>
          <pc:sldMk cId="4204554352" sldId="335"/>
        </pc:sldMkLst>
      </pc:sldChg>
      <pc:sldChg chg="add del">
        <pc:chgData name="Ero Sennin" userId="03426be40f75dd1c" providerId="LiveId" clId="{D0E502A0-A6DA-4CC1-86CC-25483B08AD6F}" dt="2023-11-18T18:10:33.488" v="23" actId="47"/>
        <pc:sldMkLst>
          <pc:docMk/>
          <pc:sldMk cId="1789055924" sldId="336"/>
        </pc:sldMkLst>
      </pc:sldChg>
      <pc:sldChg chg="add del">
        <pc:chgData name="Ero Sennin" userId="03426be40f75dd1c" providerId="LiveId" clId="{D0E502A0-A6DA-4CC1-86CC-25483B08AD6F}" dt="2023-11-18T18:10:33.488" v="23" actId="47"/>
        <pc:sldMkLst>
          <pc:docMk/>
          <pc:sldMk cId="2941605581" sldId="337"/>
        </pc:sldMkLst>
      </pc:sldChg>
      <pc:sldChg chg="add del">
        <pc:chgData name="Ero Sennin" userId="03426be40f75dd1c" providerId="LiveId" clId="{D0E502A0-A6DA-4CC1-86CC-25483B08AD6F}" dt="2023-11-18T18:10:33.488" v="23" actId="47"/>
        <pc:sldMkLst>
          <pc:docMk/>
          <pc:sldMk cId="3117361790" sldId="339"/>
        </pc:sldMkLst>
      </pc:sldChg>
      <pc:sldChg chg="add del">
        <pc:chgData name="Ero Sennin" userId="03426be40f75dd1c" providerId="LiveId" clId="{D0E502A0-A6DA-4CC1-86CC-25483B08AD6F}" dt="2023-11-18T18:10:33.488" v="23" actId="47"/>
        <pc:sldMkLst>
          <pc:docMk/>
          <pc:sldMk cId="379817075" sldId="340"/>
        </pc:sldMkLst>
      </pc:sldChg>
      <pc:sldChg chg="add del">
        <pc:chgData name="Ero Sennin" userId="03426be40f75dd1c" providerId="LiveId" clId="{D0E502A0-A6DA-4CC1-86CC-25483B08AD6F}" dt="2023-11-18T18:10:33.488" v="23" actId="47"/>
        <pc:sldMkLst>
          <pc:docMk/>
          <pc:sldMk cId="424304537" sldId="341"/>
        </pc:sldMkLst>
      </pc:sldChg>
      <pc:sldChg chg="add del">
        <pc:chgData name="Ero Sennin" userId="03426be40f75dd1c" providerId="LiveId" clId="{D0E502A0-A6DA-4CC1-86CC-25483B08AD6F}" dt="2023-11-18T18:10:33.488" v="23" actId="47"/>
        <pc:sldMkLst>
          <pc:docMk/>
          <pc:sldMk cId="2187594355" sldId="342"/>
        </pc:sldMkLst>
      </pc:sldChg>
      <pc:sldChg chg="add del">
        <pc:chgData name="Ero Sennin" userId="03426be40f75dd1c" providerId="LiveId" clId="{D0E502A0-A6DA-4CC1-86CC-25483B08AD6F}" dt="2023-11-18T18:10:33.488" v="23" actId="47"/>
        <pc:sldMkLst>
          <pc:docMk/>
          <pc:sldMk cId="3977605819" sldId="343"/>
        </pc:sldMkLst>
      </pc:sldChg>
      <pc:sldChg chg="add del">
        <pc:chgData name="Ero Sennin" userId="03426be40f75dd1c" providerId="LiveId" clId="{D0E502A0-A6DA-4CC1-86CC-25483B08AD6F}" dt="2023-11-18T18:10:33.488" v="23" actId="47"/>
        <pc:sldMkLst>
          <pc:docMk/>
          <pc:sldMk cId="71056339" sldId="344"/>
        </pc:sldMkLst>
      </pc:sldChg>
      <pc:sldChg chg="add del">
        <pc:chgData name="Ero Sennin" userId="03426be40f75dd1c" providerId="LiveId" clId="{D0E502A0-A6DA-4CC1-86CC-25483B08AD6F}" dt="2023-11-18T18:10:33.488" v="23" actId="47"/>
        <pc:sldMkLst>
          <pc:docMk/>
          <pc:sldMk cId="3362010045" sldId="345"/>
        </pc:sldMkLst>
      </pc:sldChg>
      <pc:sldChg chg="add del">
        <pc:chgData name="Ero Sennin" userId="03426be40f75dd1c" providerId="LiveId" clId="{D0E502A0-A6DA-4CC1-86CC-25483B08AD6F}" dt="2023-11-18T18:10:33.488" v="23" actId="47"/>
        <pc:sldMkLst>
          <pc:docMk/>
          <pc:sldMk cId="1608157032" sldId="346"/>
        </pc:sldMkLst>
      </pc:sldChg>
      <pc:sldChg chg="add del">
        <pc:chgData name="Ero Sennin" userId="03426be40f75dd1c" providerId="LiveId" clId="{D0E502A0-A6DA-4CC1-86CC-25483B08AD6F}" dt="2023-11-18T18:10:33.488" v="23" actId="47"/>
        <pc:sldMkLst>
          <pc:docMk/>
          <pc:sldMk cId="1396905398" sldId="347"/>
        </pc:sldMkLst>
      </pc:sldChg>
      <pc:sldChg chg="add del">
        <pc:chgData name="Ero Sennin" userId="03426be40f75dd1c" providerId="LiveId" clId="{D0E502A0-A6DA-4CC1-86CC-25483B08AD6F}" dt="2023-11-18T18:10:33.488" v="23" actId="47"/>
        <pc:sldMkLst>
          <pc:docMk/>
          <pc:sldMk cId="775201600" sldId="348"/>
        </pc:sldMkLst>
      </pc:sldChg>
      <pc:sldChg chg="add del">
        <pc:chgData name="Ero Sennin" userId="03426be40f75dd1c" providerId="LiveId" clId="{D0E502A0-A6DA-4CC1-86CC-25483B08AD6F}" dt="2023-11-18T18:10:33.488" v="23" actId="47"/>
        <pc:sldMkLst>
          <pc:docMk/>
          <pc:sldMk cId="271087555" sldId="349"/>
        </pc:sldMkLst>
      </pc:sldChg>
      <pc:sldChg chg="add del">
        <pc:chgData name="Ero Sennin" userId="03426be40f75dd1c" providerId="LiveId" clId="{D0E502A0-A6DA-4CC1-86CC-25483B08AD6F}" dt="2023-11-18T18:10:33.488" v="23" actId="47"/>
        <pc:sldMkLst>
          <pc:docMk/>
          <pc:sldMk cId="2540738932" sldId="350"/>
        </pc:sldMkLst>
      </pc:sldChg>
      <pc:sldChg chg="add del">
        <pc:chgData name="Ero Sennin" userId="03426be40f75dd1c" providerId="LiveId" clId="{D0E502A0-A6DA-4CC1-86CC-25483B08AD6F}" dt="2023-11-18T18:10:33.488" v="23" actId="47"/>
        <pc:sldMkLst>
          <pc:docMk/>
          <pc:sldMk cId="1629030163" sldId="351"/>
        </pc:sldMkLst>
      </pc:sldChg>
      <pc:sldChg chg="del">
        <pc:chgData name="Ero Sennin" userId="03426be40f75dd1c" providerId="LiveId" clId="{D0E502A0-A6DA-4CC1-86CC-25483B08AD6F}" dt="2023-11-18T18:06:37.066" v="12" actId="47"/>
        <pc:sldMkLst>
          <pc:docMk/>
          <pc:sldMk cId="1241933059" sldId="352"/>
        </pc:sldMkLst>
      </pc:sldChg>
      <pc:sldChg chg="add del">
        <pc:chgData name="Ero Sennin" userId="03426be40f75dd1c" providerId="LiveId" clId="{D0E502A0-A6DA-4CC1-86CC-25483B08AD6F}" dt="2023-11-18T18:10:33.488" v="23" actId="47"/>
        <pc:sldMkLst>
          <pc:docMk/>
          <pc:sldMk cId="3583452087" sldId="353"/>
        </pc:sldMkLst>
      </pc:sldChg>
      <pc:sldChg chg="add del">
        <pc:chgData name="Ero Sennin" userId="03426be40f75dd1c" providerId="LiveId" clId="{D0E502A0-A6DA-4CC1-86CC-25483B08AD6F}" dt="2023-11-18T18:10:33.488" v="23" actId="47"/>
        <pc:sldMkLst>
          <pc:docMk/>
          <pc:sldMk cId="4106494306" sldId="354"/>
        </pc:sldMkLst>
      </pc:sldChg>
      <pc:sldChg chg="add del">
        <pc:chgData name="Ero Sennin" userId="03426be40f75dd1c" providerId="LiveId" clId="{D0E502A0-A6DA-4CC1-86CC-25483B08AD6F}" dt="2023-11-18T18:10:33.488" v="23" actId="47"/>
        <pc:sldMkLst>
          <pc:docMk/>
          <pc:sldMk cId="1657417804" sldId="355"/>
        </pc:sldMkLst>
      </pc:sldChg>
      <pc:sldChg chg="add del">
        <pc:chgData name="Ero Sennin" userId="03426be40f75dd1c" providerId="LiveId" clId="{D0E502A0-A6DA-4CC1-86CC-25483B08AD6F}" dt="2023-11-18T18:10:33.488" v="23" actId="47"/>
        <pc:sldMkLst>
          <pc:docMk/>
          <pc:sldMk cId="1436753255" sldId="356"/>
        </pc:sldMkLst>
      </pc:sldChg>
      <pc:sldChg chg="add del">
        <pc:chgData name="Ero Sennin" userId="03426be40f75dd1c" providerId="LiveId" clId="{D0E502A0-A6DA-4CC1-86CC-25483B08AD6F}" dt="2023-11-18T18:10:33.488" v="23" actId="47"/>
        <pc:sldMkLst>
          <pc:docMk/>
          <pc:sldMk cId="614219353" sldId="357"/>
        </pc:sldMkLst>
      </pc:sldChg>
      <pc:sldChg chg="add del">
        <pc:chgData name="Ero Sennin" userId="03426be40f75dd1c" providerId="LiveId" clId="{D0E502A0-A6DA-4CC1-86CC-25483B08AD6F}" dt="2023-11-18T18:10:33.488" v="23" actId="47"/>
        <pc:sldMkLst>
          <pc:docMk/>
          <pc:sldMk cId="1484790467" sldId="358"/>
        </pc:sldMkLst>
      </pc:sldChg>
      <pc:sldChg chg="add del">
        <pc:chgData name="Ero Sennin" userId="03426be40f75dd1c" providerId="LiveId" clId="{D0E502A0-A6DA-4CC1-86CC-25483B08AD6F}" dt="2023-11-18T18:10:33.488" v="23" actId="47"/>
        <pc:sldMkLst>
          <pc:docMk/>
          <pc:sldMk cId="3470068793" sldId="359"/>
        </pc:sldMkLst>
      </pc:sldChg>
      <pc:sldChg chg="add del">
        <pc:chgData name="Ero Sennin" userId="03426be40f75dd1c" providerId="LiveId" clId="{D0E502A0-A6DA-4CC1-86CC-25483B08AD6F}" dt="2023-11-18T18:10:33.488" v="23" actId="47"/>
        <pc:sldMkLst>
          <pc:docMk/>
          <pc:sldMk cId="3021743333" sldId="360"/>
        </pc:sldMkLst>
      </pc:sldChg>
      <pc:sldChg chg="add del">
        <pc:chgData name="Ero Sennin" userId="03426be40f75dd1c" providerId="LiveId" clId="{D0E502A0-A6DA-4CC1-86CC-25483B08AD6F}" dt="2023-11-18T18:10:33.488" v="23" actId="47"/>
        <pc:sldMkLst>
          <pc:docMk/>
          <pc:sldMk cId="2006295453" sldId="361"/>
        </pc:sldMkLst>
      </pc:sldChg>
      <pc:sldChg chg="add del">
        <pc:chgData name="Ero Sennin" userId="03426be40f75dd1c" providerId="LiveId" clId="{D0E502A0-A6DA-4CC1-86CC-25483B08AD6F}" dt="2023-11-18T18:10:33.488" v="23" actId="47"/>
        <pc:sldMkLst>
          <pc:docMk/>
          <pc:sldMk cId="3399441557" sldId="362"/>
        </pc:sldMkLst>
      </pc:sldChg>
      <pc:sldChg chg="add del">
        <pc:chgData name="Ero Sennin" userId="03426be40f75dd1c" providerId="LiveId" clId="{D0E502A0-A6DA-4CC1-86CC-25483B08AD6F}" dt="2023-11-18T18:10:33.488" v="23" actId="47"/>
        <pc:sldMkLst>
          <pc:docMk/>
          <pc:sldMk cId="3729408570" sldId="363"/>
        </pc:sldMkLst>
      </pc:sldChg>
      <pc:sldChg chg="del">
        <pc:chgData name="Ero Sennin" userId="03426be40f75dd1c" providerId="LiveId" clId="{D0E502A0-A6DA-4CC1-86CC-25483B08AD6F}" dt="2023-11-18T18:20:51.137" v="84" actId="47"/>
        <pc:sldMkLst>
          <pc:docMk/>
          <pc:sldMk cId="3669757811" sldId="364"/>
        </pc:sldMkLst>
      </pc:sldChg>
      <pc:sldChg chg="modSp add mod">
        <pc:chgData name="Ero Sennin" userId="03426be40f75dd1c" providerId="LiveId" clId="{D0E502A0-A6DA-4CC1-86CC-25483B08AD6F}" dt="2023-11-18T18:15:53.973" v="34" actId="20577"/>
        <pc:sldMkLst>
          <pc:docMk/>
          <pc:sldMk cId="3079585306" sldId="365"/>
        </pc:sldMkLst>
        <pc:spChg chg="mod">
          <ac:chgData name="Ero Sennin" userId="03426be40f75dd1c" providerId="LiveId" clId="{D0E502A0-A6DA-4CC1-86CC-25483B08AD6F}" dt="2023-11-18T18:15:53.973" v="34" actId="20577"/>
          <ac:spMkLst>
            <pc:docMk/>
            <pc:sldMk cId="3079585306" sldId="365"/>
            <ac:spMk id="8" creationId="{6CF85C25-FECF-02E7-8B5D-63C724E2B28B}"/>
          </ac:spMkLst>
        </pc:spChg>
      </pc:sldChg>
      <pc:sldChg chg="modSp add mod">
        <pc:chgData name="Ero Sennin" userId="03426be40f75dd1c" providerId="LiveId" clId="{D0E502A0-A6DA-4CC1-86CC-25483B08AD6F}" dt="2023-11-18T18:16:46.487" v="45" actId="20577"/>
        <pc:sldMkLst>
          <pc:docMk/>
          <pc:sldMk cId="1179856051" sldId="366"/>
        </pc:sldMkLst>
        <pc:spChg chg="mod">
          <ac:chgData name="Ero Sennin" userId="03426be40f75dd1c" providerId="LiveId" clId="{D0E502A0-A6DA-4CC1-86CC-25483B08AD6F}" dt="2023-11-18T18:16:24.145" v="38" actId="14100"/>
          <ac:spMkLst>
            <pc:docMk/>
            <pc:sldMk cId="1179856051" sldId="366"/>
            <ac:spMk id="6" creationId="{52BDBAC3-67AD-4A97-7850-28F18722F0B1}"/>
          </ac:spMkLst>
        </pc:spChg>
        <pc:spChg chg="mod">
          <ac:chgData name="Ero Sennin" userId="03426be40f75dd1c" providerId="LiveId" clId="{D0E502A0-A6DA-4CC1-86CC-25483B08AD6F}" dt="2023-11-18T18:16:46.487" v="45" actId="20577"/>
          <ac:spMkLst>
            <pc:docMk/>
            <pc:sldMk cId="1179856051" sldId="366"/>
            <ac:spMk id="8" creationId="{6CF85C25-FECF-02E7-8B5D-63C724E2B28B}"/>
          </ac:spMkLst>
        </pc:spChg>
      </pc:sldChg>
      <pc:sldChg chg="modSp add mod">
        <pc:chgData name="Ero Sennin" userId="03426be40f75dd1c" providerId="LiveId" clId="{D0E502A0-A6DA-4CC1-86CC-25483B08AD6F}" dt="2023-11-18T18:17:15.464" v="49" actId="20577"/>
        <pc:sldMkLst>
          <pc:docMk/>
          <pc:sldMk cId="1166055557" sldId="367"/>
        </pc:sldMkLst>
        <pc:spChg chg="mod">
          <ac:chgData name="Ero Sennin" userId="03426be40f75dd1c" providerId="LiveId" clId="{D0E502A0-A6DA-4CC1-86CC-25483B08AD6F}" dt="2023-11-18T18:17:15.464" v="49" actId="20577"/>
          <ac:spMkLst>
            <pc:docMk/>
            <pc:sldMk cId="1166055557" sldId="367"/>
            <ac:spMk id="8" creationId="{6CF85C25-FECF-02E7-8B5D-63C724E2B28B}"/>
          </ac:spMkLst>
        </pc:spChg>
      </pc:sldChg>
      <pc:sldChg chg="modSp add mod">
        <pc:chgData name="Ero Sennin" userId="03426be40f75dd1c" providerId="LiveId" clId="{D0E502A0-A6DA-4CC1-86CC-25483B08AD6F}" dt="2023-11-18T18:17:47.664" v="53" actId="20577"/>
        <pc:sldMkLst>
          <pc:docMk/>
          <pc:sldMk cId="1542159574" sldId="368"/>
        </pc:sldMkLst>
        <pc:spChg chg="mod">
          <ac:chgData name="Ero Sennin" userId="03426be40f75dd1c" providerId="LiveId" clId="{D0E502A0-A6DA-4CC1-86CC-25483B08AD6F}" dt="2023-11-18T18:17:47.664" v="53" actId="20577"/>
          <ac:spMkLst>
            <pc:docMk/>
            <pc:sldMk cId="1542159574" sldId="368"/>
            <ac:spMk id="8" creationId="{6CF85C25-FECF-02E7-8B5D-63C724E2B28B}"/>
          </ac:spMkLst>
        </pc:spChg>
      </pc:sldChg>
      <pc:sldChg chg="addSp delSp modSp add mod">
        <pc:chgData name="Ero Sennin" userId="03426be40f75dd1c" providerId="LiveId" clId="{D0E502A0-A6DA-4CC1-86CC-25483B08AD6F}" dt="2023-11-18T18:19:03.660" v="68" actId="22"/>
        <pc:sldMkLst>
          <pc:docMk/>
          <pc:sldMk cId="780176159" sldId="369"/>
        </pc:sldMkLst>
        <pc:spChg chg="add del">
          <ac:chgData name="Ero Sennin" userId="03426be40f75dd1c" providerId="LiveId" clId="{D0E502A0-A6DA-4CC1-86CC-25483B08AD6F}" dt="2023-11-18T18:19:03.660" v="68" actId="22"/>
          <ac:spMkLst>
            <pc:docMk/>
            <pc:sldMk cId="780176159" sldId="369"/>
            <ac:spMk id="3" creationId="{2310BC17-30A7-2068-C1C3-35F6BE4FE6E8}"/>
          </ac:spMkLst>
        </pc:spChg>
        <pc:spChg chg="mod">
          <ac:chgData name="Ero Sennin" userId="03426be40f75dd1c" providerId="LiveId" clId="{D0E502A0-A6DA-4CC1-86CC-25483B08AD6F}" dt="2023-11-18T18:18:23.849" v="62"/>
          <ac:spMkLst>
            <pc:docMk/>
            <pc:sldMk cId="780176159" sldId="369"/>
            <ac:spMk id="6" creationId="{52BDBAC3-67AD-4A97-7850-28F18722F0B1}"/>
          </ac:spMkLst>
        </pc:spChg>
        <pc:spChg chg="mod">
          <ac:chgData name="Ero Sennin" userId="03426be40f75dd1c" providerId="LiveId" clId="{D0E502A0-A6DA-4CC1-86CC-25483B08AD6F}" dt="2023-11-18T18:18:39.867" v="66" actId="12"/>
          <ac:spMkLst>
            <pc:docMk/>
            <pc:sldMk cId="780176159" sldId="369"/>
            <ac:spMk id="8" creationId="{6CF85C25-FECF-02E7-8B5D-63C724E2B28B}"/>
          </ac:spMkLst>
        </pc:spChg>
      </pc:sldChg>
      <pc:sldChg chg="modSp add mod">
        <pc:chgData name="Ero Sennin" userId="03426be40f75dd1c" providerId="LiveId" clId="{D0E502A0-A6DA-4CC1-86CC-25483B08AD6F}" dt="2023-11-18T18:19:09.997" v="71" actId="20577"/>
        <pc:sldMkLst>
          <pc:docMk/>
          <pc:sldMk cId="4227814038" sldId="370"/>
        </pc:sldMkLst>
        <pc:spChg chg="mod">
          <ac:chgData name="Ero Sennin" userId="03426be40f75dd1c" providerId="LiveId" clId="{D0E502A0-A6DA-4CC1-86CC-25483B08AD6F}" dt="2023-11-18T18:19:09.997" v="71" actId="20577"/>
          <ac:spMkLst>
            <pc:docMk/>
            <pc:sldMk cId="4227814038" sldId="370"/>
            <ac:spMk id="8" creationId="{6CF85C25-FECF-02E7-8B5D-63C724E2B28B}"/>
          </ac:spMkLst>
        </pc:spChg>
      </pc:sldChg>
      <pc:sldChg chg="modSp add mod">
        <pc:chgData name="Ero Sennin" userId="03426be40f75dd1c" providerId="LiveId" clId="{D0E502A0-A6DA-4CC1-86CC-25483B08AD6F}" dt="2023-11-18T18:19:41.903" v="76" actId="20577"/>
        <pc:sldMkLst>
          <pc:docMk/>
          <pc:sldMk cId="3853773006" sldId="371"/>
        </pc:sldMkLst>
        <pc:spChg chg="mod">
          <ac:chgData name="Ero Sennin" userId="03426be40f75dd1c" providerId="LiveId" clId="{D0E502A0-A6DA-4CC1-86CC-25483B08AD6F}" dt="2023-11-18T18:19:33.123" v="74"/>
          <ac:spMkLst>
            <pc:docMk/>
            <pc:sldMk cId="3853773006" sldId="371"/>
            <ac:spMk id="6" creationId="{52BDBAC3-67AD-4A97-7850-28F18722F0B1}"/>
          </ac:spMkLst>
        </pc:spChg>
        <pc:spChg chg="mod">
          <ac:chgData name="Ero Sennin" userId="03426be40f75dd1c" providerId="LiveId" clId="{D0E502A0-A6DA-4CC1-86CC-25483B08AD6F}" dt="2023-11-18T18:19:41.903" v="76" actId="20577"/>
          <ac:spMkLst>
            <pc:docMk/>
            <pc:sldMk cId="3853773006" sldId="371"/>
            <ac:spMk id="8" creationId="{6CF85C25-FECF-02E7-8B5D-63C724E2B28B}"/>
          </ac:spMkLst>
        </pc:spChg>
      </pc:sldChg>
      <pc:sldChg chg="modSp add mod">
        <pc:chgData name="Ero Sennin" userId="03426be40f75dd1c" providerId="LiveId" clId="{D0E502A0-A6DA-4CC1-86CC-25483B08AD6F}" dt="2023-11-18T18:20:44.409" v="83" actId="20577"/>
        <pc:sldMkLst>
          <pc:docMk/>
          <pc:sldMk cId="784932187" sldId="372"/>
        </pc:sldMkLst>
        <pc:spChg chg="mod">
          <ac:chgData name="Ero Sennin" userId="03426be40f75dd1c" providerId="LiveId" clId="{D0E502A0-A6DA-4CC1-86CC-25483B08AD6F}" dt="2023-11-18T18:19:58.188" v="79"/>
          <ac:spMkLst>
            <pc:docMk/>
            <pc:sldMk cId="784932187" sldId="372"/>
            <ac:spMk id="6" creationId="{52BDBAC3-67AD-4A97-7850-28F18722F0B1}"/>
          </ac:spMkLst>
        </pc:spChg>
        <pc:spChg chg="mod">
          <ac:chgData name="Ero Sennin" userId="03426be40f75dd1c" providerId="LiveId" clId="{D0E502A0-A6DA-4CC1-86CC-25483B08AD6F}" dt="2023-11-18T18:20:44.409" v="83" actId="20577"/>
          <ac:spMkLst>
            <pc:docMk/>
            <pc:sldMk cId="784932187" sldId="372"/>
            <ac:spMk id="8" creationId="{6CF85C25-FECF-02E7-8B5D-63C724E2B28B}"/>
          </ac:spMkLst>
        </pc:spChg>
      </pc:sldChg>
    </pc:docChg>
  </pc:docChgLst>
  <pc:docChgLst>
    <pc:chgData name="Ero Sennin" userId="03426be40f75dd1c" providerId="LiveId" clId="{2EB63091-8CF3-45E2-B474-389EFE308ADE}"/>
    <pc:docChg chg="undo custSel addSld modSld">
      <pc:chgData name="Ero Sennin" userId="03426be40f75dd1c" providerId="LiveId" clId="{2EB63091-8CF3-45E2-B474-389EFE308ADE}" dt="2023-11-30T03:19:58.549" v="58" actId="20577"/>
      <pc:docMkLst>
        <pc:docMk/>
      </pc:docMkLst>
      <pc:sldChg chg="modSp add mod">
        <pc:chgData name="Ero Sennin" userId="03426be40f75dd1c" providerId="LiveId" clId="{2EB63091-8CF3-45E2-B474-389EFE308ADE}" dt="2023-11-30T03:19:58.549" v="58" actId="20577"/>
        <pc:sldMkLst>
          <pc:docMk/>
          <pc:sldMk cId="3047699374" sldId="372"/>
        </pc:sldMkLst>
        <pc:spChg chg="mod">
          <ac:chgData name="Ero Sennin" userId="03426be40f75dd1c" providerId="LiveId" clId="{2EB63091-8CF3-45E2-B474-389EFE308ADE}" dt="2023-11-30T03:18:54.214" v="9" actId="20577"/>
          <ac:spMkLst>
            <pc:docMk/>
            <pc:sldMk cId="3047699374" sldId="372"/>
            <ac:spMk id="6" creationId="{52BDBAC3-67AD-4A97-7850-28F18722F0B1}"/>
          </ac:spMkLst>
        </pc:spChg>
        <pc:spChg chg="mod">
          <ac:chgData name="Ero Sennin" userId="03426be40f75dd1c" providerId="LiveId" clId="{2EB63091-8CF3-45E2-B474-389EFE308ADE}" dt="2023-11-30T03:19:58.549" v="58" actId="20577"/>
          <ac:spMkLst>
            <pc:docMk/>
            <pc:sldMk cId="3047699374" sldId="372"/>
            <ac:spMk id="8" creationId="{6CF85C25-FECF-02E7-8B5D-63C724E2B28B}"/>
          </ac:spMkLst>
        </pc:spChg>
      </pc:sldChg>
    </pc:docChg>
  </pc:docChgLst>
  <pc:docChgLst>
    <pc:chgData name="Ero Sennin" userId="03426be40f75dd1c" providerId="LiveId" clId="{4743EB9A-81C5-4E86-85DC-6FA36D9422F2}"/>
    <pc:docChg chg="undo custSel modSld">
      <pc:chgData name="Ero Sennin" userId="03426be40f75dd1c" providerId="LiveId" clId="{4743EB9A-81C5-4E86-85DC-6FA36D9422F2}" dt="2023-11-19T06:05:23.817" v="45" actId="20577"/>
      <pc:docMkLst>
        <pc:docMk/>
      </pc:docMkLst>
      <pc:sldChg chg="modSp mod">
        <pc:chgData name="Ero Sennin" userId="03426be40f75dd1c" providerId="LiveId" clId="{4743EB9A-81C5-4E86-85DC-6FA36D9422F2}" dt="2023-11-19T06:00:48.688" v="2"/>
        <pc:sldMkLst>
          <pc:docMk/>
          <pc:sldMk cId="0" sldId="256"/>
        </pc:sldMkLst>
        <pc:spChg chg="mod">
          <ac:chgData name="Ero Sennin" userId="03426be40f75dd1c" providerId="LiveId" clId="{4743EB9A-81C5-4E86-85DC-6FA36D9422F2}" dt="2023-11-19T06:00:48.688" v="2"/>
          <ac:spMkLst>
            <pc:docMk/>
            <pc:sldMk cId="0" sldId="256"/>
            <ac:spMk id="58" creationId="{00000000-0000-0000-0000-000000000000}"/>
          </ac:spMkLst>
        </pc:spChg>
      </pc:sldChg>
      <pc:sldChg chg="modSp mod">
        <pc:chgData name="Ero Sennin" userId="03426be40f75dd1c" providerId="LiveId" clId="{4743EB9A-81C5-4E86-85DC-6FA36D9422F2}" dt="2023-11-19T06:02:21.125" v="6" actId="20577"/>
        <pc:sldMkLst>
          <pc:docMk/>
          <pc:sldMk cId="0" sldId="258"/>
        </pc:sldMkLst>
        <pc:spChg chg="mod">
          <ac:chgData name="Ero Sennin" userId="03426be40f75dd1c" providerId="LiveId" clId="{4743EB9A-81C5-4E86-85DC-6FA36D9422F2}" dt="2023-11-19T06:02:21.125" v="6" actId="20577"/>
          <ac:spMkLst>
            <pc:docMk/>
            <pc:sldMk cId="0" sldId="258"/>
            <ac:spMk id="72" creationId="{00000000-0000-0000-0000-000000000000}"/>
          </ac:spMkLst>
        </pc:spChg>
      </pc:sldChg>
      <pc:sldChg chg="modSp mod">
        <pc:chgData name="Ero Sennin" userId="03426be40f75dd1c" providerId="LiveId" clId="{4743EB9A-81C5-4E86-85DC-6FA36D9422F2}" dt="2023-11-19T06:02:37.616" v="9" actId="20577"/>
        <pc:sldMkLst>
          <pc:docMk/>
          <pc:sldMk cId="1909956528" sldId="331"/>
        </pc:sldMkLst>
        <pc:spChg chg="mod">
          <ac:chgData name="Ero Sennin" userId="03426be40f75dd1c" providerId="LiveId" clId="{4743EB9A-81C5-4E86-85DC-6FA36D9422F2}" dt="2023-11-19T06:02:30.716" v="7"/>
          <ac:spMkLst>
            <pc:docMk/>
            <pc:sldMk cId="1909956528" sldId="331"/>
            <ac:spMk id="6" creationId="{52BDBAC3-67AD-4A97-7850-28F18722F0B1}"/>
          </ac:spMkLst>
        </pc:spChg>
        <pc:spChg chg="mod">
          <ac:chgData name="Ero Sennin" userId="03426be40f75dd1c" providerId="LiveId" clId="{4743EB9A-81C5-4E86-85DC-6FA36D9422F2}" dt="2023-11-19T06:02:37.616" v="9" actId="20577"/>
          <ac:spMkLst>
            <pc:docMk/>
            <pc:sldMk cId="1909956528" sldId="331"/>
            <ac:spMk id="8" creationId="{6CF85C25-FECF-02E7-8B5D-63C724E2B28B}"/>
          </ac:spMkLst>
        </pc:spChg>
      </pc:sldChg>
      <pc:sldChg chg="modSp mod">
        <pc:chgData name="Ero Sennin" userId="03426be40f75dd1c" providerId="LiveId" clId="{4743EB9A-81C5-4E86-85DC-6FA36D9422F2}" dt="2023-11-19T06:03:09.530" v="19" actId="113"/>
        <pc:sldMkLst>
          <pc:docMk/>
          <pc:sldMk cId="3079585306" sldId="365"/>
        </pc:sldMkLst>
        <pc:spChg chg="mod">
          <ac:chgData name="Ero Sennin" userId="03426be40f75dd1c" providerId="LiveId" clId="{4743EB9A-81C5-4E86-85DC-6FA36D9422F2}" dt="2023-11-19T06:02:52.657" v="10"/>
          <ac:spMkLst>
            <pc:docMk/>
            <pc:sldMk cId="3079585306" sldId="365"/>
            <ac:spMk id="6" creationId="{52BDBAC3-67AD-4A97-7850-28F18722F0B1}"/>
          </ac:spMkLst>
        </pc:spChg>
        <pc:spChg chg="mod">
          <ac:chgData name="Ero Sennin" userId="03426be40f75dd1c" providerId="LiveId" clId="{4743EB9A-81C5-4E86-85DC-6FA36D9422F2}" dt="2023-11-19T06:03:09.530" v="19" actId="113"/>
          <ac:spMkLst>
            <pc:docMk/>
            <pc:sldMk cId="3079585306" sldId="365"/>
            <ac:spMk id="8" creationId="{6CF85C25-FECF-02E7-8B5D-63C724E2B28B}"/>
          </ac:spMkLst>
        </pc:spChg>
      </pc:sldChg>
      <pc:sldChg chg="modSp mod">
        <pc:chgData name="Ero Sennin" userId="03426be40f75dd1c" providerId="LiveId" clId="{4743EB9A-81C5-4E86-85DC-6FA36D9422F2}" dt="2023-11-19T06:03:51.126" v="30" actId="113"/>
        <pc:sldMkLst>
          <pc:docMk/>
          <pc:sldMk cId="1179856051" sldId="366"/>
        </pc:sldMkLst>
        <pc:spChg chg="mod">
          <ac:chgData name="Ero Sennin" userId="03426be40f75dd1c" providerId="LiveId" clId="{4743EB9A-81C5-4E86-85DC-6FA36D9422F2}" dt="2023-11-19T06:03:27.753" v="20"/>
          <ac:spMkLst>
            <pc:docMk/>
            <pc:sldMk cId="1179856051" sldId="366"/>
            <ac:spMk id="6" creationId="{52BDBAC3-67AD-4A97-7850-28F18722F0B1}"/>
          </ac:spMkLst>
        </pc:spChg>
        <pc:spChg chg="mod">
          <ac:chgData name="Ero Sennin" userId="03426be40f75dd1c" providerId="LiveId" clId="{4743EB9A-81C5-4E86-85DC-6FA36D9422F2}" dt="2023-11-19T06:03:51.126" v="30" actId="113"/>
          <ac:spMkLst>
            <pc:docMk/>
            <pc:sldMk cId="1179856051" sldId="366"/>
            <ac:spMk id="8" creationId="{6CF85C25-FECF-02E7-8B5D-63C724E2B28B}"/>
          </ac:spMkLst>
        </pc:spChg>
      </pc:sldChg>
      <pc:sldChg chg="modSp mod">
        <pc:chgData name="Ero Sennin" userId="03426be40f75dd1c" providerId="LiveId" clId="{4743EB9A-81C5-4E86-85DC-6FA36D9422F2}" dt="2023-11-19T06:04:05.609" v="33" actId="20577"/>
        <pc:sldMkLst>
          <pc:docMk/>
          <pc:sldMk cId="1166055557" sldId="367"/>
        </pc:sldMkLst>
        <pc:spChg chg="mod">
          <ac:chgData name="Ero Sennin" userId="03426be40f75dd1c" providerId="LiveId" clId="{4743EB9A-81C5-4E86-85DC-6FA36D9422F2}" dt="2023-11-19T06:04:00.012" v="31"/>
          <ac:spMkLst>
            <pc:docMk/>
            <pc:sldMk cId="1166055557" sldId="367"/>
            <ac:spMk id="6" creationId="{52BDBAC3-67AD-4A97-7850-28F18722F0B1}"/>
          </ac:spMkLst>
        </pc:spChg>
        <pc:spChg chg="mod">
          <ac:chgData name="Ero Sennin" userId="03426be40f75dd1c" providerId="LiveId" clId="{4743EB9A-81C5-4E86-85DC-6FA36D9422F2}" dt="2023-11-19T06:04:05.609" v="33" actId="20577"/>
          <ac:spMkLst>
            <pc:docMk/>
            <pc:sldMk cId="1166055557" sldId="367"/>
            <ac:spMk id="8" creationId="{6CF85C25-FECF-02E7-8B5D-63C724E2B28B}"/>
          </ac:spMkLst>
        </pc:spChg>
      </pc:sldChg>
      <pc:sldChg chg="modSp mod">
        <pc:chgData name="Ero Sennin" userId="03426be40f75dd1c" providerId="LiveId" clId="{4743EB9A-81C5-4E86-85DC-6FA36D9422F2}" dt="2023-11-19T06:04:19.574" v="36" actId="20577"/>
        <pc:sldMkLst>
          <pc:docMk/>
          <pc:sldMk cId="1542159574" sldId="368"/>
        </pc:sldMkLst>
        <pc:spChg chg="mod">
          <ac:chgData name="Ero Sennin" userId="03426be40f75dd1c" providerId="LiveId" clId="{4743EB9A-81C5-4E86-85DC-6FA36D9422F2}" dt="2023-11-19T06:04:13.517" v="34"/>
          <ac:spMkLst>
            <pc:docMk/>
            <pc:sldMk cId="1542159574" sldId="368"/>
            <ac:spMk id="6" creationId="{52BDBAC3-67AD-4A97-7850-28F18722F0B1}"/>
          </ac:spMkLst>
        </pc:spChg>
        <pc:spChg chg="mod">
          <ac:chgData name="Ero Sennin" userId="03426be40f75dd1c" providerId="LiveId" clId="{4743EB9A-81C5-4E86-85DC-6FA36D9422F2}" dt="2023-11-19T06:04:19.574" v="36" actId="20577"/>
          <ac:spMkLst>
            <pc:docMk/>
            <pc:sldMk cId="1542159574" sldId="368"/>
            <ac:spMk id="8" creationId="{6CF85C25-FECF-02E7-8B5D-63C724E2B28B}"/>
          </ac:spMkLst>
        </pc:spChg>
      </pc:sldChg>
      <pc:sldChg chg="modSp mod">
        <pc:chgData name="Ero Sennin" userId="03426be40f75dd1c" providerId="LiveId" clId="{4743EB9A-81C5-4E86-85DC-6FA36D9422F2}" dt="2023-11-19T06:04:41.059" v="39" actId="20577"/>
        <pc:sldMkLst>
          <pc:docMk/>
          <pc:sldMk cId="780176159" sldId="369"/>
        </pc:sldMkLst>
        <pc:spChg chg="mod">
          <ac:chgData name="Ero Sennin" userId="03426be40f75dd1c" providerId="LiveId" clId="{4743EB9A-81C5-4E86-85DC-6FA36D9422F2}" dt="2023-11-19T06:04:34.631" v="37"/>
          <ac:spMkLst>
            <pc:docMk/>
            <pc:sldMk cId="780176159" sldId="369"/>
            <ac:spMk id="6" creationId="{52BDBAC3-67AD-4A97-7850-28F18722F0B1}"/>
          </ac:spMkLst>
        </pc:spChg>
        <pc:spChg chg="mod">
          <ac:chgData name="Ero Sennin" userId="03426be40f75dd1c" providerId="LiveId" clId="{4743EB9A-81C5-4E86-85DC-6FA36D9422F2}" dt="2023-11-19T06:04:41.059" v="39" actId="20577"/>
          <ac:spMkLst>
            <pc:docMk/>
            <pc:sldMk cId="780176159" sldId="369"/>
            <ac:spMk id="8" creationId="{6CF85C25-FECF-02E7-8B5D-63C724E2B28B}"/>
          </ac:spMkLst>
        </pc:spChg>
      </pc:sldChg>
      <pc:sldChg chg="modSp mod">
        <pc:chgData name="Ero Sennin" userId="03426be40f75dd1c" providerId="LiveId" clId="{4743EB9A-81C5-4E86-85DC-6FA36D9422F2}" dt="2023-11-19T06:05:01.641" v="42" actId="20577"/>
        <pc:sldMkLst>
          <pc:docMk/>
          <pc:sldMk cId="4227814038" sldId="370"/>
        </pc:sldMkLst>
        <pc:spChg chg="mod">
          <ac:chgData name="Ero Sennin" userId="03426be40f75dd1c" providerId="LiveId" clId="{4743EB9A-81C5-4E86-85DC-6FA36D9422F2}" dt="2023-11-19T06:04:52.838" v="40"/>
          <ac:spMkLst>
            <pc:docMk/>
            <pc:sldMk cId="4227814038" sldId="370"/>
            <ac:spMk id="6" creationId="{52BDBAC3-67AD-4A97-7850-28F18722F0B1}"/>
          </ac:spMkLst>
        </pc:spChg>
        <pc:spChg chg="mod">
          <ac:chgData name="Ero Sennin" userId="03426be40f75dd1c" providerId="LiveId" clId="{4743EB9A-81C5-4E86-85DC-6FA36D9422F2}" dt="2023-11-19T06:05:01.641" v="42" actId="20577"/>
          <ac:spMkLst>
            <pc:docMk/>
            <pc:sldMk cId="4227814038" sldId="370"/>
            <ac:spMk id="8" creationId="{6CF85C25-FECF-02E7-8B5D-63C724E2B28B}"/>
          </ac:spMkLst>
        </pc:spChg>
      </pc:sldChg>
      <pc:sldChg chg="modSp mod">
        <pc:chgData name="Ero Sennin" userId="03426be40f75dd1c" providerId="LiveId" clId="{4743EB9A-81C5-4E86-85DC-6FA36D9422F2}" dt="2023-11-19T06:05:23.817" v="45" actId="20577"/>
        <pc:sldMkLst>
          <pc:docMk/>
          <pc:sldMk cId="3853773006" sldId="371"/>
        </pc:sldMkLst>
        <pc:spChg chg="mod">
          <ac:chgData name="Ero Sennin" userId="03426be40f75dd1c" providerId="LiveId" clId="{4743EB9A-81C5-4E86-85DC-6FA36D9422F2}" dt="2023-11-19T06:05:18.628" v="43"/>
          <ac:spMkLst>
            <pc:docMk/>
            <pc:sldMk cId="3853773006" sldId="371"/>
            <ac:spMk id="6" creationId="{52BDBAC3-67AD-4A97-7850-28F18722F0B1}"/>
          </ac:spMkLst>
        </pc:spChg>
        <pc:spChg chg="mod">
          <ac:chgData name="Ero Sennin" userId="03426be40f75dd1c" providerId="LiveId" clId="{4743EB9A-81C5-4E86-85DC-6FA36D9422F2}" dt="2023-11-19T06:05:23.817" v="45" actId="20577"/>
          <ac:spMkLst>
            <pc:docMk/>
            <pc:sldMk cId="3853773006" sldId="371"/>
            <ac:spMk id="8" creationId="{6CF85C25-FECF-02E7-8B5D-63C724E2B28B}"/>
          </ac:spMkLst>
        </pc:spChg>
      </pc:sldChg>
    </pc:docChg>
  </pc:docChgLst>
  <pc:docChgLst>
    <pc:chgData name="Ero Sennin" userId="03426be40f75dd1c" providerId="LiveId" clId="{3093827A-D0DB-452E-9EC6-1275EEBE20E6}"/>
    <pc:docChg chg="undo custSel addSld modSld">
      <pc:chgData name="Ero Sennin" userId="03426be40f75dd1c" providerId="LiveId" clId="{3093827A-D0DB-452E-9EC6-1275EEBE20E6}" dt="2023-11-19T04:11:54.073" v="81" actId="20577"/>
      <pc:docMkLst>
        <pc:docMk/>
      </pc:docMkLst>
      <pc:sldChg chg="modSp mod">
        <pc:chgData name="Ero Sennin" userId="03426be40f75dd1c" providerId="LiveId" clId="{3093827A-D0DB-452E-9EC6-1275EEBE20E6}" dt="2023-11-19T04:02:38.094" v="1"/>
        <pc:sldMkLst>
          <pc:docMk/>
          <pc:sldMk cId="0" sldId="256"/>
        </pc:sldMkLst>
        <pc:spChg chg="mod">
          <ac:chgData name="Ero Sennin" userId="03426be40f75dd1c" providerId="LiveId" clId="{3093827A-D0DB-452E-9EC6-1275EEBE20E6}" dt="2023-11-19T04:02:38.094" v="1"/>
          <ac:spMkLst>
            <pc:docMk/>
            <pc:sldMk cId="0" sldId="256"/>
            <ac:spMk id="58" creationId="{00000000-0000-0000-0000-000000000000}"/>
          </ac:spMkLst>
        </pc:spChg>
      </pc:sldChg>
      <pc:sldChg chg="modSp mod">
        <pc:chgData name="Ero Sennin" userId="03426be40f75dd1c" providerId="LiveId" clId="{3093827A-D0DB-452E-9EC6-1275EEBE20E6}" dt="2023-11-19T04:03:07.619" v="5"/>
        <pc:sldMkLst>
          <pc:docMk/>
          <pc:sldMk cId="0" sldId="258"/>
        </pc:sldMkLst>
        <pc:spChg chg="mod">
          <ac:chgData name="Ero Sennin" userId="03426be40f75dd1c" providerId="LiveId" clId="{3093827A-D0DB-452E-9EC6-1275EEBE20E6}" dt="2023-11-19T04:03:07.619" v="5"/>
          <ac:spMkLst>
            <pc:docMk/>
            <pc:sldMk cId="0" sldId="258"/>
            <ac:spMk id="72" creationId="{00000000-0000-0000-0000-000000000000}"/>
          </ac:spMkLst>
        </pc:spChg>
      </pc:sldChg>
      <pc:sldChg chg="modSp mod">
        <pc:chgData name="Ero Sennin" userId="03426be40f75dd1c" providerId="LiveId" clId="{3093827A-D0DB-452E-9EC6-1275EEBE20E6}" dt="2023-11-19T04:06:23.005" v="8" actId="20577"/>
        <pc:sldMkLst>
          <pc:docMk/>
          <pc:sldMk cId="1909956528" sldId="331"/>
        </pc:sldMkLst>
        <pc:spChg chg="mod">
          <ac:chgData name="Ero Sennin" userId="03426be40f75dd1c" providerId="LiveId" clId="{3093827A-D0DB-452E-9EC6-1275EEBE20E6}" dt="2023-11-19T04:06:13.997" v="6"/>
          <ac:spMkLst>
            <pc:docMk/>
            <pc:sldMk cId="1909956528" sldId="331"/>
            <ac:spMk id="6" creationId="{52BDBAC3-67AD-4A97-7850-28F18722F0B1}"/>
          </ac:spMkLst>
        </pc:spChg>
        <pc:spChg chg="mod">
          <ac:chgData name="Ero Sennin" userId="03426be40f75dd1c" providerId="LiveId" clId="{3093827A-D0DB-452E-9EC6-1275EEBE20E6}" dt="2023-11-19T04:06:23.005" v="8" actId="20577"/>
          <ac:spMkLst>
            <pc:docMk/>
            <pc:sldMk cId="1909956528" sldId="331"/>
            <ac:spMk id="8" creationId="{6CF85C25-FECF-02E7-8B5D-63C724E2B28B}"/>
          </ac:spMkLst>
        </pc:spChg>
      </pc:sldChg>
      <pc:sldChg chg="modSp mod">
        <pc:chgData name="Ero Sennin" userId="03426be40f75dd1c" providerId="LiveId" clId="{3093827A-D0DB-452E-9EC6-1275EEBE20E6}" dt="2023-11-19T04:07:28.749" v="15" actId="113"/>
        <pc:sldMkLst>
          <pc:docMk/>
          <pc:sldMk cId="3079585306" sldId="365"/>
        </pc:sldMkLst>
        <pc:spChg chg="mod">
          <ac:chgData name="Ero Sennin" userId="03426be40f75dd1c" providerId="LiveId" clId="{3093827A-D0DB-452E-9EC6-1275EEBE20E6}" dt="2023-11-19T04:06:55.548" v="9"/>
          <ac:spMkLst>
            <pc:docMk/>
            <pc:sldMk cId="3079585306" sldId="365"/>
            <ac:spMk id="6" creationId="{52BDBAC3-67AD-4A97-7850-28F18722F0B1}"/>
          </ac:spMkLst>
        </pc:spChg>
        <pc:spChg chg="mod">
          <ac:chgData name="Ero Sennin" userId="03426be40f75dd1c" providerId="LiveId" clId="{3093827A-D0DB-452E-9EC6-1275EEBE20E6}" dt="2023-11-19T04:07:28.749" v="15" actId="113"/>
          <ac:spMkLst>
            <pc:docMk/>
            <pc:sldMk cId="3079585306" sldId="365"/>
            <ac:spMk id="8" creationId="{6CF85C25-FECF-02E7-8B5D-63C724E2B28B}"/>
          </ac:spMkLst>
        </pc:spChg>
      </pc:sldChg>
      <pc:sldChg chg="modSp mod">
        <pc:chgData name="Ero Sennin" userId="03426be40f75dd1c" providerId="LiveId" clId="{3093827A-D0DB-452E-9EC6-1275EEBE20E6}" dt="2023-11-19T04:08:43.540" v="32" actId="1076"/>
        <pc:sldMkLst>
          <pc:docMk/>
          <pc:sldMk cId="1179856051" sldId="366"/>
        </pc:sldMkLst>
        <pc:spChg chg="mod">
          <ac:chgData name="Ero Sennin" userId="03426be40f75dd1c" providerId="LiveId" clId="{3093827A-D0DB-452E-9EC6-1275EEBE20E6}" dt="2023-11-19T04:08:19.549" v="21"/>
          <ac:spMkLst>
            <pc:docMk/>
            <pc:sldMk cId="1179856051" sldId="366"/>
            <ac:spMk id="6" creationId="{52BDBAC3-67AD-4A97-7850-28F18722F0B1}"/>
          </ac:spMkLst>
        </pc:spChg>
        <pc:spChg chg="mod">
          <ac:chgData name="Ero Sennin" userId="03426be40f75dd1c" providerId="LiveId" clId="{3093827A-D0DB-452E-9EC6-1275EEBE20E6}" dt="2023-11-19T04:08:43.540" v="32" actId="1076"/>
          <ac:spMkLst>
            <pc:docMk/>
            <pc:sldMk cId="1179856051" sldId="366"/>
            <ac:spMk id="8" creationId="{6CF85C25-FECF-02E7-8B5D-63C724E2B28B}"/>
          </ac:spMkLst>
        </pc:spChg>
      </pc:sldChg>
      <pc:sldChg chg="modSp mod">
        <pc:chgData name="Ero Sennin" userId="03426be40f75dd1c" providerId="LiveId" clId="{3093827A-D0DB-452E-9EC6-1275EEBE20E6}" dt="2023-11-19T04:09:00.316" v="37" actId="20577"/>
        <pc:sldMkLst>
          <pc:docMk/>
          <pc:sldMk cId="1166055557" sldId="367"/>
        </pc:sldMkLst>
        <pc:spChg chg="mod">
          <ac:chgData name="Ero Sennin" userId="03426be40f75dd1c" providerId="LiveId" clId="{3093827A-D0DB-452E-9EC6-1275EEBE20E6}" dt="2023-11-19T04:08:53.976" v="34"/>
          <ac:spMkLst>
            <pc:docMk/>
            <pc:sldMk cId="1166055557" sldId="367"/>
            <ac:spMk id="6" creationId="{52BDBAC3-67AD-4A97-7850-28F18722F0B1}"/>
          </ac:spMkLst>
        </pc:spChg>
        <pc:spChg chg="mod">
          <ac:chgData name="Ero Sennin" userId="03426be40f75dd1c" providerId="LiveId" clId="{3093827A-D0DB-452E-9EC6-1275EEBE20E6}" dt="2023-11-19T04:09:00.316" v="37" actId="20577"/>
          <ac:spMkLst>
            <pc:docMk/>
            <pc:sldMk cId="1166055557" sldId="367"/>
            <ac:spMk id="8" creationId="{6CF85C25-FECF-02E7-8B5D-63C724E2B28B}"/>
          </ac:spMkLst>
        </pc:spChg>
      </pc:sldChg>
      <pc:sldChg chg="modSp mod">
        <pc:chgData name="Ero Sennin" userId="03426be40f75dd1c" providerId="LiveId" clId="{3093827A-D0DB-452E-9EC6-1275EEBE20E6}" dt="2023-11-19T04:10:34.855" v="68" actId="12"/>
        <pc:sldMkLst>
          <pc:docMk/>
          <pc:sldMk cId="1542159574" sldId="368"/>
        </pc:sldMkLst>
        <pc:spChg chg="mod">
          <ac:chgData name="Ero Sennin" userId="03426be40f75dd1c" providerId="LiveId" clId="{3093827A-D0DB-452E-9EC6-1275EEBE20E6}" dt="2023-11-19T04:09:40.508" v="38"/>
          <ac:spMkLst>
            <pc:docMk/>
            <pc:sldMk cId="1542159574" sldId="368"/>
            <ac:spMk id="6" creationId="{52BDBAC3-67AD-4A97-7850-28F18722F0B1}"/>
          </ac:spMkLst>
        </pc:spChg>
        <pc:spChg chg="mod">
          <ac:chgData name="Ero Sennin" userId="03426be40f75dd1c" providerId="LiveId" clId="{3093827A-D0DB-452E-9EC6-1275EEBE20E6}" dt="2023-11-19T04:10:34.855" v="68" actId="12"/>
          <ac:spMkLst>
            <pc:docMk/>
            <pc:sldMk cId="1542159574" sldId="368"/>
            <ac:spMk id="8" creationId="{6CF85C25-FECF-02E7-8B5D-63C724E2B28B}"/>
          </ac:spMkLst>
        </pc:spChg>
      </pc:sldChg>
      <pc:sldChg chg="modSp mod">
        <pc:chgData name="Ero Sennin" userId="03426be40f75dd1c" providerId="LiveId" clId="{3093827A-D0DB-452E-9EC6-1275EEBE20E6}" dt="2023-11-19T04:10:56.833" v="72" actId="20577"/>
        <pc:sldMkLst>
          <pc:docMk/>
          <pc:sldMk cId="780176159" sldId="369"/>
        </pc:sldMkLst>
        <pc:spChg chg="mod">
          <ac:chgData name="Ero Sennin" userId="03426be40f75dd1c" providerId="LiveId" clId="{3093827A-D0DB-452E-9EC6-1275EEBE20E6}" dt="2023-11-19T04:10:49.455" v="70" actId="14100"/>
          <ac:spMkLst>
            <pc:docMk/>
            <pc:sldMk cId="780176159" sldId="369"/>
            <ac:spMk id="6" creationId="{52BDBAC3-67AD-4A97-7850-28F18722F0B1}"/>
          </ac:spMkLst>
        </pc:spChg>
        <pc:spChg chg="mod">
          <ac:chgData name="Ero Sennin" userId="03426be40f75dd1c" providerId="LiveId" clId="{3093827A-D0DB-452E-9EC6-1275EEBE20E6}" dt="2023-11-19T04:10:56.833" v="72" actId="20577"/>
          <ac:spMkLst>
            <pc:docMk/>
            <pc:sldMk cId="780176159" sldId="369"/>
            <ac:spMk id="8" creationId="{6CF85C25-FECF-02E7-8B5D-63C724E2B28B}"/>
          </ac:spMkLst>
        </pc:spChg>
      </pc:sldChg>
      <pc:sldChg chg="modSp mod">
        <pc:chgData name="Ero Sennin" userId="03426be40f75dd1c" providerId="LiveId" clId="{3093827A-D0DB-452E-9EC6-1275EEBE20E6}" dt="2023-11-19T04:11:21.014" v="75" actId="20577"/>
        <pc:sldMkLst>
          <pc:docMk/>
          <pc:sldMk cId="4227814038" sldId="370"/>
        </pc:sldMkLst>
        <pc:spChg chg="mod">
          <ac:chgData name="Ero Sennin" userId="03426be40f75dd1c" providerId="LiveId" clId="{3093827A-D0DB-452E-9EC6-1275EEBE20E6}" dt="2023-11-19T04:11:15.526" v="73"/>
          <ac:spMkLst>
            <pc:docMk/>
            <pc:sldMk cId="4227814038" sldId="370"/>
            <ac:spMk id="6" creationId="{52BDBAC3-67AD-4A97-7850-28F18722F0B1}"/>
          </ac:spMkLst>
        </pc:spChg>
        <pc:spChg chg="mod">
          <ac:chgData name="Ero Sennin" userId="03426be40f75dd1c" providerId="LiveId" clId="{3093827A-D0DB-452E-9EC6-1275EEBE20E6}" dt="2023-11-19T04:11:21.014" v="75" actId="20577"/>
          <ac:spMkLst>
            <pc:docMk/>
            <pc:sldMk cId="4227814038" sldId="370"/>
            <ac:spMk id="8" creationId="{6CF85C25-FECF-02E7-8B5D-63C724E2B28B}"/>
          </ac:spMkLst>
        </pc:spChg>
      </pc:sldChg>
      <pc:sldChg chg="modSp mod">
        <pc:chgData name="Ero Sennin" userId="03426be40f75dd1c" providerId="LiveId" clId="{3093827A-D0DB-452E-9EC6-1275EEBE20E6}" dt="2023-11-19T04:11:37.548" v="78" actId="20577"/>
        <pc:sldMkLst>
          <pc:docMk/>
          <pc:sldMk cId="3853773006" sldId="371"/>
        </pc:sldMkLst>
        <pc:spChg chg="mod">
          <ac:chgData name="Ero Sennin" userId="03426be40f75dd1c" providerId="LiveId" clId="{3093827A-D0DB-452E-9EC6-1275EEBE20E6}" dt="2023-11-19T04:11:31.807" v="76"/>
          <ac:spMkLst>
            <pc:docMk/>
            <pc:sldMk cId="3853773006" sldId="371"/>
            <ac:spMk id="6" creationId="{52BDBAC3-67AD-4A97-7850-28F18722F0B1}"/>
          </ac:spMkLst>
        </pc:spChg>
        <pc:spChg chg="mod">
          <ac:chgData name="Ero Sennin" userId="03426be40f75dd1c" providerId="LiveId" clId="{3093827A-D0DB-452E-9EC6-1275EEBE20E6}" dt="2023-11-19T04:11:37.548" v="78" actId="20577"/>
          <ac:spMkLst>
            <pc:docMk/>
            <pc:sldMk cId="3853773006" sldId="371"/>
            <ac:spMk id="8" creationId="{6CF85C25-FECF-02E7-8B5D-63C724E2B28B}"/>
          </ac:spMkLst>
        </pc:spChg>
      </pc:sldChg>
      <pc:sldChg chg="modSp mod">
        <pc:chgData name="Ero Sennin" userId="03426be40f75dd1c" providerId="LiveId" clId="{3093827A-D0DB-452E-9EC6-1275EEBE20E6}" dt="2023-11-19T04:11:54.073" v="81" actId="20577"/>
        <pc:sldMkLst>
          <pc:docMk/>
          <pc:sldMk cId="784932187" sldId="372"/>
        </pc:sldMkLst>
        <pc:spChg chg="mod">
          <ac:chgData name="Ero Sennin" userId="03426be40f75dd1c" providerId="LiveId" clId="{3093827A-D0DB-452E-9EC6-1275EEBE20E6}" dt="2023-11-19T04:11:48.138" v="79"/>
          <ac:spMkLst>
            <pc:docMk/>
            <pc:sldMk cId="784932187" sldId="372"/>
            <ac:spMk id="6" creationId="{52BDBAC3-67AD-4A97-7850-28F18722F0B1}"/>
          </ac:spMkLst>
        </pc:spChg>
        <pc:spChg chg="mod">
          <ac:chgData name="Ero Sennin" userId="03426be40f75dd1c" providerId="LiveId" clId="{3093827A-D0DB-452E-9EC6-1275EEBE20E6}" dt="2023-11-19T04:11:54.073" v="81" actId="20577"/>
          <ac:spMkLst>
            <pc:docMk/>
            <pc:sldMk cId="784932187" sldId="372"/>
            <ac:spMk id="8" creationId="{6CF85C25-FECF-02E7-8B5D-63C724E2B28B}"/>
          </ac:spMkLst>
        </pc:spChg>
      </pc:sldChg>
      <pc:sldChg chg="modSp add mod">
        <pc:chgData name="Ero Sennin" userId="03426be40f75dd1c" providerId="LiveId" clId="{3093827A-D0DB-452E-9EC6-1275EEBE20E6}" dt="2023-11-19T04:08:06.048" v="19" actId="113"/>
        <pc:sldMkLst>
          <pc:docMk/>
          <pc:sldMk cId="1960463523" sldId="373"/>
        </pc:sldMkLst>
        <pc:spChg chg="mod">
          <ac:chgData name="Ero Sennin" userId="03426be40f75dd1c" providerId="LiveId" clId="{3093827A-D0DB-452E-9EC6-1275EEBE20E6}" dt="2023-11-19T04:08:06.048" v="19" actId="113"/>
          <ac:spMkLst>
            <pc:docMk/>
            <pc:sldMk cId="1960463523" sldId="373"/>
            <ac:spMk id="8" creationId="{6CF85C25-FECF-02E7-8B5D-63C724E2B28B}"/>
          </ac:spMkLst>
        </pc:spChg>
      </pc:sldChg>
    </pc:docChg>
  </pc:docChgLst>
  <pc:docChgLst>
    <pc:chgData name="Ero Sennin" userId="03426be40f75dd1c" providerId="LiveId" clId="{7D36CE96-64D4-4C8F-B2CF-BB8C3881404E}"/>
    <pc:docChg chg="undo custSel modSld">
      <pc:chgData name="Ero Sennin" userId="03426be40f75dd1c" providerId="LiveId" clId="{7D36CE96-64D4-4C8F-B2CF-BB8C3881404E}" dt="2023-11-19T04:02:05.457" v="64" actId="20577"/>
      <pc:docMkLst>
        <pc:docMk/>
      </pc:docMkLst>
      <pc:sldChg chg="modSp mod">
        <pc:chgData name="Ero Sennin" userId="03426be40f75dd1c" providerId="LiveId" clId="{7D36CE96-64D4-4C8F-B2CF-BB8C3881404E}" dt="2023-11-19T04:02:05.457" v="64" actId="20577"/>
        <pc:sldMkLst>
          <pc:docMk/>
          <pc:sldMk cId="0" sldId="256"/>
        </pc:sldMkLst>
        <pc:spChg chg="mod">
          <ac:chgData name="Ero Sennin" userId="03426be40f75dd1c" providerId="LiveId" clId="{7D36CE96-64D4-4C8F-B2CF-BB8C3881404E}" dt="2023-11-19T04:02:05.457" v="64" actId="20577"/>
          <ac:spMkLst>
            <pc:docMk/>
            <pc:sldMk cId="0" sldId="256"/>
            <ac:spMk id="58" creationId="{00000000-0000-0000-0000-000000000000}"/>
          </ac:spMkLst>
        </pc:spChg>
      </pc:sldChg>
      <pc:sldChg chg="modSp mod">
        <pc:chgData name="Ero Sennin" userId="03426be40f75dd1c" providerId="LiveId" clId="{7D36CE96-64D4-4C8F-B2CF-BB8C3881404E}" dt="2023-11-19T03:55:13.884" v="10" actId="20577"/>
        <pc:sldMkLst>
          <pc:docMk/>
          <pc:sldMk cId="0" sldId="258"/>
        </pc:sldMkLst>
        <pc:spChg chg="mod">
          <ac:chgData name="Ero Sennin" userId="03426be40f75dd1c" providerId="LiveId" clId="{7D36CE96-64D4-4C8F-B2CF-BB8C3881404E}" dt="2023-11-19T03:55:13.884" v="10" actId="20577"/>
          <ac:spMkLst>
            <pc:docMk/>
            <pc:sldMk cId="0" sldId="258"/>
            <ac:spMk id="72" creationId="{00000000-0000-0000-0000-000000000000}"/>
          </ac:spMkLst>
        </pc:spChg>
      </pc:sldChg>
      <pc:sldChg chg="modSp mod">
        <pc:chgData name="Ero Sennin" userId="03426be40f75dd1c" providerId="LiveId" clId="{7D36CE96-64D4-4C8F-B2CF-BB8C3881404E}" dt="2023-11-19T03:56:53.480" v="14" actId="20577"/>
        <pc:sldMkLst>
          <pc:docMk/>
          <pc:sldMk cId="1909956528" sldId="331"/>
        </pc:sldMkLst>
        <pc:spChg chg="mod">
          <ac:chgData name="Ero Sennin" userId="03426be40f75dd1c" providerId="LiveId" clId="{7D36CE96-64D4-4C8F-B2CF-BB8C3881404E}" dt="2023-11-19T03:56:45.393" v="11"/>
          <ac:spMkLst>
            <pc:docMk/>
            <pc:sldMk cId="1909956528" sldId="331"/>
            <ac:spMk id="6" creationId="{52BDBAC3-67AD-4A97-7850-28F18722F0B1}"/>
          </ac:spMkLst>
        </pc:spChg>
        <pc:spChg chg="mod">
          <ac:chgData name="Ero Sennin" userId="03426be40f75dd1c" providerId="LiveId" clId="{7D36CE96-64D4-4C8F-B2CF-BB8C3881404E}" dt="2023-11-19T03:56:53.480" v="14" actId="20577"/>
          <ac:spMkLst>
            <pc:docMk/>
            <pc:sldMk cId="1909956528" sldId="331"/>
            <ac:spMk id="8" creationId="{6CF85C25-FECF-02E7-8B5D-63C724E2B28B}"/>
          </ac:spMkLst>
        </pc:spChg>
      </pc:sldChg>
      <pc:sldChg chg="modSp mod">
        <pc:chgData name="Ero Sennin" userId="03426be40f75dd1c" providerId="LiveId" clId="{7D36CE96-64D4-4C8F-B2CF-BB8C3881404E}" dt="2023-11-19T03:58:03.366" v="24" actId="113"/>
        <pc:sldMkLst>
          <pc:docMk/>
          <pc:sldMk cId="3079585306" sldId="365"/>
        </pc:sldMkLst>
        <pc:spChg chg="mod">
          <ac:chgData name="Ero Sennin" userId="03426be40f75dd1c" providerId="LiveId" clId="{7D36CE96-64D4-4C8F-B2CF-BB8C3881404E}" dt="2023-11-19T03:57:45.422" v="18" actId="14100"/>
          <ac:spMkLst>
            <pc:docMk/>
            <pc:sldMk cId="3079585306" sldId="365"/>
            <ac:spMk id="6" creationId="{52BDBAC3-67AD-4A97-7850-28F18722F0B1}"/>
          </ac:spMkLst>
        </pc:spChg>
        <pc:spChg chg="mod">
          <ac:chgData name="Ero Sennin" userId="03426be40f75dd1c" providerId="LiveId" clId="{7D36CE96-64D4-4C8F-B2CF-BB8C3881404E}" dt="2023-11-19T03:58:03.366" v="24" actId="113"/>
          <ac:spMkLst>
            <pc:docMk/>
            <pc:sldMk cId="3079585306" sldId="365"/>
            <ac:spMk id="8" creationId="{6CF85C25-FECF-02E7-8B5D-63C724E2B28B}"/>
          </ac:spMkLst>
        </pc:spChg>
      </pc:sldChg>
      <pc:sldChg chg="modSp mod">
        <pc:chgData name="Ero Sennin" userId="03426be40f75dd1c" providerId="LiveId" clId="{7D36CE96-64D4-4C8F-B2CF-BB8C3881404E}" dt="2023-11-19T03:58:38.080" v="30" actId="20577"/>
        <pc:sldMkLst>
          <pc:docMk/>
          <pc:sldMk cId="1179856051" sldId="366"/>
        </pc:sldMkLst>
        <pc:spChg chg="mod">
          <ac:chgData name="Ero Sennin" userId="03426be40f75dd1c" providerId="LiveId" clId="{7D36CE96-64D4-4C8F-B2CF-BB8C3881404E}" dt="2023-11-19T03:58:29.369" v="25"/>
          <ac:spMkLst>
            <pc:docMk/>
            <pc:sldMk cId="1179856051" sldId="366"/>
            <ac:spMk id="6" creationId="{52BDBAC3-67AD-4A97-7850-28F18722F0B1}"/>
          </ac:spMkLst>
        </pc:spChg>
        <pc:spChg chg="mod">
          <ac:chgData name="Ero Sennin" userId="03426be40f75dd1c" providerId="LiveId" clId="{7D36CE96-64D4-4C8F-B2CF-BB8C3881404E}" dt="2023-11-19T03:58:38.080" v="30" actId="20577"/>
          <ac:spMkLst>
            <pc:docMk/>
            <pc:sldMk cId="1179856051" sldId="366"/>
            <ac:spMk id="8" creationId="{6CF85C25-FECF-02E7-8B5D-63C724E2B28B}"/>
          </ac:spMkLst>
        </pc:spChg>
      </pc:sldChg>
      <pc:sldChg chg="modSp mod">
        <pc:chgData name="Ero Sennin" userId="03426be40f75dd1c" providerId="LiveId" clId="{7D36CE96-64D4-4C8F-B2CF-BB8C3881404E}" dt="2023-11-19T03:59:40.321" v="40" actId="113"/>
        <pc:sldMkLst>
          <pc:docMk/>
          <pc:sldMk cId="1166055557" sldId="367"/>
        </pc:sldMkLst>
        <pc:spChg chg="mod">
          <ac:chgData name="Ero Sennin" userId="03426be40f75dd1c" providerId="LiveId" clId="{7D36CE96-64D4-4C8F-B2CF-BB8C3881404E}" dt="2023-11-19T03:59:17.663" v="32"/>
          <ac:spMkLst>
            <pc:docMk/>
            <pc:sldMk cId="1166055557" sldId="367"/>
            <ac:spMk id="6" creationId="{52BDBAC3-67AD-4A97-7850-28F18722F0B1}"/>
          </ac:spMkLst>
        </pc:spChg>
        <pc:spChg chg="mod">
          <ac:chgData name="Ero Sennin" userId="03426be40f75dd1c" providerId="LiveId" clId="{7D36CE96-64D4-4C8F-B2CF-BB8C3881404E}" dt="2023-11-19T03:59:40.321" v="40" actId="113"/>
          <ac:spMkLst>
            <pc:docMk/>
            <pc:sldMk cId="1166055557" sldId="367"/>
            <ac:spMk id="8" creationId="{6CF85C25-FECF-02E7-8B5D-63C724E2B28B}"/>
          </ac:spMkLst>
        </pc:spChg>
      </pc:sldChg>
      <pc:sldChg chg="modSp mod">
        <pc:chgData name="Ero Sennin" userId="03426be40f75dd1c" providerId="LiveId" clId="{7D36CE96-64D4-4C8F-B2CF-BB8C3881404E}" dt="2023-11-19T04:00:00.692" v="45" actId="20577"/>
        <pc:sldMkLst>
          <pc:docMk/>
          <pc:sldMk cId="1542159574" sldId="368"/>
        </pc:sldMkLst>
        <pc:spChg chg="mod">
          <ac:chgData name="Ero Sennin" userId="03426be40f75dd1c" providerId="LiveId" clId="{7D36CE96-64D4-4C8F-B2CF-BB8C3881404E}" dt="2023-11-19T03:59:54.565" v="42"/>
          <ac:spMkLst>
            <pc:docMk/>
            <pc:sldMk cId="1542159574" sldId="368"/>
            <ac:spMk id="6" creationId="{52BDBAC3-67AD-4A97-7850-28F18722F0B1}"/>
          </ac:spMkLst>
        </pc:spChg>
        <pc:spChg chg="mod">
          <ac:chgData name="Ero Sennin" userId="03426be40f75dd1c" providerId="LiveId" clId="{7D36CE96-64D4-4C8F-B2CF-BB8C3881404E}" dt="2023-11-19T04:00:00.692" v="45" actId="20577"/>
          <ac:spMkLst>
            <pc:docMk/>
            <pc:sldMk cId="1542159574" sldId="368"/>
            <ac:spMk id="8" creationId="{6CF85C25-FECF-02E7-8B5D-63C724E2B28B}"/>
          </ac:spMkLst>
        </pc:spChg>
      </pc:sldChg>
      <pc:sldChg chg="modSp mod">
        <pc:chgData name="Ero Sennin" userId="03426be40f75dd1c" providerId="LiveId" clId="{7D36CE96-64D4-4C8F-B2CF-BB8C3881404E}" dt="2023-11-19T04:00:22.135" v="52" actId="20577"/>
        <pc:sldMkLst>
          <pc:docMk/>
          <pc:sldMk cId="780176159" sldId="369"/>
        </pc:sldMkLst>
        <pc:spChg chg="mod">
          <ac:chgData name="Ero Sennin" userId="03426be40f75dd1c" providerId="LiveId" clId="{7D36CE96-64D4-4C8F-B2CF-BB8C3881404E}" dt="2023-11-19T04:00:13.926" v="47"/>
          <ac:spMkLst>
            <pc:docMk/>
            <pc:sldMk cId="780176159" sldId="369"/>
            <ac:spMk id="6" creationId="{52BDBAC3-67AD-4A97-7850-28F18722F0B1}"/>
          </ac:spMkLst>
        </pc:spChg>
        <pc:spChg chg="mod">
          <ac:chgData name="Ero Sennin" userId="03426be40f75dd1c" providerId="LiveId" clId="{7D36CE96-64D4-4C8F-B2CF-BB8C3881404E}" dt="2023-11-19T04:00:22.135" v="52" actId="20577"/>
          <ac:spMkLst>
            <pc:docMk/>
            <pc:sldMk cId="780176159" sldId="369"/>
            <ac:spMk id="8" creationId="{6CF85C25-FECF-02E7-8B5D-63C724E2B28B}"/>
          </ac:spMkLst>
        </pc:spChg>
      </pc:sldChg>
      <pc:sldChg chg="modSp mod">
        <pc:chgData name="Ero Sennin" userId="03426be40f75dd1c" providerId="LiveId" clId="{7D36CE96-64D4-4C8F-B2CF-BB8C3881404E}" dt="2023-11-19T04:00:50.040" v="56" actId="20577"/>
        <pc:sldMkLst>
          <pc:docMk/>
          <pc:sldMk cId="4227814038" sldId="370"/>
        </pc:sldMkLst>
        <pc:spChg chg="mod">
          <ac:chgData name="Ero Sennin" userId="03426be40f75dd1c" providerId="LiveId" clId="{7D36CE96-64D4-4C8F-B2CF-BB8C3881404E}" dt="2023-11-19T04:00:44.045" v="54"/>
          <ac:spMkLst>
            <pc:docMk/>
            <pc:sldMk cId="4227814038" sldId="370"/>
            <ac:spMk id="6" creationId="{52BDBAC3-67AD-4A97-7850-28F18722F0B1}"/>
          </ac:spMkLst>
        </pc:spChg>
        <pc:spChg chg="mod">
          <ac:chgData name="Ero Sennin" userId="03426be40f75dd1c" providerId="LiveId" clId="{7D36CE96-64D4-4C8F-B2CF-BB8C3881404E}" dt="2023-11-19T04:00:50.040" v="56" actId="20577"/>
          <ac:spMkLst>
            <pc:docMk/>
            <pc:sldMk cId="4227814038" sldId="370"/>
            <ac:spMk id="8" creationId="{6CF85C25-FECF-02E7-8B5D-63C724E2B28B}"/>
          </ac:spMkLst>
        </pc:spChg>
      </pc:sldChg>
      <pc:sldChg chg="modSp mod">
        <pc:chgData name="Ero Sennin" userId="03426be40f75dd1c" providerId="LiveId" clId="{7D36CE96-64D4-4C8F-B2CF-BB8C3881404E}" dt="2023-11-19T04:01:11.037" v="59" actId="20577"/>
        <pc:sldMkLst>
          <pc:docMk/>
          <pc:sldMk cId="3853773006" sldId="371"/>
        </pc:sldMkLst>
        <pc:spChg chg="mod">
          <ac:chgData name="Ero Sennin" userId="03426be40f75dd1c" providerId="LiveId" clId="{7D36CE96-64D4-4C8F-B2CF-BB8C3881404E}" dt="2023-11-19T04:01:01.908" v="57"/>
          <ac:spMkLst>
            <pc:docMk/>
            <pc:sldMk cId="3853773006" sldId="371"/>
            <ac:spMk id="6" creationId="{52BDBAC3-67AD-4A97-7850-28F18722F0B1}"/>
          </ac:spMkLst>
        </pc:spChg>
        <pc:spChg chg="mod">
          <ac:chgData name="Ero Sennin" userId="03426be40f75dd1c" providerId="LiveId" clId="{7D36CE96-64D4-4C8F-B2CF-BB8C3881404E}" dt="2023-11-19T04:01:11.037" v="59" actId="20577"/>
          <ac:spMkLst>
            <pc:docMk/>
            <pc:sldMk cId="3853773006" sldId="371"/>
            <ac:spMk id="8" creationId="{6CF85C25-FECF-02E7-8B5D-63C724E2B28B}"/>
          </ac:spMkLst>
        </pc:spChg>
      </pc:sldChg>
      <pc:sldChg chg="modSp mod">
        <pc:chgData name="Ero Sennin" userId="03426be40f75dd1c" providerId="LiveId" clId="{7D36CE96-64D4-4C8F-B2CF-BB8C3881404E}" dt="2023-11-19T04:01:37.356" v="63" actId="20577"/>
        <pc:sldMkLst>
          <pc:docMk/>
          <pc:sldMk cId="784932187" sldId="372"/>
        </pc:sldMkLst>
        <pc:spChg chg="mod">
          <ac:chgData name="Ero Sennin" userId="03426be40f75dd1c" providerId="LiveId" clId="{7D36CE96-64D4-4C8F-B2CF-BB8C3881404E}" dt="2023-11-19T04:01:28.410" v="61"/>
          <ac:spMkLst>
            <pc:docMk/>
            <pc:sldMk cId="784932187" sldId="372"/>
            <ac:spMk id="6" creationId="{52BDBAC3-67AD-4A97-7850-28F18722F0B1}"/>
          </ac:spMkLst>
        </pc:spChg>
        <pc:spChg chg="mod">
          <ac:chgData name="Ero Sennin" userId="03426be40f75dd1c" providerId="LiveId" clId="{7D36CE96-64D4-4C8F-B2CF-BB8C3881404E}" dt="2023-11-19T04:01:37.356" v="63" actId="20577"/>
          <ac:spMkLst>
            <pc:docMk/>
            <pc:sldMk cId="784932187" sldId="372"/>
            <ac:spMk id="8" creationId="{6CF85C25-FECF-02E7-8B5D-63C724E2B28B}"/>
          </ac:spMkLst>
        </pc:spChg>
      </pc:sldChg>
    </pc:docChg>
  </pc:docChgLst>
  <pc:docChgLst>
    <pc:chgData name="Ero Sennin" userId="03426be40f75dd1c" providerId="LiveId" clId="{9DA10245-FAD5-46E9-ADF3-99D8F5A684A8}"/>
    <pc:docChg chg="delSld modSld">
      <pc:chgData name="Ero Sennin" userId="03426be40f75dd1c" providerId="LiveId" clId="{9DA10245-FAD5-46E9-ADF3-99D8F5A684A8}" dt="2023-11-19T05:52:33.727" v="47" actId="20577"/>
      <pc:docMkLst>
        <pc:docMk/>
      </pc:docMkLst>
      <pc:sldChg chg="modSp mod">
        <pc:chgData name="Ero Sennin" userId="03426be40f75dd1c" providerId="LiveId" clId="{9DA10245-FAD5-46E9-ADF3-99D8F5A684A8}" dt="2023-11-19T05:33:55.614" v="1"/>
        <pc:sldMkLst>
          <pc:docMk/>
          <pc:sldMk cId="0" sldId="256"/>
        </pc:sldMkLst>
        <pc:spChg chg="mod">
          <ac:chgData name="Ero Sennin" userId="03426be40f75dd1c" providerId="LiveId" clId="{9DA10245-FAD5-46E9-ADF3-99D8F5A684A8}" dt="2023-11-19T05:33:55.614" v="1"/>
          <ac:spMkLst>
            <pc:docMk/>
            <pc:sldMk cId="0" sldId="256"/>
            <ac:spMk id="58" creationId="{00000000-0000-0000-0000-000000000000}"/>
          </ac:spMkLst>
        </pc:spChg>
      </pc:sldChg>
      <pc:sldChg chg="modSp mod">
        <pc:chgData name="Ero Sennin" userId="03426be40f75dd1c" providerId="LiveId" clId="{9DA10245-FAD5-46E9-ADF3-99D8F5A684A8}" dt="2023-11-19T05:34:13.710" v="5"/>
        <pc:sldMkLst>
          <pc:docMk/>
          <pc:sldMk cId="0" sldId="258"/>
        </pc:sldMkLst>
        <pc:spChg chg="mod">
          <ac:chgData name="Ero Sennin" userId="03426be40f75dd1c" providerId="LiveId" clId="{9DA10245-FAD5-46E9-ADF3-99D8F5A684A8}" dt="2023-11-19T05:34:13.710" v="5"/>
          <ac:spMkLst>
            <pc:docMk/>
            <pc:sldMk cId="0" sldId="258"/>
            <ac:spMk id="72" creationId="{00000000-0000-0000-0000-000000000000}"/>
          </ac:spMkLst>
        </pc:spChg>
      </pc:sldChg>
      <pc:sldChg chg="modSp mod">
        <pc:chgData name="Ero Sennin" userId="03426be40f75dd1c" providerId="LiveId" clId="{9DA10245-FAD5-46E9-ADF3-99D8F5A684A8}" dt="2023-11-19T05:48:28.206" v="9" actId="20577"/>
        <pc:sldMkLst>
          <pc:docMk/>
          <pc:sldMk cId="1909956528" sldId="331"/>
        </pc:sldMkLst>
        <pc:spChg chg="mod">
          <ac:chgData name="Ero Sennin" userId="03426be40f75dd1c" providerId="LiveId" clId="{9DA10245-FAD5-46E9-ADF3-99D8F5A684A8}" dt="2023-11-19T05:48:21.937" v="7" actId="20577"/>
          <ac:spMkLst>
            <pc:docMk/>
            <pc:sldMk cId="1909956528" sldId="331"/>
            <ac:spMk id="6" creationId="{52BDBAC3-67AD-4A97-7850-28F18722F0B1}"/>
          </ac:spMkLst>
        </pc:spChg>
        <pc:spChg chg="mod">
          <ac:chgData name="Ero Sennin" userId="03426be40f75dd1c" providerId="LiveId" clId="{9DA10245-FAD5-46E9-ADF3-99D8F5A684A8}" dt="2023-11-19T05:48:28.206" v="9" actId="20577"/>
          <ac:spMkLst>
            <pc:docMk/>
            <pc:sldMk cId="1909956528" sldId="331"/>
            <ac:spMk id="8" creationId="{6CF85C25-FECF-02E7-8B5D-63C724E2B28B}"/>
          </ac:spMkLst>
        </pc:spChg>
      </pc:sldChg>
      <pc:sldChg chg="modSp mod">
        <pc:chgData name="Ero Sennin" userId="03426be40f75dd1c" providerId="LiveId" clId="{9DA10245-FAD5-46E9-ADF3-99D8F5A684A8}" dt="2023-11-19T05:49:00.560" v="19" actId="113"/>
        <pc:sldMkLst>
          <pc:docMk/>
          <pc:sldMk cId="3079585306" sldId="365"/>
        </pc:sldMkLst>
        <pc:spChg chg="mod">
          <ac:chgData name="Ero Sennin" userId="03426be40f75dd1c" providerId="LiveId" clId="{9DA10245-FAD5-46E9-ADF3-99D8F5A684A8}" dt="2023-11-19T05:48:40.560" v="11" actId="20577"/>
          <ac:spMkLst>
            <pc:docMk/>
            <pc:sldMk cId="3079585306" sldId="365"/>
            <ac:spMk id="6" creationId="{52BDBAC3-67AD-4A97-7850-28F18722F0B1}"/>
          </ac:spMkLst>
        </pc:spChg>
        <pc:spChg chg="mod">
          <ac:chgData name="Ero Sennin" userId="03426be40f75dd1c" providerId="LiveId" clId="{9DA10245-FAD5-46E9-ADF3-99D8F5A684A8}" dt="2023-11-19T05:49:00.560" v="19" actId="113"/>
          <ac:spMkLst>
            <pc:docMk/>
            <pc:sldMk cId="3079585306" sldId="365"/>
            <ac:spMk id="8" creationId="{6CF85C25-FECF-02E7-8B5D-63C724E2B28B}"/>
          </ac:spMkLst>
        </pc:spChg>
      </pc:sldChg>
      <pc:sldChg chg="addSp modSp mod">
        <pc:chgData name="Ero Sennin" userId="03426be40f75dd1c" providerId="LiveId" clId="{9DA10245-FAD5-46E9-ADF3-99D8F5A684A8}" dt="2023-11-19T05:50:40.107" v="32" actId="1076"/>
        <pc:sldMkLst>
          <pc:docMk/>
          <pc:sldMk cId="1179856051" sldId="366"/>
        </pc:sldMkLst>
        <pc:spChg chg="add mod">
          <ac:chgData name="Ero Sennin" userId="03426be40f75dd1c" providerId="LiveId" clId="{9DA10245-FAD5-46E9-ADF3-99D8F5A684A8}" dt="2023-11-19T05:50:35.959" v="31" actId="571"/>
          <ac:spMkLst>
            <pc:docMk/>
            <pc:sldMk cId="1179856051" sldId="366"/>
            <ac:spMk id="2" creationId="{A832B778-FEAC-6C61-FA70-42DCB7BD2241}"/>
          </ac:spMkLst>
        </pc:spChg>
        <pc:spChg chg="mod">
          <ac:chgData name="Ero Sennin" userId="03426be40f75dd1c" providerId="LiveId" clId="{9DA10245-FAD5-46E9-ADF3-99D8F5A684A8}" dt="2023-11-19T05:49:56.485" v="22" actId="20577"/>
          <ac:spMkLst>
            <pc:docMk/>
            <pc:sldMk cId="1179856051" sldId="366"/>
            <ac:spMk id="6" creationId="{52BDBAC3-67AD-4A97-7850-28F18722F0B1}"/>
          </ac:spMkLst>
        </pc:spChg>
        <pc:spChg chg="mod">
          <ac:chgData name="Ero Sennin" userId="03426be40f75dd1c" providerId="LiveId" clId="{9DA10245-FAD5-46E9-ADF3-99D8F5A684A8}" dt="2023-11-19T05:50:40.107" v="32" actId="1076"/>
          <ac:spMkLst>
            <pc:docMk/>
            <pc:sldMk cId="1179856051" sldId="366"/>
            <ac:spMk id="8" creationId="{6CF85C25-FECF-02E7-8B5D-63C724E2B28B}"/>
          </ac:spMkLst>
        </pc:spChg>
      </pc:sldChg>
      <pc:sldChg chg="modSp mod">
        <pc:chgData name="Ero Sennin" userId="03426be40f75dd1c" providerId="LiveId" clId="{9DA10245-FAD5-46E9-ADF3-99D8F5A684A8}" dt="2023-11-19T05:51:12.306" v="35" actId="20577"/>
        <pc:sldMkLst>
          <pc:docMk/>
          <pc:sldMk cId="1166055557" sldId="367"/>
        </pc:sldMkLst>
        <pc:spChg chg="mod">
          <ac:chgData name="Ero Sennin" userId="03426be40f75dd1c" providerId="LiveId" clId="{9DA10245-FAD5-46E9-ADF3-99D8F5A684A8}" dt="2023-11-19T05:51:04.753" v="33"/>
          <ac:spMkLst>
            <pc:docMk/>
            <pc:sldMk cId="1166055557" sldId="367"/>
            <ac:spMk id="6" creationId="{52BDBAC3-67AD-4A97-7850-28F18722F0B1}"/>
          </ac:spMkLst>
        </pc:spChg>
        <pc:spChg chg="mod">
          <ac:chgData name="Ero Sennin" userId="03426be40f75dd1c" providerId="LiveId" clId="{9DA10245-FAD5-46E9-ADF3-99D8F5A684A8}" dt="2023-11-19T05:51:12.306" v="35" actId="20577"/>
          <ac:spMkLst>
            <pc:docMk/>
            <pc:sldMk cId="1166055557" sldId="367"/>
            <ac:spMk id="8" creationId="{6CF85C25-FECF-02E7-8B5D-63C724E2B28B}"/>
          </ac:spMkLst>
        </pc:spChg>
      </pc:sldChg>
      <pc:sldChg chg="modSp mod">
        <pc:chgData name="Ero Sennin" userId="03426be40f75dd1c" providerId="LiveId" clId="{9DA10245-FAD5-46E9-ADF3-99D8F5A684A8}" dt="2023-11-19T05:51:43.389" v="38" actId="20577"/>
        <pc:sldMkLst>
          <pc:docMk/>
          <pc:sldMk cId="1542159574" sldId="368"/>
        </pc:sldMkLst>
        <pc:spChg chg="mod">
          <ac:chgData name="Ero Sennin" userId="03426be40f75dd1c" providerId="LiveId" clId="{9DA10245-FAD5-46E9-ADF3-99D8F5A684A8}" dt="2023-11-19T05:51:37.047" v="36"/>
          <ac:spMkLst>
            <pc:docMk/>
            <pc:sldMk cId="1542159574" sldId="368"/>
            <ac:spMk id="6" creationId="{52BDBAC3-67AD-4A97-7850-28F18722F0B1}"/>
          </ac:spMkLst>
        </pc:spChg>
        <pc:spChg chg="mod">
          <ac:chgData name="Ero Sennin" userId="03426be40f75dd1c" providerId="LiveId" clId="{9DA10245-FAD5-46E9-ADF3-99D8F5A684A8}" dt="2023-11-19T05:51:43.389" v="38" actId="20577"/>
          <ac:spMkLst>
            <pc:docMk/>
            <pc:sldMk cId="1542159574" sldId="368"/>
            <ac:spMk id="8" creationId="{6CF85C25-FECF-02E7-8B5D-63C724E2B28B}"/>
          </ac:spMkLst>
        </pc:spChg>
      </pc:sldChg>
      <pc:sldChg chg="modSp mod">
        <pc:chgData name="Ero Sennin" userId="03426be40f75dd1c" providerId="LiveId" clId="{9DA10245-FAD5-46E9-ADF3-99D8F5A684A8}" dt="2023-11-19T05:52:03.396" v="41" actId="20577"/>
        <pc:sldMkLst>
          <pc:docMk/>
          <pc:sldMk cId="780176159" sldId="369"/>
        </pc:sldMkLst>
        <pc:spChg chg="mod">
          <ac:chgData name="Ero Sennin" userId="03426be40f75dd1c" providerId="LiveId" clId="{9DA10245-FAD5-46E9-ADF3-99D8F5A684A8}" dt="2023-11-19T05:51:57.683" v="39"/>
          <ac:spMkLst>
            <pc:docMk/>
            <pc:sldMk cId="780176159" sldId="369"/>
            <ac:spMk id="6" creationId="{52BDBAC3-67AD-4A97-7850-28F18722F0B1}"/>
          </ac:spMkLst>
        </pc:spChg>
        <pc:spChg chg="mod">
          <ac:chgData name="Ero Sennin" userId="03426be40f75dd1c" providerId="LiveId" clId="{9DA10245-FAD5-46E9-ADF3-99D8F5A684A8}" dt="2023-11-19T05:52:03.396" v="41" actId="20577"/>
          <ac:spMkLst>
            <pc:docMk/>
            <pc:sldMk cId="780176159" sldId="369"/>
            <ac:spMk id="8" creationId="{6CF85C25-FECF-02E7-8B5D-63C724E2B28B}"/>
          </ac:spMkLst>
        </pc:spChg>
      </pc:sldChg>
      <pc:sldChg chg="modSp mod">
        <pc:chgData name="Ero Sennin" userId="03426be40f75dd1c" providerId="LiveId" clId="{9DA10245-FAD5-46E9-ADF3-99D8F5A684A8}" dt="2023-11-19T05:52:17.423" v="44" actId="20577"/>
        <pc:sldMkLst>
          <pc:docMk/>
          <pc:sldMk cId="4227814038" sldId="370"/>
        </pc:sldMkLst>
        <pc:spChg chg="mod">
          <ac:chgData name="Ero Sennin" userId="03426be40f75dd1c" providerId="LiveId" clId="{9DA10245-FAD5-46E9-ADF3-99D8F5A684A8}" dt="2023-11-19T05:52:11.937" v="42"/>
          <ac:spMkLst>
            <pc:docMk/>
            <pc:sldMk cId="4227814038" sldId="370"/>
            <ac:spMk id="6" creationId="{52BDBAC3-67AD-4A97-7850-28F18722F0B1}"/>
          </ac:spMkLst>
        </pc:spChg>
        <pc:spChg chg="mod">
          <ac:chgData name="Ero Sennin" userId="03426be40f75dd1c" providerId="LiveId" clId="{9DA10245-FAD5-46E9-ADF3-99D8F5A684A8}" dt="2023-11-19T05:52:17.423" v="44" actId="20577"/>
          <ac:spMkLst>
            <pc:docMk/>
            <pc:sldMk cId="4227814038" sldId="370"/>
            <ac:spMk id="8" creationId="{6CF85C25-FECF-02E7-8B5D-63C724E2B28B}"/>
          </ac:spMkLst>
        </pc:spChg>
      </pc:sldChg>
      <pc:sldChg chg="modSp mod">
        <pc:chgData name="Ero Sennin" userId="03426be40f75dd1c" providerId="LiveId" clId="{9DA10245-FAD5-46E9-ADF3-99D8F5A684A8}" dt="2023-11-19T05:52:33.727" v="47" actId="20577"/>
        <pc:sldMkLst>
          <pc:docMk/>
          <pc:sldMk cId="3853773006" sldId="371"/>
        </pc:sldMkLst>
        <pc:spChg chg="mod">
          <ac:chgData name="Ero Sennin" userId="03426be40f75dd1c" providerId="LiveId" clId="{9DA10245-FAD5-46E9-ADF3-99D8F5A684A8}" dt="2023-11-19T05:52:27.325" v="45"/>
          <ac:spMkLst>
            <pc:docMk/>
            <pc:sldMk cId="3853773006" sldId="371"/>
            <ac:spMk id="6" creationId="{52BDBAC3-67AD-4A97-7850-28F18722F0B1}"/>
          </ac:spMkLst>
        </pc:spChg>
        <pc:spChg chg="mod">
          <ac:chgData name="Ero Sennin" userId="03426be40f75dd1c" providerId="LiveId" clId="{9DA10245-FAD5-46E9-ADF3-99D8F5A684A8}" dt="2023-11-19T05:52:33.727" v="47" actId="20577"/>
          <ac:spMkLst>
            <pc:docMk/>
            <pc:sldMk cId="3853773006" sldId="371"/>
            <ac:spMk id="8" creationId="{6CF85C25-FECF-02E7-8B5D-63C724E2B28B}"/>
          </ac:spMkLst>
        </pc:spChg>
      </pc:sldChg>
      <pc:sldChg chg="del">
        <pc:chgData name="Ero Sennin" userId="03426be40f75dd1c" providerId="LiveId" clId="{9DA10245-FAD5-46E9-ADF3-99D8F5A684A8}" dt="2023-11-19T05:49:50.346" v="20" actId="47"/>
        <pc:sldMkLst>
          <pc:docMk/>
          <pc:sldMk cId="1960463523" sldId="37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1pPr>
            <a:lvl2pPr marL="914400" marR="0" lvl="1"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2pPr>
            <a:lvl3pPr marL="1371600" marR="0" lvl="2"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3pPr>
            <a:lvl4pPr marL="1828800" marR="0" lvl="3"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4pPr>
            <a:lvl5pPr marL="2286000" marR="0" lvl="4"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5pPr>
            <a:lvl6pPr marL="2743200" marR="0" lvl="5"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6pPr>
            <a:lvl7pPr marL="3200400" marR="0" lvl="6"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7pPr>
            <a:lvl8pPr marL="3657600" marR="0" lvl="7"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8pPr>
            <a:lvl9pPr marL="4114800" marR="0" lvl="8"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
        <p:nvSpPr>
          <p:cNvPr id="55" name="Google Shape;55;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
        <p:nvSpPr>
          <p:cNvPr id="67" name="Google Shape;67;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mp; Subtitle" type="title">
  <p:cSld name="TITLE">
    <p:spTree>
      <p:nvGrpSpPr>
        <p:cNvPr id="1" name="Shape 9"/>
        <p:cNvGrpSpPr/>
        <p:nvPr/>
      </p:nvGrpSpPr>
      <p:grpSpPr>
        <a:xfrm>
          <a:off x="0" y="0"/>
          <a:ext cx="0" cy="0"/>
          <a:chOff x="0" y="0"/>
          <a:chExt cx="0" cy="0"/>
        </a:xfrm>
      </p:grpSpPr>
      <p:sp>
        <p:nvSpPr>
          <p:cNvPr id="10" name="Google Shape;10;p72"/>
          <p:cNvSpPr txBox="1">
            <a:spLocks noGrp="1"/>
          </p:cNvSpPr>
          <p:nvPr>
            <p:ph type="title"/>
          </p:nvPr>
        </p:nvSpPr>
        <p:spPr>
          <a:xfrm>
            <a:off x="1270000" y="1638300"/>
            <a:ext cx="10464800" cy="3302000"/>
          </a:xfrm>
          <a:prstGeom prst="rect">
            <a:avLst/>
          </a:prstGeom>
          <a:noFill/>
          <a:ln>
            <a:noFill/>
          </a:ln>
        </p:spPr>
        <p:txBody>
          <a:bodyPr spcFirstLastPara="1" wrap="square" lIns="50800" tIns="50800" rIns="50800" bIns="50800" anchor="b"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1" name="Google Shape;11;p72"/>
          <p:cNvSpPr txBox="1">
            <a:spLocks noGrp="1"/>
          </p:cNvSpPr>
          <p:nvPr>
            <p:ph type="body" idx="1"/>
          </p:nvPr>
        </p:nvSpPr>
        <p:spPr>
          <a:xfrm>
            <a:off x="1270000" y="5029200"/>
            <a:ext cx="10464800" cy="1130300"/>
          </a:xfrm>
          <a:prstGeom prst="rect">
            <a:avLst/>
          </a:prstGeom>
          <a:noFill/>
          <a:ln>
            <a:noFill/>
          </a:ln>
        </p:spPr>
        <p:txBody>
          <a:bodyPr spcFirstLastPara="1" wrap="square" lIns="50800" tIns="50800" rIns="50800" bIns="50800" anchor="t" anchorCtr="0">
            <a:normAutofit/>
          </a:bodyPr>
          <a:lstStyle>
            <a:lvl1pPr marL="457200" lvl="0" indent="-228600" algn="ctr">
              <a:lnSpc>
                <a:spcPct val="100000"/>
              </a:lnSpc>
              <a:spcBef>
                <a:spcPts val="0"/>
              </a:spcBef>
              <a:spcAft>
                <a:spcPts val="0"/>
              </a:spcAft>
              <a:buClr>
                <a:srgbClr val="000000"/>
              </a:buClr>
              <a:buSzPts val="3200"/>
              <a:buFont typeface="Helvetica Neue Light"/>
              <a:buNone/>
              <a:defRPr sz="3200"/>
            </a:lvl1pPr>
            <a:lvl2pPr marL="914400" lvl="1" indent="-228600" algn="ctr">
              <a:lnSpc>
                <a:spcPct val="100000"/>
              </a:lnSpc>
              <a:spcBef>
                <a:spcPts val="0"/>
              </a:spcBef>
              <a:spcAft>
                <a:spcPts val="0"/>
              </a:spcAft>
              <a:buClr>
                <a:srgbClr val="000000"/>
              </a:buClr>
              <a:buSzPts val="3200"/>
              <a:buFont typeface="Helvetica Neue Light"/>
              <a:buNone/>
              <a:defRPr sz="3200"/>
            </a:lvl2pPr>
            <a:lvl3pPr marL="1371600" lvl="2" indent="-228600" algn="ctr">
              <a:lnSpc>
                <a:spcPct val="100000"/>
              </a:lnSpc>
              <a:spcBef>
                <a:spcPts val="0"/>
              </a:spcBef>
              <a:spcAft>
                <a:spcPts val="0"/>
              </a:spcAft>
              <a:buClr>
                <a:srgbClr val="000000"/>
              </a:buClr>
              <a:buSzPts val="3200"/>
              <a:buFont typeface="Helvetica Neue Light"/>
              <a:buNone/>
              <a:defRPr sz="3200"/>
            </a:lvl3pPr>
            <a:lvl4pPr marL="1828800" lvl="3" indent="-228600" algn="ctr">
              <a:lnSpc>
                <a:spcPct val="100000"/>
              </a:lnSpc>
              <a:spcBef>
                <a:spcPts val="0"/>
              </a:spcBef>
              <a:spcAft>
                <a:spcPts val="0"/>
              </a:spcAft>
              <a:buClr>
                <a:srgbClr val="000000"/>
              </a:buClr>
              <a:buSzPts val="3200"/>
              <a:buFont typeface="Helvetica Neue Light"/>
              <a:buNone/>
              <a:defRPr sz="3200"/>
            </a:lvl4pPr>
            <a:lvl5pPr marL="2286000" lvl="4" indent="-228600" algn="ctr">
              <a:lnSpc>
                <a:spcPct val="100000"/>
              </a:lnSpc>
              <a:spcBef>
                <a:spcPts val="0"/>
              </a:spcBef>
              <a:spcAft>
                <a:spcPts val="0"/>
              </a:spcAft>
              <a:buClr>
                <a:srgbClr val="000000"/>
              </a:buClr>
              <a:buSzPts val="3200"/>
              <a:buFont typeface="Helvetica Neue Light"/>
              <a:buNone/>
              <a:defRPr sz="3200"/>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12" name="Google Shape;12;p72"/>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Photo - Horizontal" type="tx">
  <p:cSld name="TITLE_AND_BODY">
    <p:spTree>
      <p:nvGrpSpPr>
        <p:cNvPr id="1" name="Shape 13"/>
        <p:cNvGrpSpPr/>
        <p:nvPr/>
      </p:nvGrpSpPr>
      <p:grpSpPr>
        <a:xfrm>
          <a:off x="0" y="0"/>
          <a:ext cx="0" cy="0"/>
          <a:chOff x="0" y="0"/>
          <a:chExt cx="0" cy="0"/>
        </a:xfrm>
      </p:grpSpPr>
      <p:sp>
        <p:nvSpPr>
          <p:cNvPr id="14" name="Google Shape;14;p73"/>
          <p:cNvSpPr>
            <a:spLocks noGrp="1"/>
          </p:cNvSpPr>
          <p:nvPr>
            <p:ph type="pic" idx="2"/>
          </p:nvPr>
        </p:nvSpPr>
        <p:spPr>
          <a:xfrm>
            <a:off x="1606550" y="635000"/>
            <a:ext cx="9779000" cy="5918200"/>
          </a:xfrm>
          <a:prstGeom prst="rect">
            <a:avLst/>
          </a:prstGeom>
          <a:noFill/>
          <a:ln>
            <a:noFill/>
          </a:ln>
        </p:spPr>
      </p:sp>
      <p:sp>
        <p:nvSpPr>
          <p:cNvPr id="15" name="Google Shape;15;p73"/>
          <p:cNvSpPr txBox="1">
            <a:spLocks noGrp="1"/>
          </p:cNvSpPr>
          <p:nvPr>
            <p:ph type="title"/>
          </p:nvPr>
        </p:nvSpPr>
        <p:spPr>
          <a:xfrm>
            <a:off x="1270000" y="6718300"/>
            <a:ext cx="10464800" cy="1422400"/>
          </a:xfrm>
          <a:prstGeom prst="rect">
            <a:avLst/>
          </a:prstGeom>
          <a:noFill/>
          <a:ln>
            <a:noFill/>
          </a:ln>
        </p:spPr>
        <p:txBody>
          <a:bodyPr spcFirstLastPara="1" wrap="square" lIns="50800" tIns="50800" rIns="50800" bIns="50800" anchor="b"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6" name="Google Shape;16;p73"/>
          <p:cNvSpPr txBox="1">
            <a:spLocks noGrp="1"/>
          </p:cNvSpPr>
          <p:nvPr>
            <p:ph type="body" idx="1"/>
          </p:nvPr>
        </p:nvSpPr>
        <p:spPr>
          <a:xfrm>
            <a:off x="1270000" y="8191500"/>
            <a:ext cx="10464800" cy="1130300"/>
          </a:xfrm>
          <a:prstGeom prst="rect">
            <a:avLst/>
          </a:prstGeom>
          <a:noFill/>
          <a:ln>
            <a:noFill/>
          </a:ln>
        </p:spPr>
        <p:txBody>
          <a:bodyPr spcFirstLastPara="1" wrap="square" lIns="50800" tIns="50800" rIns="50800" bIns="50800" anchor="t" anchorCtr="0">
            <a:normAutofit/>
          </a:bodyPr>
          <a:lstStyle>
            <a:lvl1pPr marL="457200" lvl="0" indent="-228600" algn="ctr">
              <a:lnSpc>
                <a:spcPct val="100000"/>
              </a:lnSpc>
              <a:spcBef>
                <a:spcPts val="0"/>
              </a:spcBef>
              <a:spcAft>
                <a:spcPts val="0"/>
              </a:spcAft>
              <a:buClr>
                <a:srgbClr val="000000"/>
              </a:buClr>
              <a:buSzPts val="3200"/>
              <a:buFont typeface="Helvetica Neue Light"/>
              <a:buNone/>
              <a:defRPr sz="3200"/>
            </a:lvl1pPr>
            <a:lvl2pPr marL="914400" lvl="1" indent="-228600" algn="ctr">
              <a:lnSpc>
                <a:spcPct val="100000"/>
              </a:lnSpc>
              <a:spcBef>
                <a:spcPts val="0"/>
              </a:spcBef>
              <a:spcAft>
                <a:spcPts val="0"/>
              </a:spcAft>
              <a:buClr>
                <a:srgbClr val="000000"/>
              </a:buClr>
              <a:buSzPts val="3200"/>
              <a:buFont typeface="Helvetica Neue Light"/>
              <a:buNone/>
              <a:defRPr sz="3200"/>
            </a:lvl2pPr>
            <a:lvl3pPr marL="1371600" lvl="2" indent="-228600" algn="ctr">
              <a:lnSpc>
                <a:spcPct val="100000"/>
              </a:lnSpc>
              <a:spcBef>
                <a:spcPts val="0"/>
              </a:spcBef>
              <a:spcAft>
                <a:spcPts val="0"/>
              </a:spcAft>
              <a:buClr>
                <a:srgbClr val="000000"/>
              </a:buClr>
              <a:buSzPts val="3200"/>
              <a:buFont typeface="Helvetica Neue Light"/>
              <a:buNone/>
              <a:defRPr sz="3200"/>
            </a:lvl3pPr>
            <a:lvl4pPr marL="1828800" lvl="3" indent="-228600" algn="ctr">
              <a:lnSpc>
                <a:spcPct val="100000"/>
              </a:lnSpc>
              <a:spcBef>
                <a:spcPts val="0"/>
              </a:spcBef>
              <a:spcAft>
                <a:spcPts val="0"/>
              </a:spcAft>
              <a:buClr>
                <a:srgbClr val="000000"/>
              </a:buClr>
              <a:buSzPts val="3200"/>
              <a:buFont typeface="Helvetica Neue Light"/>
              <a:buNone/>
              <a:defRPr sz="3200"/>
            </a:lvl4pPr>
            <a:lvl5pPr marL="2286000" lvl="4" indent="-228600" algn="ctr">
              <a:lnSpc>
                <a:spcPct val="100000"/>
              </a:lnSpc>
              <a:spcBef>
                <a:spcPts val="0"/>
              </a:spcBef>
              <a:spcAft>
                <a:spcPts val="0"/>
              </a:spcAft>
              <a:buClr>
                <a:srgbClr val="000000"/>
              </a:buClr>
              <a:buSzPts val="3200"/>
              <a:buFont typeface="Helvetica Neue Light"/>
              <a:buNone/>
              <a:defRPr sz="3200"/>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17" name="Google Shape;17;p73"/>
          <p:cNvSpPr txBox="1">
            <a:spLocks noGrp="1"/>
          </p:cNvSpPr>
          <p:nvPr>
            <p:ph type="sldNum" idx="12"/>
          </p:nvPr>
        </p:nvSpPr>
        <p:spPr>
          <a:xfrm>
            <a:off x="6311798" y="924560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Center">
  <p:cSld name="Title - Center">
    <p:spTree>
      <p:nvGrpSpPr>
        <p:cNvPr id="1" name="Shape 18"/>
        <p:cNvGrpSpPr/>
        <p:nvPr/>
      </p:nvGrpSpPr>
      <p:grpSpPr>
        <a:xfrm>
          <a:off x="0" y="0"/>
          <a:ext cx="0" cy="0"/>
          <a:chOff x="0" y="0"/>
          <a:chExt cx="0" cy="0"/>
        </a:xfrm>
      </p:grpSpPr>
      <p:sp>
        <p:nvSpPr>
          <p:cNvPr id="19" name="Google Shape;19;p74"/>
          <p:cNvSpPr txBox="1">
            <a:spLocks noGrp="1"/>
          </p:cNvSpPr>
          <p:nvPr>
            <p:ph type="title"/>
          </p:nvPr>
        </p:nvSpPr>
        <p:spPr>
          <a:xfrm>
            <a:off x="1270000" y="3225800"/>
            <a:ext cx="10464800" cy="3302000"/>
          </a:xfrm>
          <a:prstGeom prst="rect">
            <a:avLst/>
          </a:prstGeom>
          <a:noFill/>
          <a:ln>
            <a:noFill/>
          </a:ln>
        </p:spPr>
        <p:txBody>
          <a:bodyPr spcFirstLastPara="1" wrap="square" lIns="50800" tIns="50800" rIns="50800" bIns="508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0" name="Google Shape;20;p74"/>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Photo - Vertical">
  <p:cSld name="Photo - Vertical">
    <p:spTree>
      <p:nvGrpSpPr>
        <p:cNvPr id="1" name="Shape 21"/>
        <p:cNvGrpSpPr/>
        <p:nvPr/>
      </p:nvGrpSpPr>
      <p:grpSpPr>
        <a:xfrm>
          <a:off x="0" y="0"/>
          <a:ext cx="0" cy="0"/>
          <a:chOff x="0" y="0"/>
          <a:chExt cx="0" cy="0"/>
        </a:xfrm>
      </p:grpSpPr>
      <p:sp>
        <p:nvSpPr>
          <p:cNvPr id="22" name="Google Shape;22;p75"/>
          <p:cNvSpPr>
            <a:spLocks noGrp="1"/>
          </p:cNvSpPr>
          <p:nvPr>
            <p:ph type="pic" idx="2"/>
          </p:nvPr>
        </p:nvSpPr>
        <p:spPr>
          <a:xfrm>
            <a:off x="6718300" y="635000"/>
            <a:ext cx="5334000" cy="8229600"/>
          </a:xfrm>
          <a:prstGeom prst="rect">
            <a:avLst/>
          </a:prstGeom>
          <a:noFill/>
          <a:ln>
            <a:noFill/>
          </a:ln>
        </p:spPr>
      </p:sp>
      <p:sp>
        <p:nvSpPr>
          <p:cNvPr id="23" name="Google Shape;23;p75"/>
          <p:cNvSpPr txBox="1">
            <a:spLocks noGrp="1"/>
          </p:cNvSpPr>
          <p:nvPr>
            <p:ph type="title"/>
          </p:nvPr>
        </p:nvSpPr>
        <p:spPr>
          <a:xfrm>
            <a:off x="952500" y="635000"/>
            <a:ext cx="5334000" cy="3987800"/>
          </a:xfrm>
          <a:prstGeom prst="rect">
            <a:avLst/>
          </a:prstGeom>
          <a:noFill/>
          <a:ln>
            <a:noFill/>
          </a:ln>
        </p:spPr>
        <p:txBody>
          <a:bodyPr spcFirstLastPara="1" wrap="square" lIns="50800" tIns="50800" rIns="50800" bIns="50800" anchor="b" anchorCtr="0">
            <a:normAutofit/>
          </a:bodyPr>
          <a:lstStyle>
            <a:lvl1pPr lvl="0" algn="ctr">
              <a:lnSpc>
                <a:spcPct val="100000"/>
              </a:lnSpc>
              <a:spcBef>
                <a:spcPts val="0"/>
              </a:spcBef>
              <a:spcAft>
                <a:spcPts val="0"/>
              </a:spcAft>
              <a:buClr>
                <a:srgbClr val="000000"/>
              </a:buClr>
              <a:buSzPts val="6000"/>
              <a:buFont typeface="Helvetica Neue Light"/>
              <a:buNone/>
              <a:defRPr sz="6000"/>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4" name="Google Shape;24;p75"/>
          <p:cNvSpPr txBox="1">
            <a:spLocks noGrp="1"/>
          </p:cNvSpPr>
          <p:nvPr>
            <p:ph type="body" idx="1"/>
          </p:nvPr>
        </p:nvSpPr>
        <p:spPr>
          <a:xfrm>
            <a:off x="952500" y="4762500"/>
            <a:ext cx="5334000" cy="4102100"/>
          </a:xfrm>
          <a:prstGeom prst="rect">
            <a:avLst/>
          </a:prstGeom>
          <a:noFill/>
          <a:ln>
            <a:noFill/>
          </a:ln>
        </p:spPr>
        <p:txBody>
          <a:bodyPr spcFirstLastPara="1" wrap="square" lIns="50800" tIns="50800" rIns="50800" bIns="50800" anchor="t" anchorCtr="0">
            <a:normAutofit/>
          </a:bodyPr>
          <a:lstStyle>
            <a:lvl1pPr marL="457200" lvl="0" indent="-228600" algn="ctr">
              <a:lnSpc>
                <a:spcPct val="100000"/>
              </a:lnSpc>
              <a:spcBef>
                <a:spcPts val="0"/>
              </a:spcBef>
              <a:spcAft>
                <a:spcPts val="0"/>
              </a:spcAft>
              <a:buClr>
                <a:srgbClr val="000000"/>
              </a:buClr>
              <a:buSzPts val="3200"/>
              <a:buFont typeface="Helvetica Neue Light"/>
              <a:buNone/>
              <a:defRPr sz="3200"/>
            </a:lvl1pPr>
            <a:lvl2pPr marL="914400" lvl="1" indent="-228600" algn="ctr">
              <a:lnSpc>
                <a:spcPct val="100000"/>
              </a:lnSpc>
              <a:spcBef>
                <a:spcPts val="0"/>
              </a:spcBef>
              <a:spcAft>
                <a:spcPts val="0"/>
              </a:spcAft>
              <a:buClr>
                <a:srgbClr val="000000"/>
              </a:buClr>
              <a:buSzPts val="3200"/>
              <a:buFont typeface="Helvetica Neue Light"/>
              <a:buNone/>
              <a:defRPr sz="3200"/>
            </a:lvl2pPr>
            <a:lvl3pPr marL="1371600" lvl="2" indent="-228600" algn="ctr">
              <a:lnSpc>
                <a:spcPct val="100000"/>
              </a:lnSpc>
              <a:spcBef>
                <a:spcPts val="0"/>
              </a:spcBef>
              <a:spcAft>
                <a:spcPts val="0"/>
              </a:spcAft>
              <a:buClr>
                <a:srgbClr val="000000"/>
              </a:buClr>
              <a:buSzPts val="3200"/>
              <a:buFont typeface="Helvetica Neue Light"/>
              <a:buNone/>
              <a:defRPr sz="3200"/>
            </a:lvl3pPr>
            <a:lvl4pPr marL="1828800" lvl="3" indent="-228600" algn="ctr">
              <a:lnSpc>
                <a:spcPct val="100000"/>
              </a:lnSpc>
              <a:spcBef>
                <a:spcPts val="0"/>
              </a:spcBef>
              <a:spcAft>
                <a:spcPts val="0"/>
              </a:spcAft>
              <a:buClr>
                <a:srgbClr val="000000"/>
              </a:buClr>
              <a:buSzPts val="3200"/>
              <a:buFont typeface="Helvetica Neue Light"/>
              <a:buNone/>
              <a:defRPr sz="3200"/>
            </a:lvl4pPr>
            <a:lvl5pPr marL="2286000" lvl="4" indent="-228600" algn="ctr">
              <a:lnSpc>
                <a:spcPct val="100000"/>
              </a:lnSpc>
              <a:spcBef>
                <a:spcPts val="0"/>
              </a:spcBef>
              <a:spcAft>
                <a:spcPts val="0"/>
              </a:spcAft>
              <a:buClr>
                <a:srgbClr val="000000"/>
              </a:buClr>
              <a:buSzPts val="3200"/>
              <a:buFont typeface="Helvetica Neue Light"/>
              <a:buNone/>
              <a:defRPr sz="3200"/>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25" name="Google Shape;25;p75"/>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Top">
  <p:cSld name="Title - Top">
    <p:spTree>
      <p:nvGrpSpPr>
        <p:cNvPr id="1" name="Shape 26"/>
        <p:cNvGrpSpPr/>
        <p:nvPr/>
      </p:nvGrpSpPr>
      <p:grpSpPr>
        <a:xfrm>
          <a:off x="0" y="0"/>
          <a:ext cx="0" cy="0"/>
          <a:chOff x="0" y="0"/>
          <a:chExt cx="0" cy="0"/>
        </a:xfrm>
      </p:grpSpPr>
      <p:sp>
        <p:nvSpPr>
          <p:cNvPr id="27" name="Google Shape;27;p76"/>
          <p:cNvSpPr txBox="1">
            <a:spLocks noGrp="1"/>
          </p:cNvSpPr>
          <p:nvPr>
            <p:ph type="title"/>
          </p:nvPr>
        </p:nvSpPr>
        <p:spPr>
          <a:xfrm>
            <a:off x="952500" y="444500"/>
            <a:ext cx="11099800" cy="2159000"/>
          </a:xfrm>
          <a:prstGeom prst="rect">
            <a:avLst/>
          </a:prstGeom>
          <a:noFill/>
          <a:ln>
            <a:noFill/>
          </a:ln>
        </p:spPr>
        <p:txBody>
          <a:bodyPr spcFirstLastPara="1" wrap="square" lIns="50800" tIns="50800" rIns="50800" bIns="508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8" name="Google Shape;28;p76"/>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mp; Bullets">
  <p:cSld name="Title &amp; Bullets">
    <p:spTree>
      <p:nvGrpSpPr>
        <p:cNvPr id="1" name="Shape 29"/>
        <p:cNvGrpSpPr/>
        <p:nvPr/>
      </p:nvGrpSpPr>
      <p:grpSpPr>
        <a:xfrm>
          <a:off x="0" y="0"/>
          <a:ext cx="0" cy="0"/>
          <a:chOff x="0" y="0"/>
          <a:chExt cx="0" cy="0"/>
        </a:xfrm>
      </p:grpSpPr>
      <p:sp>
        <p:nvSpPr>
          <p:cNvPr id="30" name="Google Shape;30;p77"/>
          <p:cNvSpPr txBox="1">
            <a:spLocks noGrp="1"/>
          </p:cNvSpPr>
          <p:nvPr>
            <p:ph type="title"/>
          </p:nvPr>
        </p:nvSpPr>
        <p:spPr>
          <a:xfrm>
            <a:off x="952500" y="444500"/>
            <a:ext cx="11099800" cy="2159000"/>
          </a:xfrm>
          <a:prstGeom prst="rect">
            <a:avLst/>
          </a:prstGeom>
          <a:noFill/>
          <a:ln>
            <a:noFill/>
          </a:ln>
        </p:spPr>
        <p:txBody>
          <a:bodyPr spcFirstLastPara="1" wrap="square" lIns="50800" tIns="50800" rIns="50800" bIns="508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31" name="Google Shape;31;p77"/>
          <p:cNvSpPr txBox="1">
            <a:spLocks noGrp="1"/>
          </p:cNvSpPr>
          <p:nvPr>
            <p:ph type="body" idx="1"/>
          </p:nvPr>
        </p:nvSpPr>
        <p:spPr>
          <a:xfrm>
            <a:off x="952500" y="2603500"/>
            <a:ext cx="11099800" cy="6286500"/>
          </a:xfrm>
          <a:prstGeom prst="rect">
            <a:avLst/>
          </a:prstGeom>
          <a:noFill/>
          <a:ln>
            <a:noFill/>
          </a:ln>
        </p:spPr>
        <p:txBody>
          <a:bodyPr spcFirstLastPara="1" wrap="square" lIns="50800" tIns="50800" rIns="50800" bIns="50800" anchor="ctr" anchorCtr="0">
            <a:normAutofit/>
          </a:bodyPr>
          <a:lstStyle>
            <a:lvl1pPr marL="457200" lvl="0" indent="-314325" algn="l">
              <a:lnSpc>
                <a:spcPct val="100000"/>
              </a:lnSpc>
              <a:spcBef>
                <a:spcPts val="4200"/>
              </a:spcBef>
              <a:spcAft>
                <a:spcPts val="0"/>
              </a:spcAft>
              <a:buClr>
                <a:srgbClr val="000000"/>
              </a:buClr>
              <a:buSzPts val="1350"/>
              <a:buChar char="•"/>
              <a:defRPr/>
            </a:lvl1pPr>
            <a:lvl2pPr marL="914400" lvl="1" indent="-314325" algn="l">
              <a:lnSpc>
                <a:spcPct val="100000"/>
              </a:lnSpc>
              <a:spcBef>
                <a:spcPts val="4200"/>
              </a:spcBef>
              <a:spcAft>
                <a:spcPts val="0"/>
              </a:spcAft>
              <a:buClr>
                <a:srgbClr val="000000"/>
              </a:buClr>
              <a:buSzPts val="1350"/>
              <a:buChar char="•"/>
              <a:defRPr/>
            </a:lvl2pPr>
            <a:lvl3pPr marL="1371600" lvl="2" indent="-314325" algn="l">
              <a:lnSpc>
                <a:spcPct val="100000"/>
              </a:lnSpc>
              <a:spcBef>
                <a:spcPts val="4200"/>
              </a:spcBef>
              <a:spcAft>
                <a:spcPts val="0"/>
              </a:spcAft>
              <a:buClr>
                <a:srgbClr val="000000"/>
              </a:buClr>
              <a:buSzPts val="1350"/>
              <a:buChar char="•"/>
              <a:defRPr/>
            </a:lvl3pPr>
            <a:lvl4pPr marL="1828800" lvl="3" indent="-314325" algn="l">
              <a:lnSpc>
                <a:spcPct val="100000"/>
              </a:lnSpc>
              <a:spcBef>
                <a:spcPts val="4200"/>
              </a:spcBef>
              <a:spcAft>
                <a:spcPts val="0"/>
              </a:spcAft>
              <a:buClr>
                <a:srgbClr val="000000"/>
              </a:buClr>
              <a:buSzPts val="1350"/>
              <a:buChar char="•"/>
              <a:defRPr/>
            </a:lvl4pPr>
            <a:lvl5pPr marL="2286000" lvl="4" indent="-314325" algn="l">
              <a:lnSpc>
                <a:spcPct val="100000"/>
              </a:lnSpc>
              <a:spcBef>
                <a:spcPts val="4200"/>
              </a:spcBef>
              <a:spcAft>
                <a:spcPts val="0"/>
              </a:spcAft>
              <a:buClr>
                <a:srgbClr val="000000"/>
              </a:buClr>
              <a:buSzPts val="1350"/>
              <a:buChar char="•"/>
              <a:defRPr/>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32" name="Google Shape;32;p77"/>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Bullets &amp; Photo">
  <p:cSld name="Title, Bullets &amp; Photo">
    <p:spTree>
      <p:nvGrpSpPr>
        <p:cNvPr id="1" name="Shape 33"/>
        <p:cNvGrpSpPr/>
        <p:nvPr/>
      </p:nvGrpSpPr>
      <p:grpSpPr>
        <a:xfrm>
          <a:off x="0" y="0"/>
          <a:ext cx="0" cy="0"/>
          <a:chOff x="0" y="0"/>
          <a:chExt cx="0" cy="0"/>
        </a:xfrm>
      </p:grpSpPr>
      <p:sp>
        <p:nvSpPr>
          <p:cNvPr id="34" name="Google Shape;34;p78"/>
          <p:cNvSpPr>
            <a:spLocks noGrp="1"/>
          </p:cNvSpPr>
          <p:nvPr>
            <p:ph type="pic" idx="2"/>
          </p:nvPr>
        </p:nvSpPr>
        <p:spPr>
          <a:xfrm>
            <a:off x="6718300" y="2603500"/>
            <a:ext cx="5334000" cy="6286500"/>
          </a:xfrm>
          <a:prstGeom prst="rect">
            <a:avLst/>
          </a:prstGeom>
          <a:noFill/>
          <a:ln>
            <a:noFill/>
          </a:ln>
        </p:spPr>
      </p:sp>
      <p:sp>
        <p:nvSpPr>
          <p:cNvPr id="35" name="Google Shape;35;p78"/>
          <p:cNvSpPr txBox="1">
            <a:spLocks noGrp="1"/>
          </p:cNvSpPr>
          <p:nvPr>
            <p:ph type="title"/>
          </p:nvPr>
        </p:nvSpPr>
        <p:spPr>
          <a:xfrm>
            <a:off x="952500" y="444500"/>
            <a:ext cx="11099800" cy="2159000"/>
          </a:xfrm>
          <a:prstGeom prst="rect">
            <a:avLst/>
          </a:prstGeom>
          <a:noFill/>
          <a:ln>
            <a:noFill/>
          </a:ln>
        </p:spPr>
        <p:txBody>
          <a:bodyPr spcFirstLastPara="1" wrap="square" lIns="50800" tIns="50800" rIns="50800" bIns="508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36" name="Google Shape;36;p78"/>
          <p:cNvSpPr txBox="1">
            <a:spLocks noGrp="1"/>
          </p:cNvSpPr>
          <p:nvPr>
            <p:ph type="body" idx="1"/>
          </p:nvPr>
        </p:nvSpPr>
        <p:spPr>
          <a:xfrm>
            <a:off x="952500" y="2603500"/>
            <a:ext cx="5334000" cy="6286500"/>
          </a:xfrm>
          <a:prstGeom prst="rect">
            <a:avLst/>
          </a:prstGeom>
          <a:noFill/>
          <a:ln>
            <a:noFill/>
          </a:ln>
        </p:spPr>
        <p:txBody>
          <a:bodyPr spcFirstLastPara="1" wrap="square" lIns="50800" tIns="50800" rIns="50800" bIns="50800" anchor="ctr" anchorCtr="0">
            <a:normAutofit/>
          </a:bodyPr>
          <a:lstStyle>
            <a:lvl1pPr marL="457200" lvl="0" indent="-361950" algn="l">
              <a:lnSpc>
                <a:spcPct val="100000"/>
              </a:lnSpc>
              <a:spcBef>
                <a:spcPts val="3200"/>
              </a:spcBef>
              <a:spcAft>
                <a:spcPts val="0"/>
              </a:spcAft>
              <a:buClr>
                <a:srgbClr val="000000"/>
              </a:buClr>
              <a:buSzPts val="2100"/>
              <a:buFont typeface="Helvetica Neue Light"/>
              <a:buChar char="•"/>
              <a:defRPr sz="2800"/>
            </a:lvl1pPr>
            <a:lvl2pPr marL="914400" lvl="1" indent="-361950" algn="l">
              <a:lnSpc>
                <a:spcPct val="100000"/>
              </a:lnSpc>
              <a:spcBef>
                <a:spcPts val="3200"/>
              </a:spcBef>
              <a:spcAft>
                <a:spcPts val="0"/>
              </a:spcAft>
              <a:buClr>
                <a:srgbClr val="000000"/>
              </a:buClr>
              <a:buSzPts val="2100"/>
              <a:buFont typeface="Helvetica Neue Light"/>
              <a:buChar char="•"/>
              <a:defRPr sz="2800"/>
            </a:lvl2pPr>
            <a:lvl3pPr marL="1371600" lvl="2" indent="-361950" algn="l">
              <a:lnSpc>
                <a:spcPct val="100000"/>
              </a:lnSpc>
              <a:spcBef>
                <a:spcPts val="3200"/>
              </a:spcBef>
              <a:spcAft>
                <a:spcPts val="0"/>
              </a:spcAft>
              <a:buClr>
                <a:srgbClr val="000000"/>
              </a:buClr>
              <a:buSzPts val="2100"/>
              <a:buFont typeface="Helvetica Neue Light"/>
              <a:buChar char="•"/>
              <a:defRPr sz="2800"/>
            </a:lvl3pPr>
            <a:lvl4pPr marL="1828800" lvl="3" indent="-361950" algn="l">
              <a:lnSpc>
                <a:spcPct val="100000"/>
              </a:lnSpc>
              <a:spcBef>
                <a:spcPts val="3200"/>
              </a:spcBef>
              <a:spcAft>
                <a:spcPts val="0"/>
              </a:spcAft>
              <a:buClr>
                <a:srgbClr val="000000"/>
              </a:buClr>
              <a:buSzPts val="2100"/>
              <a:buFont typeface="Helvetica Neue Light"/>
              <a:buChar char="•"/>
              <a:defRPr sz="2800"/>
            </a:lvl4pPr>
            <a:lvl5pPr marL="2286000" lvl="4" indent="-361950" algn="l">
              <a:lnSpc>
                <a:spcPct val="100000"/>
              </a:lnSpc>
              <a:spcBef>
                <a:spcPts val="3200"/>
              </a:spcBef>
              <a:spcAft>
                <a:spcPts val="0"/>
              </a:spcAft>
              <a:buClr>
                <a:srgbClr val="000000"/>
              </a:buClr>
              <a:buSzPts val="2100"/>
              <a:buFont typeface="Helvetica Neue Light"/>
              <a:buChar char="•"/>
              <a:defRPr sz="2800"/>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37" name="Google Shape;37;p78"/>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ullets">
  <p:cSld name="Bullets">
    <p:spTree>
      <p:nvGrpSpPr>
        <p:cNvPr id="1" name="Shape 38"/>
        <p:cNvGrpSpPr/>
        <p:nvPr/>
      </p:nvGrpSpPr>
      <p:grpSpPr>
        <a:xfrm>
          <a:off x="0" y="0"/>
          <a:ext cx="0" cy="0"/>
          <a:chOff x="0" y="0"/>
          <a:chExt cx="0" cy="0"/>
        </a:xfrm>
      </p:grpSpPr>
      <p:sp>
        <p:nvSpPr>
          <p:cNvPr id="39" name="Google Shape;39;p79"/>
          <p:cNvSpPr txBox="1">
            <a:spLocks noGrp="1"/>
          </p:cNvSpPr>
          <p:nvPr>
            <p:ph type="body" idx="1"/>
          </p:nvPr>
        </p:nvSpPr>
        <p:spPr>
          <a:xfrm>
            <a:off x="952500" y="1270000"/>
            <a:ext cx="11099800" cy="7213600"/>
          </a:xfrm>
          <a:prstGeom prst="rect">
            <a:avLst/>
          </a:prstGeom>
          <a:noFill/>
          <a:ln>
            <a:noFill/>
          </a:ln>
        </p:spPr>
        <p:txBody>
          <a:bodyPr spcFirstLastPara="1" wrap="square" lIns="50800" tIns="50800" rIns="50800" bIns="50800" anchor="ctr" anchorCtr="0">
            <a:normAutofit/>
          </a:bodyPr>
          <a:lstStyle>
            <a:lvl1pPr marL="457200" lvl="0" indent="-314325" algn="l">
              <a:lnSpc>
                <a:spcPct val="100000"/>
              </a:lnSpc>
              <a:spcBef>
                <a:spcPts val="4200"/>
              </a:spcBef>
              <a:spcAft>
                <a:spcPts val="0"/>
              </a:spcAft>
              <a:buClr>
                <a:srgbClr val="000000"/>
              </a:buClr>
              <a:buSzPts val="1350"/>
              <a:buChar char="•"/>
              <a:defRPr/>
            </a:lvl1pPr>
            <a:lvl2pPr marL="914400" lvl="1" indent="-314325" algn="l">
              <a:lnSpc>
                <a:spcPct val="100000"/>
              </a:lnSpc>
              <a:spcBef>
                <a:spcPts val="4200"/>
              </a:spcBef>
              <a:spcAft>
                <a:spcPts val="0"/>
              </a:spcAft>
              <a:buClr>
                <a:srgbClr val="000000"/>
              </a:buClr>
              <a:buSzPts val="1350"/>
              <a:buChar char="•"/>
              <a:defRPr/>
            </a:lvl2pPr>
            <a:lvl3pPr marL="1371600" lvl="2" indent="-314325" algn="l">
              <a:lnSpc>
                <a:spcPct val="100000"/>
              </a:lnSpc>
              <a:spcBef>
                <a:spcPts val="4200"/>
              </a:spcBef>
              <a:spcAft>
                <a:spcPts val="0"/>
              </a:spcAft>
              <a:buClr>
                <a:srgbClr val="000000"/>
              </a:buClr>
              <a:buSzPts val="1350"/>
              <a:buChar char="•"/>
              <a:defRPr/>
            </a:lvl3pPr>
            <a:lvl4pPr marL="1828800" lvl="3" indent="-314325" algn="l">
              <a:lnSpc>
                <a:spcPct val="100000"/>
              </a:lnSpc>
              <a:spcBef>
                <a:spcPts val="4200"/>
              </a:spcBef>
              <a:spcAft>
                <a:spcPts val="0"/>
              </a:spcAft>
              <a:buClr>
                <a:srgbClr val="000000"/>
              </a:buClr>
              <a:buSzPts val="1350"/>
              <a:buChar char="•"/>
              <a:defRPr/>
            </a:lvl4pPr>
            <a:lvl5pPr marL="2286000" lvl="4" indent="-314325" algn="l">
              <a:lnSpc>
                <a:spcPct val="100000"/>
              </a:lnSpc>
              <a:spcBef>
                <a:spcPts val="4200"/>
              </a:spcBef>
              <a:spcAft>
                <a:spcPts val="0"/>
              </a:spcAft>
              <a:buClr>
                <a:srgbClr val="000000"/>
              </a:buClr>
              <a:buSzPts val="1350"/>
              <a:buChar char="•"/>
              <a:defRPr/>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40" name="Google Shape;40;p79"/>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hoto - 3 Up">
  <p:cSld name="Photo - 3 Up">
    <p:spTree>
      <p:nvGrpSpPr>
        <p:cNvPr id="1" name="Shape 41"/>
        <p:cNvGrpSpPr/>
        <p:nvPr/>
      </p:nvGrpSpPr>
      <p:grpSpPr>
        <a:xfrm>
          <a:off x="0" y="0"/>
          <a:ext cx="0" cy="0"/>
          <a:chOff x="0" y="0"/>
          <a:chExt cx="0" cy="0"/>
        </a:xfrm>
      </p:grpSpPr>
      <p:sp>
        <p:nvSpPr>
          <p:cNvPr id="42" name="Google Shape;42;p80"/>
          <p:cNvSpPr>
            <a:spLocks noGrp="1"/>
          </p:cNvSpPr>
          <p:nvPr>
            <p:ph type="pic" idx="2"/>
          </p:nvPr>
        </p:nvSpPr>
        <p:spPr>
          <a:xfrm>
            <a:off x="6718300" y="5092700"/>
            <a:ext cx="5334000" cy="3771900"/>
          </a:xfrm>
          <a:prstGeom prst="rect">
            <a:avLst/>
          </a:prstGeom>
          <a:noFill/>
          <a:ln>
            <a:noFill/>
          </a:ln>
        </p:spPr>
      </p:sp>
      <p:sp>
        <p:nvSpPr>
          <p:cNvPr id="43" name="Google Shape;43;p80"/>
          <p:cNvSpPr>
            <a:spLocks noGrp="1"/>
          </p:cNvSpPr>
          <p:nvPr>
            <p:ph type="pic" idx="3"/>
          </p:nvPr>
        </p:nvSpPr>
        <p:spPr>
          <a:xfrm>
            <a:off x="6724518" y="889000"/>
            <a:ext cx="5334001" cy="3771900"/>
          </a:xfrm>
          <a:prstGeom prst="rect">
            <a:avLst/>
          </a:prstGeom>
          <a:noFill/>
          <a:ln>
            <a:noFill/>
          </a:ln>
        </p:spPr>
      </p:sp>
      <p:sp>
        <p:nvSpPr>
          <p:cNvPr id="44" name="Google Shape;44;p80"/>
          <p:cNvSpPr>
            <a:spLocks noGrp="1"/>
          </p:cNvSpPr>
          <p:nvPr>
            <p:ph type="pic" idx="4"/>
          </p:nvPr>
        </p:nvSpPr>
        <p:spPr>
          <a:xfrm>
            <a:off x="952500" y="889000"/>
            <a:ext cx="5334000" cy="7975600"/>
          </a:xfrm>
          <a:prstGeom prst="rect">
            <a:avLst/>
          </a:prstGeom>
          <a:noFill/>
          <a:ln>
            <a:noFill/>
          </a:ln>
        </p:spPr>
      </p:sp>
      <p:sp>
        <p:nvSpPr>
          <p:cNvPr id="45" name="Google Shape;45;p80"/>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46"/>
        <p:cNvGrpSpPr/>
        <p:nvPr/>
      </p:nvGrpSpPr>
      <p:grpSpPr>
        <a:xfrm>
          <a:off x="0" y="0"/>
          <a:ext cx="0" cy="0"/>
          <a:chOff x="0" y="0"/>
          <a:chExt cx="0" cy="0"/>
        </a:xfrm>
      </p:grpSpPr>
      <p:sp>
        <p:nvSpPr>
          <p:cNvPr id="47" name="Google Shape;47;p81"/>
          <p:cNvSpPr txBox="1">
            <a:spLocks noGrp="1"/>
          </p:cNvSpPr>
          <p:nvPr>
            <p:ph type="body" idx="1"/>
          </p:nvPr>
        </p:nvSpPr>
        <p:spPr>
          <a:xfrm>
            <a:off x="1270000" y="6362700"/>
            <a:ext cx="10464800" cy="469900"/>
          </a:xfrm>
          <a:prstGeom prst="rect">
            <a:avLst/>
          </a:prstGeom>
          <a:noFill/>
          <a:ln>
            <a:noFill/>
          </a:ln>
        </p:spPr>
        <p:txBody>
          <a:bodyPr spcFirstLastPara="1" wrap="square" lIns="50800" tIns="50800" rIns="50800" bIns="50800" anchor="t" anchorCtr="0">
            <a:spAutoFit/>
          </a:bodyPr>
          <a:lstStyle>
            <a:lvl1pPr marL="457200" lvl="0" indent="-228600" algn="ctr">
              <a:lnSpc>
                <a:spcPct val="100000"/>
              </a:lnSpc>
              <a:spcBef>
                <a:spcPts val="0"/>
              </a:spcBef>
              <a:spcAft>
                <a:spcPts val="0"/>
              </a:spcAft>
              <a:buClr>
                <a:srgbClr val="000000"/>
              </a:buClr>
              <a:buSzPts val="2400"/>
              <a:buFont typeface="Helvetica Neue Light"/>
              <a:buNone/>
              <a:defRPr sz="2400"/>
            </a:lvl1pPr>
            <a:lvl2pPr marL="914400" lvl="1" indent="-314325" algn="l">
              <a:lnSpc>
                <a:spcPct val="100000"/>
              </a:lnSpc>
              <a:spcBef>
                <a:spcPts val="4200"/>
              </a:spcBef>
              <a:spcAft>
                <a:spcPts val="0"/>
              </a:spcAft>
              <a:buClr>
                <a:srgbClr val="000000"/>
              </a:buClr>
              <a:buSzPts val="1350"/>
              <a:buChar char="•"/>
              <a:defRPr/>
            </a:lvl2pPr>
            <a:lvl3pPr marL="1371600" lvl="2" indent="-314325" algn="l">
              <a:lnSpc>
                <a:spcPct val="100000"/>
              </a:lnSpc>
              <a:spcBef>
                <a:spcPts val="4200"/>
              </a:spcBef>
              <a:spcAft>
                <a:spcPts val="0"/>
              </a:spcAft>
              <a:buClr>
                <a:srgbClr val="000000"/>
              </a:buClr>
              <a:buSzPts val="1350"/>
              <a:buChar char="•"/>
              <a:defRPr/>
            </a:lvl3pPr>
            <a:lvl4pPr marL="1828800" lvl="3" indent="-314325" algn="l">
              <a:lnSpc>
                <a:spcPct val="100000"/>
              </a:lnSpc>
              <a:spcBef>
                <a:spcPts val="4200"/>
              </a:spcBef>
              <a:spcAft>
                <a:spcPts val="0"/>
              </a:spcAft>
              <a:buClr>
                <a:srgbClr val="000000"/>
              </a:buClr>
              <a:buSzPts val="1350"/>
              <a:buChar char="•"/>
              <a:defRPr/>
            </a:lvl4pPr>
            <a:lvl5pPr marL="2286000" lvl="4" indent="-314325" algn="l">
              <a:lnSpc>
                <a:spcPct val="100000"/>
              </a:lnSpc>
              <a:spcBef>
                <a:spcPts val="4200"/>
              </a:spcBef>
              <a:spcAft>
                <a:spcPts val="0"/>
              </a:spcAft>
              <a:buClr>
                <a:srgbClr val="000000"/>
              </a:buClr>
              <a:buSzPts val="1350"/>
              <a:buChar char="•"/>
              <a:defRPr/>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48" name="Google Shape;48;p81"/>
          <p:cNvSpPr txBox="1">
            <a:spLocks noGrp="1"/>
          </p:cNvSpPr>
          <p:nvPr>
            <p:ph type="body" idx="2"/>
          </p:nvPr>
        </p:nvSpPr>
        <p:spPr>
          <a:xfrm>
            <a:off x="1270000" y="4267200"/>
            <a:ext cx="10464800" cy="685800"/>
          </a:xfrm>
          <a:prstGeom prst="rect">
            <a:avLst/>
          </a:prstGeom>
          <a:noFill/>
          <a:ln>
            <a:noFill/>
          </a:ln>
        </p:spPr>
        <p:txBody>
          <a:bodyPr spcFirstLastPara="1" wrap="square" lIns="50800" tIns="50800" rIns="50800" bIns="50800" anchor="ctr" anchorCtr="0">
            <a:spAutoFit/>
          </a:bodyPr>
          <a:lstStyle>
            <a:lvl1pPr marL="457200" lvl="0" indent="-228600" algn="ctr">
              <a:lnSpc>
                <a:spcPct val="100000"/>
              </a:lnSpc>
              <a:spcBef>
                <a:spcPts val="0"/>
              </a:spcBef>
              <a:spcAft>
                <a:spcPts val="0"/>
              </a:spcAft>
              <a:buClr>
                <a:srgbClr val="000000"/>
              </a:buClr>
              <a:buSzPts val="3800"/>
              <a:buFont typeface="Helvetica Neue Light"/>
              <a:buNone/>
              <a:defRPr sz="3800"/>
            </a:lvl1pPr>
            <a:lvl2pPr marL="914400" lvl="1" indent="-314325" algn="l">
              <a:lnSpc>
                <a:spcPct val="100000"/>
              </a:lnSpc>
              <a:spcBef>
                <a:spcPts val="4200"/>
              </a:spcBef>
              <a:spcAft>
                <a:spcPts val="0"/>
              </a:spcAft>
              <a:buClr>
                <a:srgbClr val="000000"/>
              </a:buClr>
              <a:buSzPts val="1350"/>
              <a:buChar char="•"/>
              <a:defRPr/>
            </a:lvl2pPr>
            <a:lvl3pPr marL="1371600" lvl="2" indent="-314325" algn="l">
              <a:lnSpc>
                <a:spcPct val="100000"/>
              </a:lnSpc>
              <a:spcBef>
                <a:spcPts val="4200"/>
              </a:spcBef>
              <a:spcAft>
                <a:spcPts val="0"/>
              </a:spcAft>
              <a:buClr>
                <a:srgbClr val="000000"/>
              </a:buClr>
              <a:buSzPts val="1350"/>
              <a:buChar char="•"/>
              <a:defRPr/>
            </a:lvl3pPr>
            <a:lvl4pPr marL="1828800" lvl="3" indent="-314325" algn="l">
              <a:lnSpc>
                <a:spcPct val="100000"/>
              </a:lnSpc>
              <a:spcBef>
                <a:spcPts val="4200"/>
              </a:spcBef>
              <a:spcAft>
                <a:spcPts val="0"/>
              </a:spcAft>
              <a:buClr>
                <a:srgbClr val="000000"/>
              </a:buClr>
              <a:buSzPts val="1350"/>
              <a:buChar char="•"/>
              <a:defRPr/>
            </a:lvl4pPr>
            <a:lvl5pPr marL="2286000" lvl="4" indent="-314325" algn="l">
              <a:lnSpc>
                <a:spcPct val="100000"/>
              </a:lnSpc>
              <a:spcBef>
                <a:spcPts val="4200"/>
              </a:spcBef>
              <a:spcAft>
                <a:spcPts val="0"/>
              </a:spcAft>
              <a:buClr>
                <a:srgbClr val="000000"/>
              </a:buClr>
              <a:buSzPts val="1350"/>
              <a:buChar char="•"/>
              <a:defRPr/>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49" name="Google Shape;49;p81"/>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hoto">
  <p:cSld name="Photo">
    <p:spTree>
      <p:nvGrpSpPr>
        <p:cNvPr id="1" name="Shape 50"/>
        <p:cNvGrpSpPr/>
        <p:nvPr/>
      </p:nvGrpSpPr>
      <p:grpSpPr>
        <a:xfrm>
          <a:off x="0" y="0"/>
          <a:ext cx="0" cy="0"/>
          <a:chOff x="0" y="0"/>
          <a:chExt cx="0" cy="0"/>
        </a:xfrm>
      </p:grpSpPr>
      <p:sp>
        <p:nvSpPr>
          <p:cNvPr id="51" name="Google Shape;51;p82"/>
          <p:cNvSpPr>
            <a:spLocks noGrp="1"/>
          </p:cNvSpPr>
          <p:nvPr>
            <p:ph type="pic" idx="2"/>
          </p:nvPr>
        </p:nvSpPr>
        <p:spPr>
          <a:xfrm>
            <a:off x="0" y="0"/>
            <a:ext cx="13004800" cy="9753600"/>
          </a:xfrm>
          <a:prstGeom prst="rect">
            <a:avLst/>
          </a:prstGeom>
          <a:noFill/>
          <a:ln>
            <a:noFill/>
          </a:ln>
        </p:spPr>
      </p:sp>
      <p:sp>
        <p:nvSpPr>
          <p:cNvPr id="52" name="Google Shape;52;p82"/>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71"/>
          <p:cNvSpPr txBox="1">
            <a:spLocks noGrp="1"/>
          </p:cNvSpPr>
          <p:nvPr>
            <p:ph type="title"/>
          </p:nvPr>
        </p:nvSpPr>
        <p:spPr>
          <a:xfrm>
            <a:off x="952500" y="444500"/>
            <a:ext cx="11099800" cy="2159000"/>
          </a:xfrm>
          <a:prstGeom prst="rect">
            <a:avLst/>
          </a:prstGeom>
          <a:noFill/>
          <a:ln>
            <a:noFill/>
          </a:ln>
        </p:spPr>
        <p:txBody>
          <a:bodyPr spcFirstLastPara="1" wrap="square" lIns="50800" tIns="50800" rIns="50800" bIns="50800" anchor="ctr" anchorCtr="0">
            <a:normAutofit/>
          </a:bodyPr>
          <a:lstStyle>
            <a:lvl1pPr marR="0" lvl="0"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1pPr>
            <a:lvl2pPr marR="0" lvl="1"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2pPr>
            <a:lvl3pPr marR="0" lvl="2"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3pPr>
            <a:lvl4pPr marR="0" lvl="3"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4pPr>
            <a:lvl5pPr marR="0" lvl="4"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5pPr>
            <a:lvl6pPr marR="0" lvl="5"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6pPr>
            <a:lvl7pPr marR="0" lvl="6"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7pPr>
            <a:lvl8pPr marR="0" lvl="7"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8pPr>
            <a:lvl9pPr marR="0" lvl="8"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7" name="Google Shape;7;p71"/>
          <p:cNvSpPr txBox="1">
            <a:spLocks noGrp="1"/>
          </p:cNvSpPr>
          <p:nvPr>
            <p:ph type="body" idx="1"/>
          </p:nvPr>
        </p:nvSpPr>
        <p:spPr>
          <a:xfrm>
            <a:off x="952500" y="2603500"/>
            <a:ext cx="11099800" cy="6286500"/>
          </a:xfrm>
          <a:prstGeom prst="rect">
            <a:avLst/>
          </a:prstGeom>
          <a:noFill/>
          <a:ln>
            <a:noFill/>
          </a:ln>
        </p:spPr>
        <p:txBody>
          <a:bodyPr spcFirstLastPara="1" wrap="square" lIns="50800" tIns="50800" rIns="50800" bIns="50800" anchor="ctr" anchorCtr="0">
            <a:normAutofit/>
          </a:bodyPr>
          <a:lstStyle>
            <a:lvl1pPr marL="457200" marR="0" lvl="0"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1pPr>
            <a:lvl2pPr marL="914400" marR="0" lvl="1"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2pPr>
            <a:lvl3pPr marL="1371600" marR="0" lvl="2"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3pPr>
            <a:lvl4pPr marL="1828800" marR="0" lvl="3"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4pPr>
            <a:lvl5pPr marL="2286000" marR="0" lvl="4"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5pPr>
            <a:lvl6pPr marL="2743200" marR="0" lvl="5"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6pPr>
            <a:lvl7pPr marL="3200400" marR="0" lvl="6"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7pPr>
            <a:lvl8pPr marL="3657600" marR="0" lvl="7"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8pPr>
            <a:lvl9pPr marL="4114800" marR="0" lvl="8"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8" name="Google Shape;8;p71"/>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pic>
        <p:nvPicPr>
          <p:cNvPr id="57" name="Google Shape;57;p1" descr="PP-01.jpg"/>
          <p:cNvPicPr preferRelativeResize="0"/>
          <p:nvPr/>
        </p:nvPicPr>
        <p:blipFill rotWithShape="1">
          <a:blip r:embed="rId3">
            <a:alphaModFix/>
          </a:blip>
          <a:srcRect/>
          <a:stretch/>
        </p:blipFill>
        <p:spPr>
          <a:xfrm>
            <a:off x="0" y="0"/>
            <a:ext cx="13004800" cy="9771488"/>
          </a:xfrm>
          <a:prstGeom prst="rect">
            <a:avLst/>
          </a:prstGeom>
          <a:noFill/>
          <a:ln>
            <a:noFill/>
          </a:ln>
        </p:spPr>
      </p:pic>
      <p:sp>
        <p:nvSpPr>
          <p:cNvPr id="58" name="Google Shape;58;p1"/>
          <p:cNvSpPr txBox="1">
            <a:spLocks noGrp="1"/>
          </p:cNvSpPr>
          <p:nvPr>
            <p:ph type="ctrTitle" idx="4294967295"/>
          </p:nvPr>
        </p:nvSpPr>
        <p:spPr>
          <a:xfrm>
            <a:off x="376446" y="7601338"/>
            <a:ext cx="7713454" cy="1540500"/>
          </a:xfrm>
          <a:prstGeom prst="rect">
            <a:avLst/>
          </a:prstGeom>
          <a:noFill/>
          <a:ln>
            <a:noFill/>
          </a:ln>
        </p:spPr>
        <p:txBody>
          <a:bodyPr spcFirstLastPara="1" wrap="square" lIns="50800" tIns="50800" rIns="50800" bIns="50800" anchor="t" anchorCtr="0">
            <a:normAutofit fontScale="90000"/>
          </a:bodyPr>
          <a:lstStyle/>
          <a:p>
            <a:pPr marL="0" marR="0" lvl="0" indent="0" algn="l" rtl="0">
              <a:lnSpc>
                <a:spcPct val="110000"/>
              </a:lnSpc>
              <a:spcBef>
                <a:spcPts val="0"/>
              </a:spcBef>
              <a:spcAft>
                <a:spcPts val="0"/>
              </a:spcAft>
              <a:buClr>
                <a:schemeClr val="dk1"/>
              </a:buClr>
              <a:buSzPct val="83333"/>
              <a:buFont typeface="Arial"/>
              <a:buNone/>
            </a:pPr>
            <a:r>
              <a:rPr lang="en-US" sz="4800" b="1" i="0" u="none" strike="noStrike" cap="none" dirty="0">
                <a:solidFill>
                  <a:schemeClr val="dk1"/>
                </a:solidFill>
                <a:latin typeface="Arial"/>
                <a:ea typeface="Arial"/>
                <a:cs typeface="Arial"/>
                <a:sym typeface="Arial"/>
              </a:rPr>
              <a:t>Chapter 11: File upload vulnerabilities</a:t>
            </a:r>
            <a:endParaRPr sz="4800" b="1"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ct val="111111"/>
              <a:buFont typeface="Arial"/>
              <a:buNone/>
            </a:pPr>
            <a:endParaRPr sz="2790" b="0" i="0" u="none" strike="noStrike" cap="none" dirty="0">
              <a:solidFill>
                <a:schemeClr val="dk1"/>
              </a:solidFill>
              <a:latin typeface="Helvetica Neue Light"/>
              <a:ea typeface="Helvetica Neue Light"/>
              <a:cs typeface="Helvetica Neue Light"/>
              <a:sym typeface="Helvetica Neue Light"/>
            </a:endParaRPr>
          </a:p>
        </p:txBody>
      </p:sp>
      <p:pic>
        <p:nvPicPr>
          <p:cNvPr id="59" name="Google Shape;59;p1" descr="2017-FE-Black-01.png"/>
          <p:cNvPicPr preferRelativeResize="0"/>
          <p:nvPr/>
        </p:nvPicPr>
        <p:blipFill rotWithShape="1">
          <a:blip r:embed="rId4">
            <a:alphaModFix/>
          </a:blip>
          <a:srcRect/>
          <a:stretch/>
        </p:blipFill>
        <p:spPr>
          <a:xfrm>
            <a:off x="376446" y="611762"/>
            <a:ext cx="4183172" cy="139517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70" name="Google Shape;70;p3" descr="Untitled-1.png"/>
          <p:cNvPicPr preferRelativeResize="0"/>
          <p:nvPr/>
        </p:nvPicPr>
        <p:blipFill rotWithShape="1">
          <a:blip r:embed="rId3">
            <a:alphaModFix/>
          </a:blip>
          <a:srcRect/>
          <a:stretch/>
        </p:blipFill>
        <p:spPr>
          <a:xfrm>
            <a:off x="-332437" y="-250619"/>
            <a:ext cx="7033878" cy="2176098"/>
          </a:xfrm>
          <a:prstGeom prst="rect">
            <a:avLst/>
          </a:prstGeom>
          <a:noFill/>
          <a:ln>
            <a:noFill/>
          </a:ln>
        </p:spPr>
      </p:pic>
      <p:sp>
        <p:nvSpPr>
          <p:cNvPr id="71" name="Google Shape;71;p3"/>
          <p:cNvSpPr txBox="1"/>
          <p:nvPr/>
        </p:nvSpPr>
        <p:spPr>
          <a:xfrm>
            <a:off x="1536858" y="462955"/>
            <a:ext cx="4381220" cy="610423"/>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000000"/>
              </a:buClr>
              <a:buSzPts val="3300"/>
              <a:buFont typeface="Arial"/>
              <a:buNone/>
            </a:pPr>
            <a:r>
              <a:rPr lang="en-US" sz="3300" b="1" i="0" u="none" strike="noStrike" cap="none" dirty="0">
                <a:solidFill>
                  <a:srgbClr val="000000"/>
                </a:solidFill>
                <a:latin typeface="Arial"/>
                <a:ea typeface="Arial"/>
                <a:cs typeface="Arial"/>
                <a:sym typeface="Arial"/>
              </a:rPr>
              <a:t>Key concept</a:t>
            </a:r>
            <a:endParaRPr sz="3300" b="1" i="0" u="none" strike="noStrike" cap="none" dirty="0">
              <a:solidFill>
                <a:srgbClr val="000000"/>
              </a:solidFill>
              <a:latin typeface="Arial"/>
              <a:ea typeface="Arial"/>
              <a:cs typeface="Arial"/>
              <a:sym typeface="Arial"/>
            </a:endParaRPr>
          </a:p>
        </p:txBody>
      </p:sp>
      <p:sp>
        <p:nvSpPr>
          <p:cNvPr id="72" name="Google Shape;72;p3"/>
          <p:cNvSpPr txBox="1"/>
          <p:nvPr/>
        </p:nvSpPr>
        <p:spPr>
          <a:xfrm>
            <a:off x="1536858" y="2485631"/>
            <a:ext cx="10073620" cy="2343206"/>
          </a:xfrm>
          <a:prstGeom prst="rect">
            <a:avLst/>
          </a:prstGeom>
          <a:noFill/>
          <a:ln>
            <a:noFill/>
          </a:ln>
        </p:spPr>
        <p:txBody>
          <a:bodyPr spcFirstLastPara="1" wrap="square" lIns="50800" tIns="50800" rIns="50800" bIns="50800" anchor="ctr" anchorCtr="0">
            <a:spAutoFit/>
          </a:bodyPr>
          <a:lstStyle/>
          <a:p>
            <a:pPr marL="457200" marR="0" lvl="0" indent="-457200" algn="l" rtl="0">
              <a:lnSpc>
                <a:spcPct val="130000"/>
              </a:lnSpc>
              <a:spcBef>
                <a:spcPts val="0"/>
              </a:spcBef>
              <a:spcAft>
                <a:spcPts val="0"/>
              </a:spcAft>
              <a:buClr>
                <a:srgbClr val="000000"/>
              </a:buClr>
              <a:buSzPts val="2600"/>
              <a:buFont typeface="Arial"/>
              <a:buChar char="•"/>
            </a:pPr>
            <a:r>
              <a:rPr lang="en-US" sz="2800" b="1" i="0" u="none" strike="noStrike" cap="none" dirty="0">
                <a:solidFill>
                  <a:srgbClr val="000000"/>
                </a:solidFill>
                <a:latin typeface="Arial"/>
                <a:ea typeface="Arial"/>
                <a:cs typeface="Arial"/>
                <a:sym typeface="Arial"/>
              </a:rPr>
              <a:t>What is File upload vulnerabilities</a:t>
            </a:r>
          </a:p>
          <a:p>
            <a:pPr marL="457200" marR="0" lvl="0" indent="-457200" algn="l" rtl="0">
              <a:lnSpc>
                <a:spcPct val="130000"/>
              </a:lnSpc>
              <a:spcBef>
                <a:spcPts val="0"/>
              </a:spcBef>
              <a:spcAft>
                <a:spcPts val="0"/>
              </a:spcAft>
              <a:buClr>
                <a:srgbClr val="000000"/>
              </a:buClr>
              <a:buSzPts val="2600"/>
              <a:buFont typeface="Arial"/>
              <a:buChar char="•"/>
            </a:pPr>
            <a:r>
              <a:rPr lang="en-US" sz="2800" b="1" i="0" u="none" strike="noStrike" cap="none" dirty="0">
                <a:solidFill>
                  <a:srgbClr val="000000"/>
                </a:solidFill>
                <a:latin typeface="Arial"/>
                <a:ea typeface="Arial"/>
                <a:cs typeface="Arial"/>
                <a:sym typeface="Arial"/>
              </a:rPr>
              <a:t>Common Vulnerabilities Related to File upload</a:t>
            </a:r>
          </a:p>
          <a:p>
            <a:pPr marL="457200" marR="0" lvl="0" indent="-457200" algn="l" rtl="0">
              <a:lnSpc>
                <a:spcPct val="130000"/>
              </a:lnSpc>
              <a:spcBef>
                <a:spcPts val="0"/>
              </a:spcBef>
              <a:spcAft>
                <a:spcPts val="0"/>
              </a:spcAft>
              <a:buClr>
                <a:srgbClr val="000000"/>
              </a:buClr>
              <a:buSzPts val="2600"/>
              <a:buFont typeface="Arial"/>
              <a:buChar char="•"/>
            </a:pPr>
            <a:r>
              <a:rPr lang="en-US" sz="2800" b="1" i="0" u="none" strike="noStrike" cap="none" dirty="0">
                <a:solidFill>
                  <a:srgbClr val="000000"/>
                </a:solidFill>
                <a:latin typeface="Arial"/>
                <a:ea typeface="Arial"/>
                <a:cs typeface="Arial"/>
                <a:sym typeface="Arial"/>
              </a:rPr>
              <a:t>Impact of File upload vulnerabilities</a:t>
            </a:r>
          </a:p>
          <a:p>
            <a:pPr marL="457200" marR="0" lvl="0" indent="-457200" algn="l" rtl="0">
              <a:lnSpc>
                <a:spcPct val="130000"/>
              </a:lnSpc>
              <a:spcBef>
                <a:spcPts val="0"/>
              </a:spcBef>
              <a:spcAft>
                <a:spcPts val="0"/>
              </a:spcAft>
              <a:buClr>
                <a:srgbClr val="000000"/>
              </a:buClr>
              <a:buSzPts val="2600"/>
              <a:buFont typeface="Arial"/>
              <a:buChar char="•"/>
            </a:pPr>
            <a:r>
              <a:rPr lang="en-US" sz="2800" b="1" i="0" u="none" strike="noStrike" cap="none" dirty="0">
                <a:solidFill>
                  <a:srgbClr val="000000"/>
                </a:solidFill>
                <a:latin typeface="Arial"/>
                <a:ea typeface="Arial"/>
                <a:cs typeface="Arial"/>
                <a:sym typeface="Arial"/>
              </a:rPr>
              <a:t>Prevention Strategies</a:t>
            </a:r>
          </a:p>
        </p:txBody>
      </p:sp>
      <p:pic>
        <p:nvPicPr>
          <p:cNvPr id="2" name="Google Shape;59;p1" descr="2017-FE-Black-01.png">
            <a:extLst>
              <a:ext uri="{FF2B5EF4-FFF2-40B4-BE49-F238E27FC236}">
                <a16:creationId xmlns:a16="http://schemas.microsoft.com/office/drawing/2014/main" id="{27AEA11D-58DC-E73A-C89B-4CF0EC2B9DE0}"/>
              </a:ext>
            </a:extLst>
          </p:cNvPr>
          <p:cNvPicPr preferRelativeResize="0"/>
          <p:nvPr/>
        </p:nvPicPr>
        <p:blipFill rotWithShape="1">
          <a:blip r:embed="rId4">
            <a:alphaModFix/>
          </a:blip>
          <a:srcRect/>
          <a:stretch/>
        </p:blipFill>
        <p:spPr>
          <a:xfrm>
            <a:off x="173246" y="8970335"/>
            <a:ext cx="1920772" cy="64061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709368"/>
            <a:ext cx="9758884" cy="584775"/>
          </a:xfrm>
          <a:prstGeom prst="rect">
            <a:avLst/>
          </a:prstGeom>
          <a:noFill/>
        </p:spPr>
        <p:txBody>
          <a:bodyPr wrap="square" rtlCol="0">
            <a:spAutoFit/>
          </a:bodyPr>
          <a:lstStyle/>
          <a:p>
            <a:r>
              <a:rPr lang="en-US" sz="3200" b="1" dirty="0"/>
              <a:t>1. What is File Upload Vulnerability?</a:t>
            </a:r>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821935"/>
            <a:ext cx="11341100" cy="3539430"/>
          </a:xfrm>
          <a:prstGeom prst="rect">
            <a:avLst/>
          </a:prstGeom>
          <a:noFill/>
        </p:spPr>
        <p:txBody>
          <a:bodyPr wrap="square" rtlCol="0">
            <a:spAutoFit/>
          </a:bodyPr>
          <a:lstStyle/>
          <a:p>
            <a:pPr marL="342900" indent="-342900">
              <a:buFont typeface="Arial" panose="020B0604020202020204" pitchFamily="34" charset="0"/>
              <a:buChar char="•"/>
            </a:pPr>
            <a:r>
              <a:rPr lang="en-US" sz="2800" b="0" i="0" dirty="0">
                <a:solidFill>
                  <a:srgbClr val="0F0F0F"/>
                </a:solidFill>
                <a:effectLst/>
                <a:latin typeface="+mj-lt"/>
              </a:rPr>
              <a:t>File upload vulnerability is a type of security flaw in a web application that allows an attacker to upload malicious files to the server.</a:t>
            </a:r>
          </a:p>
          <a:p>
            <a:pPr marL="342900" indent="-342900">
              <a:buFont typeface="Arial" panose="020B0604020202020204" pitchFamily="34" charset="0"/>
              <a:buChar char="•"/>
            </a:pPr>
            <a:endParaRPr lang="en-US" sz="2800" b="0" i="0" dirty="0">
              <a:solidFill>
                <a:srgbClr val="0F0F0F"/>
              </a:solidFill>
              <a:effectLst/>
              <a:latin typeface="+mj-lt"/>
            </a:endParaRPr>
          </a:p>
          <a:p>
            <a:pPr marL="342900" indent="-342900">
              <a:buFont typeface="Arial" panose="020B0604020202020204" pitchFamily="34" charset="0"/>
              <a:buChar char="•"/>
            </a:pPr>
            <a:r>
              <a:rPr lang="en-US" sz="2800" b="0" i="0" dirty="0">
                <a:solidFill>
                  <a:srgbClr val="0F0F0F"/>
                </a:solidFill>
                <a:effectLst/>
                <a:latin typeface="+mj-lt"/>
              </a:rPr>
              <a:t>These vulnerabilities occur when an application does not adequately check or restrict the files that users can upload. For example, allowing the upload of executable scripts or files with dangerous content can lead to server compromise or data theft.</a:t>
            </a:r>
            <a:endParaRPr lang="en-US" sz="2000" dirty="0">
              <a:latin typeface="+mj-lt"/>
            </a:endParaRP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19099565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782352"/>
            <a:ext cx="10622484" cy="584775"/>
          </a:xfrm>
          <a:prstGeom prst="rect">
            <a:avLst/>
          </a:prstGeom>
          <a:noFill/>
        </p:spPr>
        <p:txBody>
          <a:bodyPr wrap="square" rtlCol="0">
            <a:spAutoFit/>
          </a:bodyPr>
          <a:lstStyle/>
          <a:p>
            <a:r>
              <a:rPr lang="en-US" sz="3200" b="1" dirty="0"/>
              <a:t>2. Common Vulnerabilities Related to File Upload</a:t>
            </a:r>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821935"/>
            <a:ext cx="11341100" cy="4832092"/>
          </a:xfrm>
          <a:prstGeom prst="rect">
            <a:avLst/>
          </a:prstGeom>
          <a:noFill/>
        </p:spPr>
        <p:txBody>
          <a:bodyPr wrap="square" rtlCol="0">
            <a:spAutoFit/>
          </a:bodyPr>
          <a:lstStyle/>
          <a:p>
            <a:pPr marL="342900" indent="-342900">
              <a:buFont typeface="Arial" panose="020B0604020202020204" pitchFamily="34" charset="0"/>
              <a:buChar char="•"/>
            </a:pPr>
            <a:r>
              <a:rPr lang="en-US" sz="2800" b="1" i="0" dirty="0">
                <a:solidFill>
                  <a:srgbClr val="0F0F0F"/>
                </a:solidFill>
                <a:effectLst/>
                <a:latin typeface="+mj-lt"/>
              </a:rPr>
              <a:t>Executable File Uploads:</a:t>
            </a:r>
            <a:r>
              <a:rPr lang="en-US" sz="2800" i="0" dirty="0">
                <a:solidFill>
                  <a:srgbClr val="0F0F0F"/>
                </a:solidFill>
                <a:effectLst/>
                <a:latin typeface="+mj-lt"/>
              </a:rPr>
              <a:t> Allowing users to upload executable files (.</a:t>
            </a:r>
            <a:r>
              <a:rPr lang="en-US" sz="2800" i="0" dirty="0" err="1">
                <a:solidFill>
                  <a:srgbClr val="0F0F0F"/>
                </a:solidFill>
                <a:effectLst/>
                <a:latin typeface="+mj-lt"/>
              </a:rPr>
              <a:t>php</a:t>
            </a:r>
            <a:r>
              <a:rPr lang="en-US" sz="2800" i="0" dirty="0">
                <a:solidFill>
                  <a:srgbClr val="0F0F0F"/>
                </a:solidFill>
                <a:effectLst/>
                <a:latin typeface="+mj-lt"/>
              </a:rPr>
              <a:t>, .exe, .</a:t>
            </a:r>
            <a:r>
              <a:rPr lang="en-US" sz="2800" i="0" dirty="0" err="1">
                <a:solidFill>
                  <a:srgbClr val="0F0F0F"/>
                </a:solidFill>
                <a:effectLst/>
                <a:latin typeface="+mj-lt"/>
              </a:rPr>
              <a:t>js</a:t>
            </a:r>
            <a:r>
              <a:rPr lang="en-US" sz="2800" i="0" dirty="0">
                <a:solidFill>
                  <a:srgbClr val="0F0F0F"/>
                </a:solidFill>
                <a:effectLst/>
                <a:latin typeface="+mj-lt"/>
              </a:rPr>
              <a:t>) which can be executed on the server or client-side, leading to malicious activities.</a:t>
            </a:r>
          </a:p>
          <a:p>
            <a:pPr marL="342900" indent="-342900">
              <a:buFont typeface="Arial" panose="020B0604020202020204" pitchFamily="34" charset="0"/>
              <a:buChar char="•"/>
            </a:pPr>
            <a:endParaRPr lang="en-US" sz="2800" i="0" dirty="0">
              <a:solidFill>
                <a:srgbClr val="0F0F0F"/>
              </a:solidFill>
              <a:effectLst/>
              <a:latin typeface="+mj-lt"/>
            </a:endParaRPr>
          </a:p>
          <a:p>
            <a:pPr marL="342900" indent="-342900">
              <a:buFont typeface="Arial" panose="020B0604020202020204" pitchFamily="34" charset="0"/>
              <a:buChar char="•"/>
            </a:pPr>
            <a:r>
              <a:rPr lang="en-US" sz="2800" b="1" i="0" dirty="0">
                <a:solidFill>
                  <a:srgbClr val="0F0F0F"/>
                </a:solidFill>
                <a:effectLst/>
                <a:latin typeface="+mj-lt"/>
              </a:rPr>
              <a:t>Inadequate File Validation: </a:t>
            </a:r>
            <a:r>
              <a:rPr lang="en-US" sz="2800" i="0" dirty="0">
                <a:solidFill>
                  <a:srgbClr val="0F0F0F"/>
                </a:solidFill>
                <a:effectLst/>
                <a:latin typeface="+mj-lt"/>
              </a:rPr>
              <a:t>Insufficient validation of file types, sizes, and contents, allowing the upload of potentially harmful files.</a:t>
            </a:r>
          </a:p>
          <a:p>
            <a:pPr marL="342900" indent="-342900">
              <a:buFont typeface="Arial" panose="020B0604020202020204" pitchFamily="34" charset="0"/>
              <a:buChar char="•"/>
            </a:pPr>
            <a:endParaRPr lang="en-US" sz="2800" i="0" dirty="0">
              <a:solidFill>
                <a:srgbClr val="0F0F0F"/>
              </a:solidFill>
              <a:effectLst/>
              <a:latin typeface="+mj-lt"/>
            </a:endParaRPr>
          </a:p>
          <a:p>
            <a:pPr marL="342900" indent="-342900">
              <a:buFont typeface="Arial" panose="020B0604020202020204" pitchFamily="34" charset="0"/>
              <a:buChar char="•"/>
            </a:pPr>
            <a:r>
              <a:rPr lang="en-US" sz="2800" b="1" i="0" dirty="0">
                <a:solidFill>
                  <a:srgbClr val="0F0F0F"/>
                </a:solidFill>
                <a:effectLst/>
                <a:latin typeface="+mj-lt"/>
              </a:rPr>
              <a:t>Directory Traversal in File Uploads: </a:t>
            </a:r>
            <a:r>
              <a:rPr lang="en-US" sz="2800" i="0" dirty="0">
                <a:solidFill>
                  <a:srgbClr val="0F0F0F"/>
                </a:solidFill>
                <a:effectLst/>
                <a:latin typeface="+mj-lt"/>
              </a:rPr>
              <a:t>Vulnerabilities where uploaded files are stored in accessible or sensitive directories, potentially overwriting critical files or leading to path traversal attacks.</a:t>
            </a: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30795853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709368"/>
            <a:ext cx="12141410" cy="1077218"/>
          </a:xfrm>
          <a:prstGeom prst="rect">
            <a:avLst/>
          </a:prstGeom>
          <a:noFill/>
        </p:spPr>
        <p:txBody>
          <a:bodyPr wrap="square" rtlCol="0">
            <a:spAutoFit/>
          </a:bodyPr>
          <a:lstStyle/>
          <a:p>
            <a:r>
              <a:rPr lang="en-US" sz="3200" b="1" dirty="0"/>
              <a:t>3. Impact of File Upload Vulnerabilities</a:t>
            </a:r>
          </a:p>
          <a:p>
            <a:endParaRPr lang="en-US" sz="3200" b="1" dirty="0"/>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659985"/>
            <a:ext cx="11341100" cy="5693866"/>
          </a:xfrm>
          <a:prstGeom prst="rect">
            <a:avLst/>
          </a:prstGeom>
          <a:noFill/>
        </p:spPr>
        <p:txBody>
          <a:bodyPr wrap="square" rtlCol="0">
            <a:spAutoFit/>
          </a:bodyPr>
          <a:lstStyle/>
          <a:p>
            <a:pPr marL="457200" indent="-457200">
              <a:buFont typeface="Arial" panose="020B0604020202020204" pitchFamily="34" charset="0"/>
              <a:buChar char="•"/>
            </a:pPr>
            <a:r>
              <a:rPr lang="en-US" sz="2800" b="1" i="0" dirty="0">
                <a:solidFill>
                  <a:srgbClr val="0F0F0F"/>
                </a:solidFill>
                <a:effectLst/>
                <a:latin typeface="+mj-lt"/>
              </a:rPr>
              <a:t>Server Compromise: </a:t>
            </a:r>
            <a:r>
              <a:rPr lang="en-US" sz="2800" i="0" dirty="0">
                <a:solidFill>
                  <a:srgbClr val="0F0F0F"/>
                </a:solidFill>
                <a:effectLst/>
                <a:latin typeface="+mj-lt"/>
              </a:rPr>
              <a:t>Malicious files can lead to the compromise of the server, allowing attackers to gain control and access sensitive data.</a:t>
            </a:r>
          </a:p>
          <a:p>
            <a:pPr marL="457200" indent="-457200">
              <a:buFont typeface="Arial" panose="020B0604020202020204" pitchFamily="34" charset="0"/>
              <a:buChar char="•"/>
            </a:pPr>
            <a:endParaRPr lang="en-US" sz="2800" i="0" dirty="0">
              <a:solidFill>
                <a:srgbClr val="0F0F0F"/>
              </a:solidFill>
              <a:effectLst/>
              <a:latin typeface="+mj-lt"/>
            </a:endParaRPr>
          </a:p>
          <a:p>
            <a:pPr marL="457200" indent="-457200">
              <a:buFont typeface="Arial" panose="020B0604020202020204" pitchFamily="34" charset="0"/>
              <a:buChar char="•"/>
            </a:pPr>
            <a:r>
              <a:rPr lang="en-US" sz="2800" b="1" i="0" dirty="0">
                <a:solidFill>
                  <a:srgbClr val="0F0F0F"/>
                </a:solidFill>
                <a:effectLst/>
                <a:latin typeface="+mj-lt"/>
              </a:rPr>
              <a:t>Client-side Attacks:</a:t>
            </a:r>
            <a:r>
              <a:rPr lang="en-US" sz="2800" i="0" dirty="0">
                <a:solidFill>
                  <a:srgbClr val="0F0F0F"/>
                </a:solidFill>
                <a:effectLst/>
                <a:latin typeface="+mj-lt"/>
              </a:rPr>
              <a:t> Uploaded files could contain scripts that are executed in the context of other users’ browsers, leading to XSS or other client-side attacks.</a:t>
            </a:r>
          </a:p>
          <a:p>
            <a:pPr marL="457200" indent="-457200">
              <a:buFont typeface="Arial" panose="020B0604020202020204" pitchFamily="34" charset="0"/>
              <a:buChar char="•"/>
            </a:pPr>
            <a:endParaRPr lang="en-US" sz="2800" i="0" dirty="0">
              <a:solidFill>
                <a:srgbClr val="0F0F0F"/>
              </a:solidFill>
              <a:effectLst/>
              <a:latin typeface="+mj-lt"/>
            </a:endParaRPr>
          </a:p>
          <a:p>
            <a:pPr marL="457200" indent="-457200">
              <a:buFont typeface="Arial" panose="020B0604020202020204" pitchFamily="34" charset="0"/>
              <a:buChar char="•"/>
            </a:pPr>
            <a:r>
              <a:rPr lang="en-US" sz="2800" b="1" i="0" dirty="0">
                <a:solidFill>
                  <a:srgbClr val="0F0F0F"/>
                </a:solidFill>
                <a:effectLst/>
                <a:latin typeface="+mj-lt"/>
              </a:rPr>
              <a:t>Data Breach and Theft: </a:t>
            </a:r>
            <a:r>
              <a:rPr lang="en-US" sz="2800" i="0" dirty="0">
                <a:solidFill>
                  <a:srgbClr val="0F0F0F"/>
                </a:solidFill>
                <a:effectLst/>
                <a:latin typeface="+mj-lt"/>
              </a:rPr>
              <a:t>If the server is compromised, attackers can access and exfiltrate sensitive data stored on the server.</a:t>
            </a:r>
          </a:p>
          <a:p>
            <a:pPr marL="457200" indent="-457200">
              <a:buFont typeface="Arial" panose="020B0604020202020204" pitchFamily="34" charset="0"/>
              <a:buChar char="•"/>
            </a:pPr>
            <a:endParaRPr lang="en-US" sz="2800" i="0" dirty="0">
              <a:solidFill>
                <a:srgbClr val="0F0F0F"/>
              </a:solidFill>
              <a:effectLst/>
              <a:latin typeface="+mj-lt"/>
            </a:endParaRPr>
          </a:p>
          <a:p>
            <a:pPr marL="457200" indent="-457200">
              <a:buFont typeface="Arial" panose="020B0604020202020204" pitchFamily="34" charset="0"/>
              <a:buChar char="•"/>
            </a:pPr>
            <a:r>
              <a:rPr lang="en-US" sz="2800" b="1" i="0" dirty="0">
                <a:solidFill>
                  <a:srgbClr val="0F0F0F"/>
                </a:solidFill>
                <a:effectLst/>
                <a:latin typeface="+mj-lt"/>
              </a:rPr>
              <a:t>Denial of Service: </a:t>
            </a:r>
            <a:r>
              <a:rPr lang="en-US" sz="2800" i="0" dirty="0">
                <a:solidFill>
                  <a:srgbClr val="0F0F0F"/>
                </a:solidFill>
                <a:effectLst/>
                <a:latin typeface="+mj-lt"/>
              </a:rPr>
              <a:t>Large or numerous file uploads can consume server resources, leading to a denial of service.</a:t>
            </a:r>
            <a:endParaRPr lang="en-US" sz="2000" dirty="0">
              <a:latin typeface="+mj-lt"/>
            </a:endParaRP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11798560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709368"/>
            <a:ext cx="12141410" cy="1077218"/>
          </a:xfrm>
          <a:prstGeom prst="rect">
            <a:avLst/>
          </a:prstGeom>
          <a:noFill/>
        </p:spPr>
        <p:txBody>
          <a:bodyPr wrap="square" rtlCol="0">
            <a:spAutoFit/>
          </a:bodyPr>
          <a:lstStyle/>
          <a:p>
            <a:r>
              <a:rPr lang="en-US" sz="3200" b="1" dirty="0"/>
              <a:t>4. Prevention Strategies: Strict File Type Validation</a:t>
            </a:r>
          </a:p>
          <a:p>
            <a:endParaRPr lang="en-US" sz="3200" b="1" dirty="0"/>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821935"/>
            <a:ext cx="11341100" cy="2246769"/>
          </a:xfrm>
          <a:prstGeom prst="rect">
            <a:avLst/>
          </a:prstGeom>
          <a:noFill/>
        </p:spPr>
        <p:txBody>
          <a:bodyPr wrap="square" rtlCol="0">
            <a:spAutoFit/>
          </a:bodyPr>
          <a:lstStyle/>
          <a:p>
            <a:pPr marL="457200" indent="-457200">
              <a:buFont typeface="Arial" panose="020B0604020202020204" pitchFamily="34" charset="0"/>
              <a:buChar char="•"/>
            </a:pPr>
            <a:r>
              <a:rPr lang="en-US" sz="2800" i="0" dirty="0">
                <a:solidFill>
                  <a:srgbClr val="0F0F0F"/>
                </a:solidFill>
                <a:effectLst/>
                <a:latin typeface="+mj-lt"/>
              </a:rPr>
              <a:t>Implementing strict file type validation based on file extensions and MIME types to ensure only permitted file types are uploaded.</a:t>
            </a:r>
          </a:p>
          <a:p>
            <a:pPr marL="457200" indent="-457200">
              <a:buFont typeface="Arial" panose="020B0604020202020204" pitchFamily="34" charset="0"/>
              <a:buChar char="•"/>
            </a:pPr>
            <a:endParaRPr lang="en-US" sz="2800" i="0" dirty="0">
              <a:solidFill>
                <a:srgbClr val="0F0F0F"/>
              </a:solidFill>
              <a:effectLst/>
              <a:latin typeface="+mj-lt"/>
            </a:endParaRPr>
          </a:p>
          <a:p>
            <a:pPr marL="457200" indent="-457200">
              <a:buFont typeface="Arial" panose="020B0604020202020204" pitchFamily="34" charset="0"/>
              <a:buChar char="•"/>
            </a:pPr>
            <a:r>
              <a:rPr lang="en-US" sz="2800" i="0" dirty="0">
                <a:solidFill>
                  <a:srgbClr val="0F0F0F"/>
                </a:solidFill>
                <a:effectLst/>
                <a:latin typeface="+mj-lt"/>
              </a:rPr>
              <a:t>Using server-side validation in addition to client-side checks, as client-side validation can be bypassed by attackers.</a:t>
            </a:r>
            <a:endParaRPr lang="en-US" sz="2000" dirty="0">
              <a:latin typeface="+mj-lt"/>
            </a:endParaRP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11660555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709368"/>
            <a:ext cx="12141410" cy="1077218"/>
          </a:xfrm>
          <a:prstGeom prst="rect">
            <a:avLst/>
          </a:prstGeom>
          <a:noFill/>
        </p:spPr>
        <p:txBody>
          <a:bodyPr wrap="square" rtlCol="0">
            <a:spAutoFit/>
          </a:bodyPr>
          <a:lstStyle/>
          <a:p>
            <a:r>
              <a:rPr lang="en-US" sz="3200" b="1" dirty="0"/>
              <a:t>4. </a:t>
            </a:r>
            <a:r>
              <a:rPr lang="fr-FR" sz="3200" b="1" dirty="0"/>
              <a:t>Prevention </a:t>
            </a:r>
            <a:r>
              <a:rPr lang="fr-FR" sz="3200" b="1" dirty="0" err="1"/>
              <a:t>Strategies</a:t>
            </a:r>
            <a:r>
              <a:rPr lang="fr-FR" sz="3200" b="1" dirty="0"/>
              <a:t>: File Content Scanning</a:t>
            </a:r>
            <a:endParaRPr lang="en-US" sz="3200" b="1" dirty="0"/>
          </a:p>
          <a:p>
            <a:endParaRPr lang="en-US" sz="3200" b="1" dirty="0"/>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821935"/>
            <a:ext cx="11341100" cy="2246769"/>
          </a:xfrm>
          <a:prstGeom prst="rect">
            <a:avLst/>
          </a:prstGeom>
          <a:noFill/>
        </p:spPr>
        <p:txBody>
          <a:bodyPr wrap="square" rtlCol="0">
            <a:spAutoFit/>
          </a:bodyPr>
          <a:lstStyle/>
          <a:p>
            <a:pPr marL="457200" indent="-457200">
              <a:buFont typeface="Arial" panose="020B0604020202020204" pitchFamily="34" charset="0"/>
              <a:buChar char="•"/>
            </a:pPr>
            <a:r>
              <a:rPr lang="en-US" sz="2800" i="0" dirty="0">
                <a:solidFill>
                  <a:srgbClr val="0F0F0F"/>
                </a:solidFill>
                <a:effectLst/>
                <a:latin typeface="+mj-lt"/>
              </a:rPr>
              <a:t>Scanning uploaded files for malware or suspicious content using antivirus or anti-malware solutions.</a:t>
            </a:r>
          </a:p>
          <a:p>
            <a:pPr marL="457200" indent="-457200">
              <a:buFont typeface="Arial" panose="020B0604020202020204" pitchFamily="34" charset="0"/>
              <a:buChar char="•"/>
            </a:pPr>
            <a:endParaRPr lang="en-US" sz="2800" i="0" dirty="0">
              <a:solidFill>
                <a:srgbClr val="0F0F0F"/>
              </a:solidFill>
              <a:effectLst/>
              <a:latin typeface="+mj-lt"/>
            </a:endParaRPr>
          </a:p>
          <a:p>
            <a:pPr marL="457200" indent="-457200">
              <a:buFont typeface="Arial" panose="020B0604020202020204" pitchFamily="34" charset="0"/>
              <a:buChar char="•"/>
            </a:pPr>
            <a:r>
              <a:rPr lang="en-US" sz="2800" i="0" dirty="0">
                <a:solidFill>
                  <a:srgbClr val="0F0F0F"/>
                </a:solidFill>
                <a:effectLst/>
                <a:latin typeface="+mj-lt"/>
              </a:rPr>
              <a:t>Implementing real-time scanning of files upon upload to detect and block harmful content before it is stored or executed.</a:t>
            </a:r>
            <a:endParaRPr lang="en-US" sz="2000" dirty="0">
              <a:latin typeface="+mj-lt"/>
            </a:endParaRP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1542159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709368"/>
            <a:ext cx="12730684" cy="584775"/>
          </a:xfrm>
          <a:prstGeom prst="rect">
            <a:avLst/>
          </a:prstGeom>
          <a:noFill/>
        </p:spPr>
        <p:txBody>
          <a:bodyPr wrap="square" rtlCol="0">
            <a:spAutoFit/>
          </a:bodyPr>
          <a:lstStyle/>
          <a:p>
            <a:r>
              <a:rPr lang="en-US" sz="3200" b="1" dirty="0"/>
              <a:t>4. Prevention Strategies: Setting Upload Limits</a:t>
            </a:r>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821935"/>
            <a:ext cx="11341100" cy="2677656"/>
          </a:xfrm>
          <a:prstGeom prst="rect">
            <a:avLst/>
          </a:prstGeom>
          <a:noFill/>
        </p:spPr>
        <p:txBody>
          <a:bodyPr wrap="square" rtlCol="0">
            <a:spAutoFit/>
          </a:bodyPr>
          <a:lstStyle/>
          <a:p>
            <a:pPr marL="457200" indent="-457200">
              <a:buFont typeface="Arial" panose="020B0604020202020204" pitchFamily="34" charset="0"/>
              <a:buChar char="•"/>
            </a:pPr>
            <a:r>
              <a:rPr lang="en-US" sz="2800" i="0" dirty="0">
                <a:solidFill>
                  <a:srgbClr val="0F0F0F"/>
                </a:solidFill>
                <a:effectLst/>
                <a:latin typeface="+mj-lt"/>
              </a:rPr>
              <a:t>Limiting the size and number of files that can be uploaded to prevent denial of service attacks and reduce the risk of storing large volumes of potentially harmful data.</a:t>
            </a:r>
          </a:p>
          <a:p>
            <a:pPr marL="457200" indent="-457200">
              <a:buFont typeface="Arial" panose="020B0604020202020204" pitchFamily="34" charset="0"/>
              <a:buChar char="•"/>
            </a:pPr>
            <a:endParaRPr lang="en-US" sz="2800" i="0" dirty="0">
              <a:solidFill>
                <a:srgbClr val="0F0F0F"/>
              </a:solidFill>
              <a:effectLst/>
              <a:latin typeface="+mj-lt"/>
            </a:endParaRPr>
          </a:p>
          <a:p>
            <a:pPr marL="457200" indent="-457200">
              <a:buFont typeface="Arial" panose="020B0604020202020204" pitchFamily="34" charset="0"/>
              <a:buChar char="•"/>
            </a:pPr>
            <a:r>
              <a:rPr lang="en-US" sz="2800" i="0" dirty="0">
                <a:solidFill>
                  <a:srgbClr val="0F0F0F"/>
                </a:solidFill>
                <a:effectLst/>
                <a:latin typeface="+mj-lt"/>
              </a:rPr>
              <a:t>Implementing quotas or caps on user uploads to manage server storage and resource usage effectively.</a:t>
            </a:r>
            <a:endParaRPr lang="en-US" sz="2000" dirty="0">
              <a:latin typeface="+mj-lt"/>
            </a:endParaRP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7801761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709368"/>
            <a:ext cx="12141410" cy="1077218"/>
          </a:xfrm>
          <a:prstGeom prst="rect">
            <a:avLst/>
          </a:prstGeom>
          <a:noFill/>
        </p:spPr>
        <p:txBody>
          <a:bodyPr wrap="square" rtlCol="0">
            <a:spAutoFit/>
          </a:bodyPr>
          <a:lstStyle/>
          <a:p>
            <a:r>
              <a:rPr lang="en-US" sz="3200" b="1" dirty="0"/>
              <a:t>4. Prevention Strategies: Access Control</a:t>
            </a:r>
          </a:p>
          <a:p>
            <a:endParaRPr lang="en-US" sz="3200" b="1" dirty="0"/>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821935"/>
            <a:ext cx="11341100" cy="2677656"/>
          </a:xfrm>
          <a:prstGeom prst="rect">
            <a:avLst/>
          </a:prstGeom>
          <a:noFill/>
        </p:spPr>
        <p:txBody>
          <a:bodyPr wrap="square" rtlCol="0">
            <a:spAutoFit/>
          </a:bodyPr>
          <a:lstStyle/>
          <a:p>
            <a:pPr marL="457200" indent="-457200">
              <a:buFont typeface="Arial" panose="020B0604020202020204" pitchFamily="34" charset="0"/>
              <a:buChar char="•"/>
            </a:pPr>
            <a:r>
              <a:rPr lang="en-US" sz="2800" i="0" dirty="0">
                <a:solidFill>
                  <a:srgbClr val="0F0F0F"/>
                </a:solidFill>
                <a:effectLst/>
                <a:latin typeface="+mj-lt"/>
              </a:rPr>
              <a:t>Implementing robust access control mechanisms to restrict who can upload files and which types of files can be uploaded, based on user roles and permissions.</a:t>
            </a:r>
          </a:p>
          <a:p>
            <a:pPr marL="457200" indent="-457200">
              <a:buFont typeface="Arial" panose="020B0604020202020204" pitchFamily="34" charset="0"/>
              <a:buChar char="•"/>
            </a:pPr>
            <a:endParaRPr lang="en-US" sz="2800" i="0" dirty="0">
              <a:solidFill>
                <a:srgbClr val="0F0F0F"/>
              </a:solidFill>
              <a:effectLst/>
              <a:latin typeface="+mj-lt"/>
            </a:endParaRPr>
          </a:p>
          <a:p>
            <a:pPr marL="457200" indent="-457200">
              <a:buFont typeface="Arial" panose="020B0604020202020204" pitchFamily="34" charset="0"/>
              <a:buChar char="•"/>
            </a:pPr>
            <a:r>
              <a:rPr lang="en-US" sz="2800" i="0" dirty="0">
                <a:solidFill>
                  <a:srgbClr val="0F0F0F"/>
                </a:solidFill>
                <a:effectLst/>
                <a:latin typeface="+mj-lt"/>
              </a:rPr>
              <a:t>Ensuring that file uploads and access to uploaded files are logged and monitored for auditing and security purposes.</a:t>
            </a:r>
            <a:endParaRPr lang="en-US" sz="2000" dirty="0">
              <a:latin typeface="+mj-lt"/>
            </a:endParaRP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42278140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709368"/>
            <a:ext cx="12141410" cy="584775"/>
          </a:xfrm>
          <a:prstGeom prst="rect">
            <a:avLst/>
          </a:prstGeom>
          <a:noFill/>
        </p:spPr>
        <p:txBody>
          <a:bodyPr wrap="square" rtlCol="0">
            <a:spAutoFit/>
          </a:bodyPr>
          <a:lstStyle/>
          <a:p>
            <a:r>
              <a:rPr lang="en-US" sz="3200" b="1" dirty="0"/>
              <a:t>4. Prevention Strategies: User Awareness and Training</a:t>
            </a:r>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821935"/>
            <a:ext cx="11341100" cy="2246769"/>
          </a:xfrm>
          <a:prstGeom prst="rect">
            <a:avLst/>
          </a:prstGeom>
          <a:noFill/>
        </p:spPr>
        <p:txBody>
          <a:bodyPr wrap="square" rtlCol="0">
            <a:spAutoFit/>
          </a:bodyPr>
          <a:lstStyle/>
          <a:p>
            <a:pPr marL="457200" indent="-457200">
              <a:buFont typeface="Arial" panose="020B0604020202020204" pitchFamily="34" charset="0"/>
              <a:buChar char="•"/>
            </a:pPr>
            <a:r>
              <a:rPr lang="en-US" sz="2800" i="0" dirty="0">
                <a:solidFill>
                  <a:srgbClr val="0F0F0F"/>
                </a:solidFill>
                <a:effectLst/>
                <a:latin typeface="+mj-lt"/>
              </a:rPr>
              <a:t>Educating users about safe file upload practices and the risks associated with uploading files from untrusted </a:t>
            </a:r>
            <a:r>
              <a:rPr lang="en-US" sz="2800" i="0">
                <a:solidFill>
                  <a:srgbClr val="0F0F0F"/>
                </a:solidFill>
                <a:effectLst/>
                <a:latin typeface="+mj-lt"/>
              </a:rPr>
              <a:t>sources.</a:t>
            </a:r>
          </a:p>
          <a:p>
            <a:pPr marL="457200" indent="-457200">
              <a:buFont typeface="Arial" panose="020B0604020202020204" pitchFamily="34" charset="0"/>
              <a:buChar char="•"/>
            </a:pPr>
            <a:endParaRPr lang="en-US" sz="2800" i="0" dirty="0">
              <a:solidFill>
                <a:srgbClr val="0F0F0F"/>
              </a:solidFill>
              <a:effectLst/>
              <a:latin typeface="+mj-lt"/>
            </a:endParaRPr>
          </a:p>
          <a:p>
            <a:pPr marL="457200" indent="-457200">
              <a:buFont typeface="Arial" panose="020B0604020202020204" pitchFamily="34" charset="0"/>
              <a:buChar char="•"/>
            </a:pPr>
            <a:r>
              <a:rPr lang="en-US" sz="2800" i="0" dirty="0">
                <a:solidFill>
                  <a:srgbClr val="0F0F0F"/>
                </a:solidFill>
                <a:effectLst/>
                <a:latin typeface="+mj-lt"/>
              </a:rPr>
              <a:t>Providing clear guidelines and feedback to users on acceptable file types and sizes to prevent unintentional security breaches.</a:t>
            </a:r>
            <a:endParaRPr lang="en-US" sz="2000" dirty="0">
              <a:latin typeface="+mj-lt"/>
            </a:endParaRP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38537730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709368"/>
            <a:ext cx="12141410" cy="584775"/>
          </a:xfrm>
          <a:prstGeom prst="rect">
            <a:avLst/>
          </a:prstGeom>
          <a:noFill/>
        </p:spPr>
        <p:txBody>
          <a:bodyPr wrap="square" rtlCol="0">
            <a:spAutoFit/>
          </a:bodyPr>
          <a:lstStyle/>
          <a:p>
            <a:r>
              <a:rPr lang="en-US" sz="3200" b="1" dirty="0"/>
              <a:t>Summary</a:t>
            </a:r>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087828"/>
            <a:ext cx="11341100" cy="6555641"/>
          </a:xfrm>
          <a:prstGeom prst="rect">
            <a:avLst/>
          </a:prstGeom>
          <a:noFill/>
        </p:spPr>
        <p:txBody>
          <a:bodyPr wrap="square" rtlCol="0">
            <a:spAutoFit/>
          </a:bodyPr>
          <a:lstStyle/>
          <a:p>
            <a:r>
              <a:rPr lang="en-US" sz="2800" b="1" i="0" dirty="0">
                <a:solidFill>
                  <a:srgbClr val="0F0F0F"/>
                </a:solidFill>
                <a:effectLst/>
                <a:latin typeface="+mj-lt"/>
              </a:rPr>
              <a:t>Definition of File Upload Vulnerability:</a:t>
            </a:r>
          </a:p>
          <a:p>
            <a:pPr marL="457200" indent="-457200">
              <a:buFont typeface="Arial" panose="020B0604020202020204" pitchFamily="34" charset="0"/>
              <a:buChar char="•"/>
            </a:pPr>
            <a:r>
              <a:rPr lang="en-US" sz="2800" i="0" dirty="0">
                <a:solidFill>
                  <a:srgbClr val="0F0F0F"/>
                </a:solidFill>
                <a:effectLst/>
                <a:latin typeface="+mj-lt"/>
              </a:rPr>
              <a:t>A security flaw allowing attackers to upload malicious files to the server, occurring when user file uploads are not adequately checked.</a:t>
            </a:r>
          </a:p>
          <a:p>
            <a:pPr marL="457200" indent="-457200">
              <a:buFont typeface="Arial" panose="020B0604020202020204" pitchFamily="34" charset="0"/>
              <a:buChar char="•"/>
            </a:pPr>
            <a:endParaRPr lang="en-US" sz="2800" i="0" dirty="0">
              <a:solidFill>
                <a:srgbClr val="0F0F0F"/>
              </a:solidFill>
              <a:effectLst/>
              <a:latin typeface="+mj-lt"/>
            </a:endParaRPr>
          </a:p>
          <a:p>
            <a:r>
              <a:rPr lang="en-US" sz="2800" b="1" i="0" dirty="0">
                <a:solidFill>
                  <a:srgbClr val="0F0F0F"/>
                </a:solidFill>
                <a:effectLst/>
                <a:latin typeface="+mj-lt"/>
              </a:rPr>
              <a:t>Common Vulnerabilities Related to File Upload:</a:t>
            </a:r>
          </a:p>
          <a:p>
            <a:pPr marL="457200" indent="-457200">
              <a:buFont typeface="Arial" panose="020B0604020202020204" pitchFamily="34" charset="0"/>
              <a:buChar char="•"/>
            </a:pPr>
            <a:r>
              <a:rPr lang="en-US" sz="2800" i="0" dirty="0">
                <a:solidFill>
                  <a:srgbClr val="0F0F0F"/>
                </a:solidFill>
                <a:effectLst/>
                <a:latin typeface="+mj-lt"/>
              </a:rPr>
              <a:t>Includes executable file uploads, inadequate file validation, and directory traversal in file uploads.</a:t>
            </a:r>
          </a:p>
          <a:p>
            <a:pPr marL="457200" indent="-457200">
              <a:buFont typeface="Arial" panose="020B0604020202020204" pitchFamily="34" charset="0"/>
              <a:buChar char="•"/>
            </a:pPr>
            <a:endParaRPr lang="en-US" sz="2800" i="0" dirty="0">
              <a:solidFill>
                <a:srgbClr val="0F0F0F"/>
              </a:solidFill>
              <a:effectLst/>
              <a:latin typeface="+mj-lt"/>
            </a:endParaRPr>
          </a:p>
          <a:p>
            <a:r>
              <a:rPr lang="en-US" sz="2800" b="1" i="0" dirty="0">
                <a:solidFill>
                  <a:srgbClr val="0F0F0F"/>
                </a:solidFill>
                <a:effectLst/>
                <a:latin typeface="+mj-lt"/>
              </a:rPr>
              <a:t>Impact of File Upload Vulnerabilities:</a:t>
            </a:r>
          </a:p>
          <a:p>
            <a:pPr marL="457200" indent="-457200">
              <a:buFont typeface="Arial" panose="020B0604020202020204" pitchFamily="34" charset="0"/>
              <a:buChar char="•"/>
            </a:pPr>
            <a:r>
              <a:rPr lang="en-US" sz="2800" i="0" dirty="0">
                <a:solidFill>
                  <a:srgbClr val="0F0F0F"/>
                </a:solidFill>
                <a:effectLst/>
                <a:latin typeface="+mj-lt"/>
              </a:rPr>
              <a:t>Can lead to server compromise, client-side attacks, data breaches, and denial </a:t>
            </a:r>
            <a:r>
              <a:rPr lang="en-US" sz="2800" i="0">
                <a:solidFill>
                  <a:srgbClr val="0F0F0F"/>
                </a:solidFill>
                <a:effectLst/>
                <a:latin typeface="+mj-lt"/>
              </a:rPr>
              <a:t>of service​​</a:t>
            </a:r>
            <a:r>
              <a:rPr lang="en-US" sz="2800" i="0" dirty="0">
                <a:solidFill>
                  <a:srgbClr val="0F0F0F"/>
                </a:solidFill>
                <a:effectLst/>
                <a:latin typeface="+mj-lt"/>
              </a:rPr>
              <a:t>.</a:t>
            </a:r>
          </a:p>
          <a:p>
            <a:pPr marL="457200" indent="-457200">
              <a:buFont typeface="Arial" panose="020B0604020202020204" pitchFamily="34" charset="0"/>
              <a:buChar char="•"/>
            </a:pPr>
            <a:endParaRPr lang="en-US" sz="2800" i="0" dirty="0">
              <a:solidFill>
                <a:srgbClr val="0F0F0F"/>
              </a:solidFill>
              <a:effectLst/>
              <a:latin typeface="+mj-lt"/>
            </a:endParaRPr>
          </a:p>
          <a:p>
            <a:r>
              <a:rPr lang="en-US" sz="2800" b="1" i="0" dirty="0">
                <a:solidFill>
                  <a:srgbClr val="0F0F0F"/>
                </a:solidFill>
                <a:effectLst/>
                <a:latin typeface="+mj-lt"/>
              </a:rPr>
              <a:t>Prevention Strategies:</a:t>
            </a:r>
            <a:r>
              <a:rPr lang="en-US" sz="2800" b="1" dirty="0">
                <a:solidFill>
                  <a:srgbClr val="0F0F0F"/>
                </a:solidFill>
                <a:latin typeface="+mj-lt"/>
              </a:rPr>
              <a:t> </a:t>
            </a:r>
            <a:r>
              <a:rPr lang="en-US" sz="2800" i="0" dirty="0">
                <a:solidFill>
                  <a:srgbClr val="0F0F0F"/>
                </a:solidFill>
                <a:effectLst/>
                <a:latin typeface="+mj-lt"/>
              </a:rPr>
              <a:t>Strict File Type Validation, File Content Scanning, Setting Upload Limits</a:t>
            </a:r>
            <a:endParaRPr lang="en-US" sz="2000" dirty="0">
              <a:latin typeface="+mj-lt"/>
            </a:endParaRP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3047699374"/>
      </p:ext>
    </p:extLst>
  </p:cSld>
  <p:clrMapOvr>
    <a:masterClrMapping/>
  </p:clrMapOvr>
</p:sld>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99</TotalTime>
  <Words>633</Words>
  <Application>Microsoft Office PowerPoint</Application>
  <PresentationFormat>Custom</PresentationFormat>
  <Paragraphs>55</Paragraphs>
  <Slides>11</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Helvetica Neue</vt:lpstr>
      <vt:lpstr>Helvetica Neue Light</vt:lpstr>
      <vt:lpstr>White</vt:lpstr>
      <vt:lpstr>Chapter 11: File upload vulnerabilities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Web Security Introduction </dc:title>
  <cp:lastModifiedBy>Ero Sennin</cp:lastModifiedBy>
  <cp:revision>1</cp:revision>
  <dcterms:modified xsi:type="dcterms:W3CDTF">2023-11-30T03:20:00Z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4419168</vt:lpwstr>
  </property>
  <property fmtid="{D5CDD505-2E9C-101B-9397-08002B2CF9AE}" pid="3" name="NXPowerLiteSettings">
    <vt:lpwstr>C700052003A000</vt:lpwstr>
  </property>
  <property fmtid="{D5CDD505-2E9C-101B-9397-08002B2CF9AE}" pid="4" name="NXPowerLiteVersion">
    <vt:lpwstr>D8.0.4</vt:lpwstr>
  </property>
</Properties>
</file>