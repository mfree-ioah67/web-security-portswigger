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331" r:id="rId4"/>
    <p:sldId id="365" r:id="rId5"/>
    <p:sldId id="366" r:id="rId6"/>
    <p:sldId id="367" r:id="rId7"/>
    <p:sldId id="368" r:id="rId8"/>
    <p:sldId id="369" r:id="rId9"/>
    <p:sldId id="370" r:id="rId10"/>
    <p:sldId id="371" r:id="rId11"/>
    <p:sldId id="372" r:id="rId12"/>
    <p:sldId id="373" r:id="rId13"/>
  </p:sldIdLst>
  <p:sldSz cx="13004800" cy="9753600"/>
  <p:notesSz cx="6858000" cy="9144000"/>
  <p:embeddedFontLst>
    <p:embeddedFont>
      <p:font typeface="Helvetica Neue" panose="020B0604020202020204" charset="0"/>
      <p:regular r:id="rId15"/>
      <p:bold r:id="rId16"/>
      <p:italic r:id="rId17"/>
      <p:boldItalic r:id="rId18"/>
    </p:embeddedFont>
    <p:embeddedFont>
      <p:font typeface="Helvetica Neue Light" panose="020B060402020202020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072">
          <p15:clr>
            <a:srgbClr val="A4A3A4"/>
          </p15:clr>
        </p15:guide>
        <p15:guide id="2" pos="4096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3" roundtripDataSignature="AMtx7mhnKKISbOK9ISA8HSU8hUwhbZbY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E38750-3549-4DEA-910C-395082F5D0B9}" v="1" dt="2023-11-30T02:51:54.7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1094" y="110"/>
      </p:cViewPr>
      <p:guideLst>
        <p:guide orient="horz" pos="3072"/>
        <p:guide pos="40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93" Type="http://customschemas.google.com/relationships/presentationmetadata" Target="metadata"/><Relationship Id="rId98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9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9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94" Type="http://schemas.openxmlformats.org/officeDocument/2006/relationships/presProps" Target="presProps.xml"/><Relationship Id="rId9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o Sennin" userId="03426be40f75dd1c" providerId="LiveId" clId="{D0E502A0-A6DA-4CC1-86CC-25483B08AD6F}"/>
    <pc:docChg chg="undo custSel addSld delSld modSld">
      <pc:chgData name="Ero Sennin" userId="03426be40f75dd1c" providerId="LiveId" clId="{D0E502A0-A6DA-4CC1-86CC-25483B08AD6F}" dt="2023-11-18T18:20:51.137" v="84" actId="47"/>
      <pc:docMkLst>
        <pc:docMk/>
      </pc:docMkLst>
      <pc:sldChg chg="modSp mod">
        <pc:chgData name="Ero Sennin" userId="03426be40f75dd1c" providerId="LiveId" clId="{D0E502A0-A6DA-4CC1-86CC-25483B08AD6F}" dt="2023-11-18T18:07:03.251" v="20" actId="1076"/>
        <pc:sldMkLst>
          <pc:docMk/>
          <pc:sldMk cId="0" sldId="256"/>
        </pc:sldMkLst>
        <pc:spChg chg="mod">
          <ac:chgData name="Ero Sennin" userId="03426be40f75dd1c" providerId="LiveId" clId="{D0E502A0-A6DA-4CC1-86CC-25483B08AD6F}" dt="2023-11-18T18:07:03.251" v="20" actId="1076"/>
          <ac:spMkLst>
            <pc:docMk/>
            <pc:sldMk cId="0" sldId="256"/>
            <ac:spMk id="58" creationId="{00000000-0000-0000-0000-000000000000}"/>
          </ac:spMkLst>
        </pc:spChg>
        <pc:picChg chg="mod">
          <ac:chgData name="Ero Sennin" userId="03426be40f75dd1c" providerId="LiveId" clId="{D0E502A0-A6DA-4CC1-86CC-25483B08AD6F}" dt="2023-11-18T18:06:55.577" v="17" actId="1076"/>
          <ac:picMkLst>
            <pc:docMk/>
            <pc:sldMk cId="0" sldId="256"/>
            <ac:picMk id="57" creationId="{00000000-0000-0000-0000-000000000000}"/>
          </ac:picMkLst>
        </pc:picChg>
      </pc:sldChg>
      <pc:sldChg chg="addSp delSp modSp mod">
        <pc:chgData name="Ero Sennin" userId="03426be40f75dd1c" providerId="LiveId" clId="{D0E502A0-A6DA-4CC1-86CC-25483B08AD6F}" dt="2023-11-18T18:06:35.050" v="11" actId="1076"/>
        <pc:sldMkLst>
          <pc:docMk/>
          <pc:sldMk cId="0" sldId="258"/>
        </pc:sldMkLst>
        <pc:spChg chg="mod">
          <ac:chgData name="Ero Sennin" userId="03426be40f75dd1c" providerId="LiveId" clId="{D0E502A0-A6DA-4CC1-86CC-25483B08AD6F}" dt="2023-11-18T18:06:35.050" v="11" actId="1076"/>
          <ac:spMkLst>
            <pc:docMk/>
            <pc:sldMk cId="0" sldId="258"/>
            <ac:spMk id="72" creationId="{00000000-0000-0000-0000-000000000000}"/>
          </ac:spMkLst>
        </pc:spChg>
        <pc:graphicFrameChg chg="add del mod">
          <ac:chgData name="Ero Sennin" userId="03426be40f75dd1c" providerId="LiveId" clId="{D0E502A0-A6DA-4CC1-86CC-25483B08AD6F}" dt="2023-11-18T18:05:51.841" v="1"/>
          <ac:graphicFrameMkLst>
            <pc:docMk/>
            <pc:sldMk cId="0" sldId="258"/>
            <ac:graphicFrameMk id="3" creationId="{F466027A-CC25-3537-B686-7A6E9D1986A2}"/>
          </ac:graphicFrameMkLst>
        </pc:graphicFrameChg>
      </pc:sldChg>
      <pc:sldChg chg="modSp add del mod">
        <pc:chgData name="Ero Sennin" userId="03426be40f75dd1c" providerId="LiveId" clId="{D0E502A0-A6DA-4CC1-86CC-25483B08AD6F}" dt="2023-11-18T18:15:02.068" v="31" actId="20577"/>
        <pc:sldMkLst>
          <pc:docMk/>
          <pc:sldMk cId="1909956528" sldId="331"/>
        </pc:sldMkLst>
        <pc:spChg chg="mod">
          <ac:chgData name="Ero Sennin" userId="03426be40f75dd1c" providerId="LiveId" clId="{D0E502A0-A6DA-4CC1-86CC-25483B08AD6F}" dt="2023-11-18T18:10:49.445" v="26" actId="14100"/>
          <ac:spMkLst>
            <pc:docMk/>
            <pc:sldMk cId="1909956528" sldId="331"/>
            <ac:spMk id="6" creationId="{52BDBAC3-67AD-4A97-7850-28F18722F0B1}"/>
          </ac:spMkLst>
        </pc:spChg>
        <pc:spChg chg="mod">
          <ac:chgData name="Ero Sennin" userId="03426be40f75dd1c" providerId="LiveId" clId="{D0E502A0-A6DA-4CC1-86CC-25483B08AD6F}" dt="2023-11-18T18:15:02.068" v="31" actId="20577"/>
          <ac:spMkLst>
            <pc:docMk/>
            <pc:sldMk cId="1909956528" sldId="331"/>
            <ac:spMk id="8" creationId="{6CF85C25-FECF-02E7-8B5D-63C724E2B28B}"/>
          </ac:spMkLst>
        </pc:spChg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265992425" sldId="332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3161217611" sldId="333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2794045480" sldId="334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4204554352" sldId="335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1789055924" sldId="336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2941605581" sldId="337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3117361790" sldId="339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379817075" sldId="340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424304537" sldId="341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2187594355" sldId="342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3977605819" sldId="343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71056339" sldId="344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3362010045" sldId="345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1608157032" sldId="346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1396905398" sldId="347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775201600" sldId="348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271087555" sldId="349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2540738932" sldId="350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1629030163" sldId="351"/>
        </pc:sldMkLst>
      </pc:sldChg>
      <pc:sldChg chg="del">
        <pc:chgData name="Ero Sennin" userId="03426be40f75dd1c" providerId="LiveId" clId="{D0E502A0-A6DA-4CC1-86CC-25483B08AD6F}" dt="2023-11-18T18:06:37.066" v="12" actId="47"/>
        <pc:sldMkLst>
          <pc:docMk/>
          <pc:sldMk cId="1241933059" sldId="352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3583452087" sldId="353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4106494306" sldId="354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1657417804" sldId="355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1436753255" sldId="356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614219353" sldId="357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1484790467" sldId="358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3470068793" sldId="359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3021743333" sldId="360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2006295453" sldId="361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3399441557" sldId="362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3729408570" sldId="363"/>
        </pc:sldMkLst>
      </pc:sldChg>
      <pc:sldChg chg="del">
        <pc:chgData name="Ero Sennin" userId="03426be40f75dd1c" providerId="LiveId" clId="{D0E502A0-A6DA-4CC1-86CC-25483B08AD6F}" dt="2023-11-18T18:20:51.137" v="84" actId="47"/>
        <pc:sldMkLst>
          <pc:docMk/>
          <pc:sldMk cId="3669757811" sldId="364"/>
        </pc:sldMkLst>
      </pc:sldChg>
      <pc:sldChg chg="modSp add mod">
        <pc:chgData name="Ero Sennin" userId="03426be40f75dd1c" providerId="LiveId" clId="{D0E502A0-A6DA-4CC1-86CC-25483B08AD6F}" dt="2023-11-18T18:15:53.973" v="34" actId="20577"/>
        <pc:sldMkLst>
          <pc:docMk/>
          <pc:sldMk cId="3079585306" sldId="365"/>
        </pc:sldMkLst>
        <pc:spChg chg="mod">
          <ac:chgData name="Ero Sennin" userId="03426be40f75dd1c" providerId="LiveId" clId="{D0E502A0-A6DA-4CC1-86CC-25483B08AD6F}" dt="2023-11-18T18:15:53.973" v="34" actId="20577"/>
          <ac:spMkLst>
            <pc:docMk/>
            <pc:sldMk cId="3079585306" sldId="365"/>
            <ac:spMk id="8" creationId="{6CF85C25-FECF-02E7-8B5D-63C724E2B28B}"/>
          </ac:spMkLst>
        </pc:spChg>
      </pc:sldChg>
      <pc:sldChg chg="modSp add mod">
        <pc:chgData name="Ero Sennin" userId="03426be40f75dd1c" providerId="LiveId" clId="{D0E502A0-A6DA-4CC1-86CC-25483B08AD6F}" dt="2023-11-18T18:16:46.487" v="45" actId="20577"/>
        <pc:sldMkLst>
          <pc:docMk/>
          <pc:sldMk cId="1179856051" sldId="366"/>
        </pc:sldMkLst>
        <pc:spChg chg="mod">
          <ac:chgData name="Ero Sennin" userId="03426be40f75dd1c" providerId="LiveId" clId="{D0E502A0-A6DA-4CC1-86CC-25483B08AD6F}" dt="2023-11-18T18:16:24.145" v="38" actId="14100"/>
          <ac:spMkLst>
            <pc:docMk/>
            <pc:sldMk cId="1179856051" sldId="366"/>
            <ac:spMk id="6" creationId="{52BDBAC3-67AD-4A97-7850-28F18722F0B1}"/>
          </ac:spMkLst>
        </pc:spChg>
        <pc:spChg chg="mod">
          <ac:chgData name="Ero Sennin" userId="03426be40f75dd1c" providerId="LiveId" clId="{D0E502A0-A6DA-4CC1-86CC-25483B08AD6F}" dt="2023-11-18T18:16:46.487" v="45" actId="20577"/>
          <ac:spMkLst>
            <pc:docMk/>
            <pc:sldMk cId="1179856051" sldId="366"/>
            <ac:spMk id="8" creationId="{6CF85C25-FECF-02E7-8B5D-63C724E2B28B}"/>
          </ac:spMkLst>
        </pc:spChg>
      </pc:sldChg>
      <pc:sldChg chg="modSp add mod">
        <pc:chgData name="Ero Sennin" userId="03426be40f75dd1c" providerId="LiveId" clId="{D0E502A0-A6DA-4CC1-86CC-25483B08AD6F}" dt="2023-11-18T18:17:15.464" v="49" actId="20577"/>
        <pc:sldMkLst>
          <pc:docMk/>
          <pc:sldMk cId="1166055557" sldId="367"/>
        </pc:sldMkLst>
        <pc:spChg chg="mod">
          <ac:chgData name="Ero Sennin" userId="03426be40f75dd1c" providerId="LiveId" clId="{D0E502A0-A6DA-4CC1-86CC-25483B08AD6F}" dt="2023-11-18T18:17:15.464" v="49" actId="20577"/>
          <ac:spMkLst>
            <pc:docMk/>
            <pc:sldMk cId="1166055557" sldId="367"/>
            <ac:spMk id="8" creationId="{6CF85C25-FECF-02E7-8B5D-63C724E2B28B}"/>
          </ac:spMkLst>
        </pc:spChg>
      </pc:sldChg>
      <pc:sldChg chg="modSp add mod">
        <pc:chgData name="Ero Sennin" userId="03426be40f75dd1c" providerId="LiveId" clId="{D0E502A0-A6DA-4CC1-86CC-25483B08AD6F}" dt="2023-11-18T18:17:47.664" v="53" actId="20577"/>
        <pc:sldMkLst>
          <pc:docMk/>
          <pc:sldMk cId="1542159574" sldId="368"/>
        </pc:sldMkLst>
        <pc:spChg chg="mod">
          <ac:chgData name="Ero Sennin" userId="03426be40f75dd1c" providerId="LiveId" clId="{D0E502A0-A6DA-4CC1-86CC-25483B08AD6F}" dt="2023-11-18T18:17:47.664" v="53" actId="20577"/>
          <ac:spMkLst>
            <pc:docMk/>
            <pc:sldMk cId="1542159574" sldId="368"/>
            <ac:spMk id="8" creationId="{6CF85C25-FECF-02E7-8B5D-63C724E2B28B}"/>
          </ac:spMkLst>
        </pc:spChg>
      </pc:sldChg>
      <pc:sldChg chg="addSp delSp modSp add mod">
        <pc:chgData name="Ero Sennin" userId="03426be40f75dd1c" providerId="LiveId" clId="{D0E502A0-A6DA-4CC1-86CC-25483B08AD6F}" dt="2023-11-18T18:19:03.660" v="68" actId="22"/>
        <pc:sldMkLst>
          <pc:docMk/>
          <pc:sldMk cId="780176159" sldId="369"/>
        </pc:sldMkLst>
        <pc:spChg chg="add del">
          <ac:chgData name="Ero Sennin" userId="03426be40f75dd1c" providerId="LiveId" clId="{D0E502A0-A6DA-4CC1-86CC-25483B08AD6F}" dt="2023-11-18T18:19:03.660" v="68" actId="22"/>
          <ac:spMkLst>
            <pc:docMk/>
            <pc:sldMk cId="780176159" sldId="369"/>
            <ac:spMk id="3" creationId="{2310BC17-30A7-2068-C1C3-35F6BE4FE6E8}"/>
          </ac:spMkLst>
        </pc:spChg>
        <pc:spChg chg="mod">
          <ac:chgData name="Ero Sennin" userId="03426be40f75dd1c" providerId="LiveId" clId="{D0E502A0-A6DA-4CC1-86CC-25483B08AD6F}" dt="2023-11-18T18:18:23.849" v="62"/>
          <ac:spMkLst>
            <pc:docMk/>
            <pc:sldMk cId="780176159" sldId="369"/>
            <ac:spMk id="6" creationId="{52BDBAC3-67AD-4A97-7850-28F18722F0B1}"/>
          </ac:spMkLst>
        </pc:spChg>
        <pc:spChg chg="mod">
          <ac:chgData name="Ero Sennin" userId="03426be40f75dd1c" providerId="LiveId" clId="{D0E502A0-A6DA-4CC1-86CC-25483B08AD6F}" dt="2023-11-18T18:18:39.867" v="66" actId="12"/>
          <ac:spMkLst>
            <pc:docMk/>
            <pc:sldMk cId="780176159" sldId="369"/>
            <ac:spMk id="8" creationId="{6CF85C25-FECF-02E7-8B5D-63C724E2B28B}"/>
          </ac:spMkLst>
        </pc:spChg>
      </pc:sldChg>
      <pc:sldChg chg="modSp add mod">
        <pc:chgData name="Ero Sennin" userId="03426be40f75dd1c" providerId="LiveId" clId="{D0E502A0-A6DA-4CC1-86CC-25483B08AD6F}" dt="2023-11-18T18:19:09.997" v="71" actId="20577"/>
        <pc:sldMkLst>
          <pc:docMk/>
          <pc:sldMk cId="4227814038" sldId="370"/>
        </pc:sldMkLst>
        <pc:spChg chg="mod">
          <ac:chgData name="Ero Sennin" userId="03426be40f75dd1c" providerId="LiveId" clId="{D0E502A0-A6DA-4CC1-86CC-25483B08AD6F}" dt="2023-11-18T18:19:09.997" v="71" actId="20577"/>
          <ac:spMkLst>
            <pc:docMk/>
            <pc:sldMk cId="4227814038" sldId="370"/>
            <ac:spMk id="8" creationId="{6CF85C25-FECF-02E7-8B5D-63C724E2B28B}"/>
          </ac:spMkLst>
        </pc:spChg>
      </pc:sldChg>
      <pc:sldChg chg="modSp add mod">
        <pc:chgData name="Ero Sennin" userId="03426be40f75dd1c" providerId="LiveId" clId="{D0E502A0-A6DA-4CC1-86CC-25483B08AD6F}" dt="2023-11-18T18:19:41.903" v="76" actId="20577"/>
        <pc:sldMkLst>
          <pc:docMk/>
          <pc:sldMk cId="3853773006" sldId="371"/>
        </pc:sldMkLst>
        <pc:spChg chg="mod">
          <ac:chgData name="Ero Sennin" userId="03426be40f75dd1c" providerId="LiveId" clId="{D0E502A0-A6DA-4CC1-86CC-25483B08AD6F}" dt="2023-11-18T18:19:33.123" v="74"/>
          <ac:spMkLst>
            <pc:docMk/>
            <pc:sldMk cId="3853773006" sldId="371"/>
            <ac:spMk id="6" creationId="{52BDBAC3-67AD-4A97-7850-28F18722F0B1}"/>
          </ac:spMkLst>
        </pc:spChg>
        <pc:spChg chg="mod">
          <ac:chgData name="Ero Sennin" userId="03426be40f75dd1c" providerId="LiveId" clId="{D0E502A0-A6DA-4CC1-86CC-25483B08AD6F}" dt="2023-11-18T18:19:41.903" v="76" actId="20577"/>
          <ac:spMkLst>
            <pc:docMk/>
            <pc:sldMk cId="3853773006" sldId="371"/>
            <ac:spMk id="8" creationId="{6CF85C25-FECF-02E7-8B5D-63C724E2B28B}"/>
          </ac:spMkLst>
        </pc:spChg>
      </pc:sldChg>
      <pc:sldChg chg="modSp add mod">
        <pc:chgData name="Ero Sennin" userId="03426be40f75dd1c" providerId="LiveId" clId="{D0E502A0-A6DA-4CC1-86CC-25483B08AD6F}" dt="2023-11-18T18:20:44.409" v="83" actId="20577"/>
        <pc:sldMkLst>
          <pc:docMk/>
          <pc:sldMk cId="784932187" sldId="372"/>
        </pc:sldMkLst>
        <pc:spChg chg="mod">
          <ac:chgData name="Ero Sennin" userId="03426be40f75dd1c" providerId="LiveId" clId="{D0E502A0-A6DA-4CC1-86CC-25483B08AD6F}" dt="2023-11-18T18:19:58.188" v="79"/>
          <ac:spMkLst>
            <pc:docMk/>
            <pc:sldMk cId="784932187" sldId="372"/>
            <ac:spMk id="6" creationId="{52BDBAC3-67AD-4A97-7850-28F18722F0B1}"/>
          </ac:spMkLst>
        </pc:spChg>
        <pc:spChg chg="mod">
          <ac:chgData name="Ero Sennin" userId="03426be40f75dd1c" providerId="LiveId" clId="{D0E502A0-A6DA-4CC1-86CC-25483B08AD6F}" dt="2023-11-18T18:20:44.409" v="83" actId="20577"/>
          <ac:spMkLst>
            <pc:docMk/>
            <pc:sldMk cId="784932187" sldId="372"/>
            <ac:spMk id="8" creationId="{6CF85C25-FECF-02E7-8B5D-63C724E2B28B}"/>
          </ac:spMkLst>
        </pc:spChg>
      </pc:sldChg>
    </pc:docChg>
  </pc:docChgLst>
  <pc:docChgLst>
    <pc:chgData name="Ero Sennin" userId="03426be40f75dd1c" providerId="LiveId" clId="{32E38750-3549-4DEA-910C-395082F5D0B9}"/>
    <pc:docChg chg="custSel addSld modSld">
      <pc:chgData name="Ero Sennin" userId="03426be40f75dd1c" providerId="LiveId" clId="{32E38750-3549-4DEA-910C-395082F5D0B9}" dt="2023-11-30T02:53:54.835" v="57" actId="20577"/>
      <pc:docMkLst>
        <pc:docMk/>
      </pc:docMkLst>
      <pc:sldChg chg="modSp add mod">
        <pc:chgData name="Ero Sennin" userId="03426be40f75dd1c" providerId="LiveId" clId="{32E38750-3549-4DEA-910C-395082F5D0B9}" dt="2023-11-30T02:53:54.835" v="57" actId="20577"/>
        <pc:sldMkLst>
          <pc:docMk/>
          <pc:sldMk cId="635961271" sldId="373"/>
        </pc:sldMkLst>
        <pc:spChg chg="mod">
          <ac:chgData name="Ero Sennin" userId="03426be40f75dd1c" providerId="LiveId" clId="{32E38750-3549-4DEA-910C-395082F5D0B9}" dt="2023-11-30T02:51:51.560" v="7" actId="20577"/>
          <ac:spMkLst>
            <pc:docMk/>
            <pc:sldMk cId="635961271" sldId="373"/>
            <ac:spMk id="6" creationId="{52BDBAC3-67AD-4A97-7850-28F18722F0B1}"/>
          </ac:spMkLst>
        </pc:spChg>
        <pc:spChg chg="mod">
          <ac:chgData name="Ero Sennin" userId="03426be40f75dd1c" providerId="LiveId" clId="{32E38750-3549-4DEA-910C-395082F5D0B9}" dt="2023-11-30T02:53:54.835" v="57" actId="20577"/>
          <ac:spMkLst>
            <pc:docMk/>
            <pc:sldMk cId="635961271" sldId="373"/>
            <ac:spMk id="8" creationId="{6CF85C25-FECF-02E7-8B5D-63C724E2B28B}"/>
          </ac:spMkLst>
        </pc:spChg>
      </pc:sldChg>
    </pc:docChg>
  </pc:docChgLst>
  <pc:docChgLst>
    <pc:chgData name="Ero Sennin" userId="03426be40f75dd1c" providerId="LiveId" clId="{7D36CE96-64D4-4C8F-B2CF-BB8C3881404E}"/>
    <pc:docChg chg="undo custSel modSld">
      <pc:chgData name="Ero Sennin" userId="03426be40f75dd1c" providerId="LiveId" clId="{7D36CE96-64D4-4C8F-B2CF-BB8C3881404E}" dt="2023-11-19T04:02:05.457" v="64" actId="20577"/>
      <pc:docMkLst>
        <pc:docMk/>
      </pc:docMkLst>
      <pc:sldChg chg="modSp mod">
        <pc:chgData name="Ero Sennin" userId="03426be40f75dd1c" providerId="LiveId" clId="{7D36CE96-64D4-4C8F-B2CF-BB8C3881404E}" dt="2023-11-19T04:02:05.457" v="64" actId="20577"/>
        <pc:sldMkLst>
          <pc:docMk/>
          <pc:sldMk cId="0" sldId="256"/>
        </pc:sldMkLst>
        <pc:spChg chg="mod">
          <ac:chgData name="Ero Sennin" userId="03426be40f75dd1c" providerId="LiveId" clId="{7D36CE96-64D4-4C8F-B2CF-BB8C3881404E}" dt="2023-11-19T04:02:05.457" v="64" actId="20577"/>
          <ac:spMkLst>
            <pc:docMk/>
            <pc:sldMk cId="0" sldId="256"/>
            <ac:spMk id="58" creationId="{00000000-0000-0000-0000-000000000000}"/>
          </ac:spMkLst>
        </pc:spChg>
      </pc:sldChg>
      <pc:sldChg chg="modSp mod">
        <pc:chgData name="Ero Sennin" userId="03426be40f75dd1c" providerId="LiveId" clId="{7D36CE96-64D4-4C8F-B2CF-BB8C3881404E}" dt="2023-11-19T03:55:13.884" v="10" actId="20577"/>
        <pc:sldMkLst>
          <pc:docMk/>
          <pc:sldMk cId="0" sldId="258"/>
        </pc:sldMkLst>
        <pc:spChg chg="mod">
          <ac:chgData name="Ero Sennin" userId="03426be40f75dd1c" providerId="LiveId" clId="{7D36CE96-64D4-4C8F-B2CF-BB8C3881404E}" dt="2023-11-19T03:55:13.884" v="10" actId="20577"/>
          <ac:spMkLst>
            <pc:docMk/>
            <pc:sldMk cId="0" sldId="258"/>
            <ac:spMk id="72" creationId="{00000000-0000-0000-0000-000000000000}"/>
          </ac:spMkLst>
        </pc:spChg>
      </pc:sldChg>
      <pc:sldChg chg="modSp mod">
        <pc:chgData name="Ero Sennin" userId="03426be40f75dd1c" providerId="LiveId" clId="{7D36CE96-64D4-4C8F-B2CF-BB8C3881404E}" dt="2023-11-19T03:56:53.480" v="14" actId="20577"/>
        <pc:sldMkLst>
          <pc:docMk/>
          <pc:sldMk cId="1909956528" sldId="331"/>
        </pc:sldMkLst>
        <pc:spChg chg="mod">
          <ac:chgData name="Ero Sennin" userId="03426be40f75dd1c" providerId="LiveId" clId="{7D36CE96-64D4-4C8F-B2CF-BB8C3881404E}" dt="2023-11-19T03:56:45.393" v="11"/>
          <ac:spMkLst>
            <pc:docMk/>
            <pc:sldMk cId="1909956528" sldId="331"/>
            <ac:spMk id="6" creationId="{52BDBAC3-67AD-4A97-7850-28F18722F0B1}"/>
          </ac:spMkLst>
        </pc:spChg>
        <pc:spChg chg="mod">
          <ac:chgData name="Ero Sennin" userId="03426be40f75dd1c" providerId="LiveId" clId="{7D36CE96-64D4-4C8F-B2CF-BB8C3881404E}" dt="2023-11-19T03:56:53.480" v="14" actId="20577"/>
          <ac:spMkLst>
            <pc:docMk/>
            <pc:sldMk cId="1909956528" sldId="331"/>
            <ac:spMk id="8" creationId="{6CF85C25-FECF-02E7-8B5D-63C724E2B28B}"/>
          </ac:spMkLst>
        </pc:spChg>
      </pc:sldChg>
      <pc:sldChg chg="modSp mod">
        <pc:chgData name="Ero Sennin" userId="03426be40f75dd1c" providerId="LiveId" clId="{7D36CE96-64D4-4C8F-B2CF-BB8C3881404E}" dt="2023-11-19T03:58:03.366" v="24" actId="113"/>
        <pc:sldMkLst>
          <pc:docMk/>
          <pc:sldMk cId="3079585306" sldId="365"/>
        </pc:sldMkLst>
        <pc:spChg chg="mod">
          <ac:chgData name="Ero Sennin" userId="03426be40f75dd1c" providerId="LiveId" clId="{7D36CE96-64D4-4C8F-B2CF-BB8C3881404E}" dt="2023-11-19T03:57:45.422" v="18" actId="14100"/>
          <ac:spMkLst>
            <pc:docMk/>
            <pc:sldMk cId="3079585306" sldId="365"/>
            <ac:spMk id="6" creationId="{52BDBAC3-67AD-4A97-7850-28F18722F0B1}"/>
          </ac:spMkLst>
        </pc:spChg>
        <pc:spChg chg="mod">
          <ac:chgData name="Ero Sennin" userId="03426be40f75dd1c" providerId="LiveId" clId="{7D36CE96-64D4-4C8F-B2CF-BB8C3881404E}" dt="2023-11-19T03:58:03.366" v="24" actId="113"/>
          <ac:spMkLst>
            <pc:docMk/>
            <pc:sldMk cId="3079585306" sldId="365"/>
            <ac:spMk id="8" creationId="{6CF85C25-FECF-02E7-8B5D-63C724E2B28B}"/>
          </ac:spMkLst>
        </pc:spChg>
      </pc:sldChg>
      <pc:sldChg chg="modSp mod">
        <pc:chgData name="Ero Sennin" userId="03426be40f75dd1c" providerId="LiveId" clId="{7D36CE96-64D4-4C8F-B2CF-BB8C3881404E}" dt="2023-11-19T03:58:38.080" v="30" actId="20577"/>
        <pc:sldMkLst>
          <pc:docMk/>
          <pc:sldMk cId="1179856051" sldId="366"/>
        </pc:sldMkLst>
        <pc:spChg chg="mod">
          <ac:chgData name="Ero Sennin" userId="03426be40f75dd1c" providerId="LiveId" clId="{7D36CE96-64D4-4C8F-B2CF-BB8C3881404E}" dt="2023-11-19T03:58:29.369" v="25"/>
          <ac:spMkLst>
            <pc:docMk/>
            <pc:sldMk cId="1179856051" sldId="366"/>
            <ac:spMk id="6" creationId="{52BDBAC3-67AD-4A97-7850-28F18722F0B1}"/>
          </ac:spMkLst>
        </pc:spChg>
        <pc:spChg chg="mod">
          <ac:chgData name="Ero Sennin" userId="03426be40f75dd1c" providerId="LiveId" clId="{7D36CE96-64D4-4C8F-B2CF-BB8C3881404E}" dt="2023-11-19T03:58:38.080" v="30" actId="20577"/>
          <ac:spMkLst>
            <pc:docMk/>
            <pc:sldMk cId="1179856051" sldId="366"/>
            <ac:spMk id="8" creationId="{6CF85C25-FECF-02E7-8B5D-63C724E2B28B}"/>
          </ac:spMkLst>
        </pc:spChg>
      </pc:sldChg>
      <pc:sldChg chg="modSp mod">
        <pc:chgData name="Ero Sennin" userId="03426be40f75dd1c" providerId="LiveId" clId="{7D36CE96-64D4-4C8F-B2CF-BB8C3881404E}" dt="2023-11-19T03:59:40.321" v="40" actId="113"/>
        <pc:sldMkLst>
          <pc:docMk/>
          <pc:sldMk cId="1166055557" sldId="367"/>
        </pc:sldMkLst>
        <pc:spChg chg="mod">
          <ac:chgData name="Ero Sennin" userId="03426be40f75dd1c" providerId="LiveId" clId="{7D36CE96-64D4-4C8F-B2CF-BB8C3881404E}" dt="2023-11-19T03:59:17.663" v="32"/>
          <ac:spMkLst>
            <pc:docMk/>
            <pc:sldMk cId="1166055557" sldId="367"/>
            <ac:spMk id="6" creationId="{52BDBAC3-67AD-4A97-7850-28F18722F0B1}"/>
          </ac:spMkLst>
        </pc:spChg>
        <pc:spChg chg="mod">
          <ac:chgData name="Ero Sennin" userId="03426be40f75dd1c" providerId="LiveId" clId="{7D36CE96-64D4-4C8F-B2CF-BB8C3881404E}" dt="2023-11-19T03:59:40.321" v="40" actId="113"/>
          <ac:spMkLst>
            <pc:docMk/>
            <pc:sldMk cId="1166055557" sldId="367"/>
            <ac:spMk id="8" creationId="{6CF85C25-FECF-02E7-8B5D-63C724E2B28B}"/>
          </ac:spMkLst>
        </pc:spChg>
      </pc:sldChg>
      <pc:sldChg chg="modSp mod">
        <pc:chgData name="Ero Sennin" userId="03426be40f75dd1c" providerId="LiveId" clId="{7D36CE96-64D4-4C8F-B2CF-BB8C3881404E}" dt="2023-11-19T04:00:00.692" v="45" actId="20577"/>
        <pc:sldMkLst>
          <pc:docMk/>
          <pc:sldMk cId="1542159574" sldId="368"/>
        </pc:sldMkLst>
        <pc:spChg chg="mod">
          <ac:chgData name="Ero Sennin" userId="03426be40f75dd1c" providerId="LiveId" clId="{7D36CE96-64D4-4C8F-B2CF-BB8C3881404E}" dt="2023-11-19T03:59:54.565" v="42"/>
          <ac:spMkLst>
            <pc:docMk/>
            <pc:sldMk cId="1542159574" sldId="368"/>
            <ac:spMk id="6" creationId="{52BDBAC3-67AD-4A97-7850-28F18722F0B1}"/>
          </ac:spMkLst>
        </pc:spChg>
        <pc:spChg chg="mod">
          <ac:chgData name="Ero Sennin" userId="03426be40f75dd1c" providerId="LiveId" clId="{7D36CE96-64D4-4C8F-B2CF-BB8C3881404E}" dt="2023-11-19T04:00:00.692" v="45" actId="20577"/>
          <ac:spMkLst>
            <pc:docMk/>
            <pc:sldMk cId="1542159574" sldId="368"/>
            <ac:spMk id="8" creationId="{6CF85C25-FECF-02E7-8B5D-63C724E2B28B}"/>
          </ac:spMkLst>
        </pc:spChg>
      </pc:sldChg>
      <pc:sldChg chg="modSp mod">
        <pc:chgData name="Ero Sennin" userId="03426be40f75dd1c" providerId="LiveId" clId="{7D36CE96-64D4-4C8F-B2CF-BB8C3881404E}" dt="2023-11-19T04:00:22.135" v="52" actId="20577"/>
        <pc:sldMkLst>
          <pc:docMk/>
          <pc:sldMk cId="780176159" sldId="369"/>
        </pc:sldMkLst>
        <pc:spChg chg="mod">
          <ac:chgData name="Ero Sennin" userId="03426be40f75dd1c" providerId="LiveId" clId="{7D36CE96-64D4-4C8F-B2CF-BB8C3881404E}" dt="2023-11-19T04:00:13.926" v="47"/>
          <ac:spMkLst>
            <pc:docMk/>
            <pc:sldMk cId="780176159" sldId="369"/>
            <ac:spMk id="6" creationId="{52BDBAC3-67AD-4A97-7850-28F18722F0B1}"/>
          </ac:spMkLst>
        </pc:spChg>
        <pc:spChg chg="mod">
          <ac:chgData name="Ero Sennin" userId="03426be40f75dd1c" providerId="LiveId" clId="{7D36CE96-64D4-4C8F-B2CF-BB8C3881404E}" dt="2023-11-19T04:00:22.135" v="52" actId="20577"/>
          <ac:spMkLst>
            <pc:docMk/>
            <pc:sldMk cId="780176159" sldId="369"/>
            <ac:spMk id="8" creationId="{6CF85C25-FECF-02E7-8B5D-63C724E2B28B}"/>
          </ac:spMkLst>
        </pc:spChg>
      </pc:sldChg>
      <pc:sldChg chg="modSp mod">
        <pc:chgData name="Ero Sennin" userId="03426be40f75dd1c" providerId="LiveId" clId="{7D36CE96-64D4-4C8F-B2CF-BB8C3881404E}" dt="2023-11-19T04:00:50.040" v="56" actId="20577"/>
        <pc:sldMkLst>
          <pc:docMk/>
          <pc:sldMk cId="4227814038" sldId="370"/>
        </pc:sldMkLst>
        <pc:spChg chg="mod">
          <ac:chgData name="Ero Sennin" userId="03426be40f75dd1c" providerId="LiveId" clId="{7D36CE96-64D4-4C8F-B2CF-BB8C3881404E}" dt="2023-11-19T04:00:44.045" v="54"/>
          <ac:spMkLst>
            <pc:docMk/>
            <pc:sldMk cId="4227814038" sldId="370"/>
            <ac:spMk id="6" creationId="{52BDBAC3-67AD-4A97-7850-28F18722F0B1}"/>
          </ac:spMkLst>
        </pc:spChg>
        <pc:spChg chg="mod">
          <ac:chgData name="Ero Sennin" userId="03426be40f75dd1c" providerId="LiveId" clId="{7D36CE96-64D4-4C8F-B2CF-BB8C3881404E}" dt="2023-11-19T04:00:50.040" v="56" actId="20577"/>
          <ac:spMkLst>
            <pc:docMk/>
            <pc:sldMk cId="4227814038" sldId="370"/>
            <ac:spMk id="8" creationId="{6CF85C25-FECF-02E7-8B5D-63C724E2B28B}"/>
          </ac:spMkLst>
        </pc:spChg>
      </pc:sldChg>
      <pc:sldChg chg="modSp mod">
        <pc:chgData name="Ero Sennin" userId="03426be40f75dd1c" providerId="LiveId" clId="{7D36CE96-64D4-4C8F-B2CF-BB8C3881404E}" dt="2023-11-19T04:01:11.037" v="59" actId="20577"/>
        <pc:sldMkLst>
          <pc:docMk/>
          <pc:sldMk cId="3853773006" sldId="371"/>
        </pc:sldMkLst>
        <pc:spChg chg="mod">
          <ac:chgData name="Ero Sennin" userId="03426be40f75dd1c" providerId="LiveId" clId="{7D36CE96-64D4-4C8F-B2CF-BB8C3881404E}" dt="2023-11-19T04:01:01.908" v="57"/>
          <ac:spMkLst>
            <pc:docMk/>
            <pc:sldMk cId="3853773006" sldId="371"/>
            <ac:spMk id="6" creationId="{52BDBAC3-67AD-4A97-7850-28F18722F0B1}"/>
          </ac:spMkLst>
        </pc:spChg>
        <pc:spChg chg="mod">
          <ac:chgData name="Ero Sennin" userId="03426be40f75dd1c" providerId="LiveId" clId="{7D36CE96-64D4-4C8F-B2CF-BB8C3881404E}" dt="2023-11-19T04:01:11.037" v="59" actId="20577"/>
          <ac:spMkLst>
            <pc:docMk/>
            <pc:sldMk cId="3853773006" sldId="371"/>
            <ac:spMk id="8" creationId="{6CF85C25-FECF-02E7-8B5D-63C724E2B28B}"/>
          </ac:spMkLst>
        </pc:spChg>
      </pc:sldChg>
      <pc:sldChg chg="modSp mod">
        <pc:chgData name="Ero Sennin" userId="03426be40f75dd1c" providerId="LiveId" clId="{7D36CE96-64D4-4C8F-B2CF-BB8C3881404E}" dt="2023-11-19T04:01:37.356" v="63" actId="20577"/>
        <pc:sldMkLst>
          <pc:docMk/>
          <pc:sldMk cId="784932187" sldId="372"/>
        </pc:sldMkLst>
        <pc:spChg chg="mod">
          <ac:chgData name="Ero Sennin" userId="03426be40f75dd1c" providerId="LiveId" clId="{7D36CE96-64D4-4C8F-B2CF-BB8C3881404E}" dt="2023-11-19T04:01:28.410" v="61"/>
          <ac:spMkLst>
            <pc:docMk/>
            <pc:sldMk cId="784932187" sldId="372"/>
            <ac:spMk id="6" creationId="{52BDBAC3-67AD-4A97-7850-28F18722F0B1}"/>
          </ac:spMkLst>
        </pc:spChg>
        <pc:spChg chg="mod">
          <ac:chgData name="Ero Sennin" userId="03426be40f75dd1c" providerId="LiveId" clId="{7D36CE96-64D4-4C8F-B2CF-BB8C3881404E}" dt="2023-11-19T04:01:37.356" v="63" actId="20577"/>
          <ac:spMkLst>
            <pc:docMk/>
            <pc:sldMk cId="784932187" sldId="372"/>
            <ac:spMk id="8" creationId="{6CF85C25-FECF-02E7-8B5D-63C724E2B28B}"/>
          </ac:spMkLst>
        </pc:spChg>
      </pc:sldChg>
    </pc:docChg>
  </pc:docChgLst>
  <pc:docChgLst>
    <pc:chgData name="Ero Sennin" userId="03426be40f75dd1c" providerId="LiveId" clId="{59AC1DFC-6538-4039-B625-EF0FC9C0D4A9}"/>
    <pc:docChg chg="undo redo custSel addSld delSld modSld sldOrd">
      <pc:chgData name="Ero Sennin" userId="03426be40f75dd1c" providerId="LiveId" clId="{59AC1DFC-6538-4039-B625-EF0FC9C0D4A9}" dt="2023-11-18T17:59:14.621" v="1116" actId="20577"/>
      <pc:docMkLst>
        <pc:docMk/>
      </pc:docMkLst>
      <pc:sldChg chg="modSp mod">
        <pc:chgData name="Ero Sennin" userId="03426be40f75dd1c" providerId="LiveId" clId="{59AC1DFC-6538-4039-B625-EF0FC9C0D4A9}" dt="2023-11-18T14:54:26.230" v="165" actId="1076"/>
        <pc:sldMkLst>
          <pc:docMk/>
          <pc:sldMk cId="0" sldId="256"/>
        </pc:sldMkLst>
        <pc:spChg chg="mod">
          <ac:chgData name="Ero Sennin" userId="03426be40f75dd1c" providerId="LiveId" clId="{59AC1DFC-6538-4039-B625-EF0FC9C0D4A9}" dt="2023-11-18T14:54:26.230" v="165" actId="1076"/>
          <ac:spMkLst>
            <pc:docMk/>
            <pc:sldMk cId="0" sldId="256"/>
            <ac:spMk id="58" creationId="{00000000-0000-0000-0000-000000000000}"/>
          </ac:spMkLst>
        </pc:spChg>
      </pc:sldChg>
      <pc:sldChg chg="del">
        <pc:chgData name="Ero Sennin" userId="03426be40f75dd1c" providerId="LiveId" clId="{59AC1DFC-6538-4039-B625-EF0FC9C0D4A9}" dt="2023-11-18T14:50:22.157" v="0" actId="47"/>
        <pc:sldMkLst>
          <pc:docMk/>
          <pc:sldMk cId="0" sldId="257"/>
        </pc:sldMkLst>
      </pc:sldChg>
      <pc:sldChg chg="addSp delSp modSp mod">
        <pc:chgData name="Ero Sennin" userId="03426be40f75dd1c" providerId="LiveId" clId="{59AC1DFC-6538-4039-B625-EF0FC9C0D4A9}" dt="2023-11-18T17:21:37.591" v="800" actId="1076"/>
        <pc:sldMkLst>
          <pc:docMk/>
          <pc:sldMk cId="0" sldId="258"/>
        </pc:sldMkLst>
        <pc:spChg chg="mod">
          <ac:chgData name="Ero Sennin" userId="03426be40f75dd1c" providerId="LiveId" clId="{59AC1DFC-6538-4039-B625-EF0FC9C0D4A9}" dt="2023-11-18T14:53:27.289" v="139" actId="20577"/>
          <ac:spMkLst>
            <pc:docMk/>
            <pc:sldMk cId="0" sldId="258"/>
            <ac:spMk id="71" creationId="{00000000-0000-0000-0000-000000000000}"/>
          </ac:spMkLst>
        </pc:spChg>
        <pc:spChg chg="mod">
          <ac:chgData name="Ero Sennin" userId="03426be40f75dd1c" providerId="LiveId" clId="{59AC1DFC-6538-4039-B625-EF0FC9C0D4A9}" dt="2023-11-18T17:21:37.591" v="800" actId="1076"/>
          <ac:spMkLst>
            <pc:docMk/>
            <pc:sldMk cId="0" sldId="258"/>
            <ac:spMk id="72" creationId="{00000000-0000-0000-0000-000000000000}"/>
          </ac:spMkLst>
        </pc:spChg>
        <pc:picChg chg="add mod">
          <ac:chgData name="Ero Sennin" userId="03426be40f75dd1c" providerId="LiveId" clId="{59AC1DFC-6538-4039-B625-EF0FC9C0D4A9}" dt="2023-11-18T15:58:49.678" v="487" actId="1076"/>
          <ac:picMkLst>
            <pc:docMk/>
            <pc:sldMk cId="0" sldId="258"/>
            <ac:picMk id="2" creationId="{27AEA11D-58DC-E73A-C89B-4CF0EC2B9DE0}"/>
          </ac:picMkLst>
        </pc:picChg>
        <pc:picChg chg="del">
          <ac:chgData name="Ero Sennin" userId="03426be40f75dd1c" providerId="LiveId" clId="{59AC1DFC-6538-4039-B625-EF0FC9C0D4A9}" dt="2023-11-18T14:50:29.025" v="1" actId="478"/>
          <ac:picMkLst>
            <pc:docMk/>
            <pc:sldMk cId="0" sldId="258"/>
            <ac:picMk id="69" creationId="{00000000-0000-0000-0000-000000000000}"/>
          </ac:picMkLst>
        </pc:picChg>
      </pc:sldChg>
      <pc:sldChg chg="del">
        <pc:chgData name="Ero Sennin" userId="03426be40f75dd1c" providerId="LiveId" clId="{59AC1DFC-6538-4039-B625-EF0FC9C0D4A9}" dt="2023-11-18T14:50:36.162" v="2" actId="47"/>
        <pc:sldMkLst>
          <pc:docMk/>
          <pc:sldMk cId="0" sldId="259"/>
        </pc:sldMkLst>
      </pc:sldChg>
      <pc:sldChg chg="delSp modSp del mod">
        <pc:chgData name="Ero Sennin" userId="03426be40f75dd1c" providerId="LiveId" clId="{59AC1DFC-6538-4039-B625-EF0FC9C0D4A9}" dt="2023-11-18T17:13:22.272" v="765" actId="47"/>
        <pc:sldMkLst>
          <pc:docMk/>
          <pc:sldMk cId="0" sldId="260"/>
        </pc:sldMkLst>
        <pc:picChg chg="del mod">
          <ac:chgData name="Ero Sennin" userId="03426be40f75dd1c" providerId="LiveId" clId="{59AC1DFC-6538-4039-B625-EF0FC9C0D4A9}" dt="2023-11-18T14:54:41.683" v="167" actId="478"/>
          <ac:picMkLst>
            <pc:docMk/>
            <pc:sldMk cId="0" sldId="260"/>
            <ac:picMk id="91" creationId="{00000000-0000-0000-0000-000000000000}"/>
          </ac:picMkLst>
        </pc:picChg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61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62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63"/>
        </pc:sldMkLst>
      </pc:sldChg>
      <pc:sldChg chg="add del">
        <pc:chgData name="Ero Sennin" userId="03426be40f75dd1c" providerId="LiveId" clId="{59AC1DFC-6538-4039-B625-EF0FC9C0D4A9}" dt="2023-11-18T17:13:22.272" v="765" actId="47"/>
        <pc:sldMkLst>
          <pc:docMk/>
          <pc:sldMk cId="0" sldId="264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65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66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67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68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69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70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71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72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73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74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75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76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77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78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79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80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81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82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83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84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85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86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87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88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89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90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91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92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93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94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95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96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97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98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99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00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01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02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03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04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05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06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07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08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09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10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11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12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13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14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15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16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17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18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19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20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21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22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23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24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25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26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27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28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29"/>
        </pc:sldMkLst>
      </pc:sldChg>
      <pc:sldChg chg="del">
        <pc:chgData name="Ero Sennin" userId="03426be40f75dd1c" providerId="LiveId" clId="{59AC1DFC-6538-4039-B625-EF0FC9C0D4A9}" dt="2023-11-18T17:14:28.804" v="767" actId="47"/>
        <pc:sldMkLst>
          <pc:docMk/>
          <pc:sldMk cId="0" sldId="330"/>
        </pc:sldMkLst>
      </pc:sldChg>
      <pc:sldChg chg="new del">
        <pc:chgData name="Ero Sennin" userId="03426be40f75dd1c" providerId="LiveId" clId="{59AC1DFC-6538-4039-B625-EF0FC9C0D4A9}" dt="2023-11-18T15:27:26.347" v="230" actId="47"/>
        <pc:sldMkLst>
          <pc:docMk/>
          <pc:sldMk cId="222447800" sldId="331"/>
        </pc:sldMkLst>
      </pc:sldChg>
      <pc:sldChg chg="addSp delSp modSp new mod ord setBg modShow">
        <pc:chgData name="Ero Sennin" userId="03426be40f75dd1c" providerId="LiveId" clId="{59AC1DFC-6538-4039-B625-EF0FC9C0D4A9}" dt="2023-11-18T16:29:23.497" v="645" actId="729"/>
        <pc:sldMkLst>
          <pc:docMk/>
          <pc:sldMk cId="1909956528" sldId="331"/>
        </pc:sldMkLst>
        <pc:spChg chg="del">
          <ac:chgData name="Ero Sennin" userId="03426be40f75dd1c" providerId="LiveId" clId="{59AC1DFC-6538-4039-B625-EF0FC9C0D4A9}" dt="2023-11-18T15:38:53.571" v="234" actId="478"/>
          <ac:spMkLst>
            <pc:docMk/>
            <pc:sldMk cId="1909956528" sldId="331"/>
            <ac:spMk id="2" creationId="{D38A0210-C9DA-1AB6-2CDE-33860E092688}"/>
          </ac:spMkLst>
        </pc:spChg>
        <pc:spChg chg="add del mod">
          <ac:chgData name="Ero Sennin" userId="03426be40f75dd1c" providerId="LiveId" clId="{59AC1DFC-6538-4039-B625-EF0FC9C0D4A9}" dt="2023-11-18T15:42:32.216" v="303" actId="478"/>
          <ac:spMkLst>
            <pc:docMk/>
            <pc:sldMk cId="1909956528" sldId="331"/>
            <ac:spMk id="4" creationId="{EB36F7DD-CDB7-2C65-BCE0-D40070DA3FCD}"/>
          </ac:spMkLst>
        </pc:spChg>
        <pc:spChg chg="add mod">
          <ac:chgData name="Ero Sennin" userId="03426be40f75dd1c" providerId="LiveId" clId="{59AC1DFC-6538-4039-B625-EF0FC9C0D4A9}" dt="2023-11-18T15:42:14.885" v="299" actId="1076"/>
          <ac:spMkLst>
            <pc:docMk/>
            <pc:sldMk cId="1909956528" sldId="331"/>
            <ac:spMk id="6" creationId="{52BDBAC3-67AD-4A97-7850-28F18722F0B1}"/>
          </ac:spMkLst>
        </pc:spChg>
        <pc:spChg chg="add del mod">
          <ac:chgData name="Ero Sennin" userId="03426be40f75dd1c" providerId="LiveId" clId="{59AC1DFC-6538-4039-B625-EF0FC9C0D4A9}" dt="2023-11-18T15:42:30.665" v="302"/>
          <ac:spMkLst>
            <pc:docMk/>
            <pc:sldMk cId="1909956528" sldId="331"/>
            <ac:spMk id="7" creationId="{1FEBF161-9BE4-8605-2202-A0496952536B}"/>
          </ac:spMkLst>
        </pc:spChg>
        <pc:spChg chg="add mod">
          <ac:chgData name="Ero Sennin" userId="03426be40f75dd1c" providerId="LiveId" clId="{59AC1DFC-6538-4039-B625-EF0FC9C0D4A9}" dt="2023-11-18T16:07:18.834" v="533" actId="404"/>
          <ac:spMkLst>
            <pc:docMk/>
            <pc:sldMk cId="1909956528" sldId="331"/>
            <ac:spMk id="8" creationId="{6CF85C25-FECF-02E7-8B5D-63C724E2B28B}"/>
          </ac:spMkLst>
        </pc:spChg>
        <pc:spChg chg="add">
          <ac:chgData name="Ero Sennin" userId="03426be40f75dd1c" providerId="LiveId" clId="{59AC1DFC-6538-4039-B625-EF0FC9C0D4A9}" dt="2023-11-18T15:40:44.222" v="269" actId="26606"/>
          <ac:spMkLst>
            <pc:docMk/>
            <pc:sldMk cId="1909956528" sldId="331"/>
            <ac:spMk id="10" creationId="{870A1295-61BC-4214-AA3E-D396673024D0}"/>
          </ac:spMkLst>
        </pc:spChg>
        <pc:grpChg chg="add">
          <ac:chgData name="Ero Sennin" userId="03426be40f75dd1c" providerId="LiveId" clId="{59AC1DFC-6538-4039-B625-EF0FC9C0D4A9}" dt="2023-11-18T15:40:44.222" v="269" actId="26606"/>
          <ac:grpSpMkLst>
            <pc:docMk/>
            <pc:sldMk cId="1909956528" sldId="331"/>
            <ac:grpSpMk id="12" creationId="{0B139475-2B26-4CA9-9413-DE741E49F7BB}"/>
          </ac:grpSpMkLst>
        </pc:grpChg>
        <pc:picChg chg="add mod">
          <ac:chgData name="Ero Sennin" userId="03426be40f75dd1c" providerId="LiveId" clId="{59AC1DFC-6538-4039-B625-EF0FC9C0D4A9}" dt="2023-11-18T15:42:49.033" v="311" actId="14100"/>
          <ac:picMkLst>
            <pc:docMk/>
            <pc:sldMk cId="1909956528" sldId="331"/>
            <ac:picMk id="5" creationId="{A9B5D548-0AEB-B038-A729-DB2AC0FFECF5}"/>
          </ac:picMkLst>
        </pc:picChg>
        <pc:picChg chg="add mod">
          <ac:chgData name="Ero Sennin" userId="03426be40f75dd1c" providerId="LiveId" clId="{59AC1DFC-6538-4039-B625-EF0FC9C0D4A9}" dt="2023-11-18T15:58:51.960" v="488"/>
          <ac:picMkLst>
            <pc:docMk/>
            <pc:sldMk cId="1909956528" sldId="331"/>
            <ac:picMk id="9" creationId="{052C2FDB-C94D-AB7D-702F-49B6289B816C}"/>
          </ac:picMkLst>
        </pc:picChg>
      </pc:sldChg>
      <pc:sldChg chg="addSp delSp modSp add mod">
        <pc:chgData name="Ero Sennin" userId="03426be40f75dd1c" providerId="LiveId" clId="{59AC1DFC-6538-4039-B625-EF0FC9C0D4A9}" dt="2023-11-18T16:07:14.689" v="532" actId="404"/>
        <pc:sldMkLst>
          <pc:docMk/>
          <pc:sldMk cId="265992425" sldId="332"/>
        </pc:sldMkLst>
        <pc:spChg chg="add del mod">
          <ac:chgData name="Ero Sennin" userId="03426be40f75dd1c" providerId="LiveId" clId="{59AC1DFC-6538-4039-B625-EF0FC9C0D4A9}" dt="2023-11-18T15:46:41.331" v="361" actId="767"/>
          <ac:spMkLst>
            <pc:docMk/>
            <pc:sldMk cId="265992425" sldId="332"/>
            <ac:spMk id="2" creationId="{0D98DAC1-81D1-2E91-97CC-A747778DCE30}"/>
          </ac:spMkLst>
        </pc:spChg>
        <pc:spChg chg="add del mod">
          <ac:chgData name="Ero Sennin" userId="03426be40f75dd1c" providerId="LiveId" clId="{59AC1DFC-6538-4039-B625-EF0FC9C0D4A9}" dt="2023-11-18T15:48:36.250" v="415" actId="21"/>
          <ac:spMkLst>
            <pc:docMk/>
            <pc:sldMk cId="265992425" sldId="332"/>
            <ac:spMk id="3" creationId="{08CD2B2F-5EC3-1116-D8B2-1E5450F0B862}"/>
          </ac:spMkLst>
        </pc:spChg>
        <pc:spChg chg="mod">
          <ac:chgData name="Ero Sennin" userId="03426be40f75dd1c" providerId="LiveId" clId="{59AC1DFC-6538-4039-B625-EF0FC9C0D4A9}" dt="2023-11-18T16:07:14.689" v="532" actId="404"/>
          <ac:spMkLst>
            <pc:docMk/>
            <pc:sldMk cId="265992425" sldId="332"/>
            <ac:spMk id="8" creationId="{6CF85C25-FECF-02E7-8B5D-63C724E2B28B}"/>
          </ac:spMkLst>
        </pc:spChg>
        <pc:picChg chg="add mod">
          <ac:chgData name="Ero Sennin" userId="03426be40f75dd1c" providerId="LiveId" clId="{59AC1DFC-6538-4039-B625-EF0FC9C0D4A9}" dt="2023-11-18T15:58:53.051" v="489"/>
          <ac:picMkLst>
            <pc:docMk/>
            <pc:sldMk cId="265992425" sldId="332"/>
            <ac:picMk id="4" creationId="{21358416-46E9-821B-EE05-32D56334ADFF}"/>
          </ac:picMkLst>
        </pc:picChg>
      </pc:sldChg>
      <pc:sldChg chg="addSp delSp modSp add mod">
        <pc:chgData name="Ero Sennin" userId="03426be40f75dd1c" providerId="LiveId" clId="{59AC1DFC-6538-4039-B625-EF0FC9C0D4A9}" dt="2023-11-18T16:07:11.504" v="531" actId="404"/>
        <pc:sldMkLst>
          <pc:docMk/>
          <pc:sldMk cId="3161217611" sldId="333"/>
        </pc:sldMkLst>
        <pc:spChg chg="add del mod">
          <ac:chgData name="Ero Sennin" userId="03426be40f75dd1c" providerId="LiveId" clId="{59AC1DFC-6538-4039-B625-EF0FC9C0D4A9}" dt="2023-11-18T15:48:47.868" v="418"/>
          <ac:spMkLst>
            <pc:docMk/>
            <pc:sldMk cId="3161217611" sldId="333"/>
            <ac:spMk id="2" creationId="{65A2E775-C12C-9A36-02E3-5157A5CC7249}"/>
          </ac:spMkLst>
        </pc:spChg>
        <pc:spChg chg="mod">
          <ac:chgData name="Ero Sennin" userId="03426be40f75dd1c" providerId="LiveId" clId="{59AC1DFC-6538-4039-B625-EF0FC9C0D4A9}" dt="2023-11-18T16:07:11.504" v="531" actId="404"/>
          <ac:spMkLst>
            <pc:docMk/>
            <pc:sldMk cId="3161217611" sldId="333"/>
            <ac:spMk id="8" creationId="{6CF85C25-FECF-02E7-8B5D-63C724E2B28B}"/>
          </ac:spMkLst>
        </pc:spChg>
        <pc:picChg chg="add mod">
          <ac:chgData name="Ero Sennin" userId="03426be40f75dd1c" providerId="LiveId" clId="{59AC1DFC-6538-4039-B625-EF0FC9C0D4A9}" dt="2023-11-18T15:58:55.488" v="490"/>
          <ac:picMkLst>
            <pc:docMk/>
            <pc:sldMk cId="3161217611" sldId="333"/>
            <ac:picMk id="3" creationId="{F6EFE7AE-07BC-655F-FFF0-573D3DD52271}"/>
          </ac:picMkLst>
        </pc:picChg>
      </pc:sldChg>
      <pc:sldChg chg="addSp modSp add mod">
        <pc:chgData name="Ero Sennin" userId="03426be40f75dd1c" providerId="LiveId" clId="{59AC1DFC-6538-4039-B625-EF0FC9C0D4A9}" dt="2023-11-18T16:07:05.285" v="530" actId="404"/>
        <pc:sldMkLst>
          <pc:docMk/>
          <pc:sldMk cId="2794045480" sldId="334"/>
        </pc:sldMkLst>
        <pc:spChg chg="mod">
          <ac:chgData name="Ero Sennin" userId="03426be40f75dd1c" providerId="LiveId" clId="{59AC1DFC-6538-4039-B625-EF0FC9C0D4A9}" dt="2023-11-18T15:52:08.216" v="438" actId="14100"/>
          <ac:spMkLst>
            <pc:docMk/>
            <pc:sldMk cId="2794045480" sldId="334"/>
            <ac:spMk id="6" creationId="{52BDBAC3-67AD-4A97-7850-28F18722F0B1}"/>
          </ac:spMkLst>
        </pc:spChg>
        <pc:spChg chg="mod">
          <ac:chgData name="Ero Sennin" userId="03426be40f75dd1c" providerId="LiveId" clId="{59AC1DFC-6538-4039-B625-EF0FC9C0D4A9}" dt="2023-11-18T16:07:05.285" v="530" actId="404"/>
          <ac:spMkLst>
            <pc:docMk/>
            <pc:sldMk cId="2794045480" sldId="334"/>
            <ac:spMk id="8" creationId="{6CF85C25-FECF-02E7-8B5D-63C724E2B28B}"/>
          </ac:spMkLst>
        </pc:spChg>
        <pc:picChg chg="add mod">
          <ac:chgData name="Ero Sennin" userId="03426be40f75dd1c" providerId="LiveId" clId="{59AC1DFC-6538-4039-B625-EF0FC9C0D4A9}" dt="2023-11-18T15:58:57.260" v="491"/>
          <ac:picMkLst>
            <pc:docMk/>
            <pc:sldMk cId="2794045480" sldId="334"/>
            <ac:picMk id="2" creationId="{5027EC5C-F179-6158-F76D-23039B81DE14}"/>
          </ac:picMkLst>
        </pc:picChg>
      </pc:sldChg>
      <pc:sldChg chg="addSp modSp add mod">
        <pc:chgData name="Ero Sennin" userId="03426be40f75dd1c" providerId="LiveId" clId="{59AC1DFC-6538-4039-B625-EF0FC9C0D4A9}" dt="2023-11-18T16:06:57.957" v="527" actId="404"/>
        <pc:sldMkLst>
          <pc:docMk/>
          <pc:sldMk cId="4204554352" sldId="335"/>
        </pc:sldMkLst>
        <pc:spChg chg="mod">
          <ac:chgData name="Ero Sennin" userId="03426be40f75dd1c" providerId="LiveId" clId="{59AC1DFC-6538-4039-B625-EF0FC9C0D4A9}" dt="2023-11-18T15:57:24.748" v="477" actId="14100"/>
          <ac:spMkLst>
            <pc:docMk/>
            <pc:sldMk cId="4204554352" sldId="335"/>
            <ac:spMk id="6" creationId="{52BDBAC3-67AD-4A97-7850-28F18722F0B1}"/>
          </ac:spMkLst>
        </pc:spChg>
        <pc:spChg chg="mod">
          <ac:chgData name="Ero Sennin" userId="03426be40f75dd1c" providerId="LiveId" clId="{59AC1DFC-6538-4039-B625-EF0FC9C0D4A9}" dt="2023-11-18T16:06:57.957" v="527" actId="404"/>
          <ac:spMkLst>
            <pc:docMk/>
            <pc:sldMk cId="4204554352" sldId="335"/>
            <ac:spMk id="8" creationId="{6CF85C25-FECF-02E7-8B5D-63C724E2B28B}"/>
          </ac:spMkLst>
        </pc:spChg>
        <pc:picChg chg="add mod">
          <ac:chgData name="Ero Sennin" userId="03426be40f75dd1c" providerId="LiveId" clId="{59AC1DFC-6538-4039-B625-EF0FC9C0D4A9}" dt="2023-11-18T15:58:57.982" v="492"/>
          <ac:picMkLst>
            <pc:docMk/>
            <pc:sldMk cId="4204554352" sldId="335"/>
            <ac:picMk id="2" creationId="{F3FC9FF9-5BA8-97F9-C403-E0D002BF5C8C}"/>
          </ac:picMkLst>
        </pc:picChg>
      </pc:sldChg>
      <pc:sldChg chg="modSp add mod">
        <pc:chgData name="Ero Sennin" userId="03426be40f75dd1c" providerId="LiveId" clId="{59AC1DFC-6538-4039-B625-EF0FC9C0D4A9}" dt="2023-11-18T16:06:50.035" v="524" actId="113"/>
        <pc:sldMkLst>
          <pc:docMk/>
          <pc:sldMk cId="1789055924" sldId="336"/>
        </pc:sldMkLst>
        <pc:spChg chg="mod">
          <ac:chgData name="Ero Sennin" userId="03426be40f75dd1c" providerId="LiveId" clId="{59AC1DFC-6538-4039-B625-EF0FC9C0D4A9}" dt="2023-11-18T16:06:50.035" v="524" actId="113"/>
          <ac:spMkLst>
            <pc:docMk/>
            <pc:sldMk cId="1789055924" sldId="336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6:08:20.149" v="544" actId="113"/>
        <pc:sldMkLst>
          <pc:docMk/>
          <pc:sldMk cId="2941605581" sldId="337"/>
        </pc:sldMkLst>
        <pc:spChg chg="mod">
          <ac:chgData name="Ero Sennin" userId="03426be40f75dd1c" providerId="LiveId" clId="{59AC1DFC-6538-4039-B625-EF0FC9C0D4A9}" dt="2023-11-18T16:08:20.149" v="544" actId="113"/>
          <ac:spMkLst>
            <pc:docMk/>
            <pc:sldMk cId="2941605581" sldId="337"/>
            <ac:spMk id="8" creationId="{6CF85C25-FECF-02E7-8B5D-63C724E2B28B}"/>
          </ac:spMkLst>
        </pc:spChg>
      </pc:sldChg>
      <pc:sldChg chg="new del ord">
        <pc:chgData name="Ero Sennin" userId="03426be40f75dd1c" providerId="LiveId" clId="{59AC1DFC-6538-4039-B625-EF0FC9C0D4A9}" dt="2023-11-18T17:13:23.593" v="766" actId="47"/>
        <pc:sldMkLst>
          <pc:docMk/>
          <pc:sldMk cId="2513340953" sldId="338"/>
        </pc:sldMkLst>
      </pc:sldChg>
      <pc:sldChg chg="modSp add mod">
        <pc:chgData name="Ero Sennin" userId="03426be40f75dd1c" providerId="LiveId" clId="{59AC1DFC-6538-4039-B625-EF0FC9C0D4A9}" dt="2023-11-18T16:09:53.170" v="553" actId="113"/>
        <pc:sldMkLst>
          <pc:docMk/>
          <pc:sldMk cId="3117361790" sldId="339"/>
        </pc:sldMkLst>
        <pc:spChg chg="mod">
          <ac:chgData name="Ero Sennin" userId="03426be40f75dd1c" providerId="LiveId" clId="{59AC1DFC-6538-4039-B625-EF0FC9C0D4A9}" dt="2023-11-18T16:09:53.170" v="553" actId="113"/>
          <ac:spMkLst>
            <pc:docMk/>
            <pc:sldMk cId="3117361790" sldId="339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6:10:34.758" v="567" actId="113"/>
        <pc:sldMkLst>
          <pc:docMk/>
          <pc:sldMk cId="379817075" sldId="340"/>
        </pc:sldMkLst>
        <pc:spChg chg="mod">
          <ac:chgData name="Ero Sennin" userId="03426be40f75dd1c" providerId="LiveId" clId="{59AC1DFC-6538-4039-B625-EF0FC9C0D4A9}" dt="2023-11-18T16:10:34.758" v="567" actId="113"/>
          <ac:spMkLst>
            <pc:docMk/>
            <pc:sldMk cId="379817075" sldId="340"/>
            <ac:spMk id="8" creationId="{6CF85C25-FECF-02E7-8B5D-63C724E2B28B}"/>
          </ac:spMkLst>
        </pc:spChg>
      </pc:sldChg>
      <pc:sldChg chg="new del">
        <pc:chgData name="Ero Sennin" userId="03426be40f75dd1c" providerId="LiveId" clId="{59AC1DFC-6538-4039-B625-EF0FC9C0D4A9}" dt="2023-11-18T16:10:03.261" v="555" actId="47"/>
        <pc:sldMkLst>
          <pc:docMk/>
          <pc:sldMk cId="3467547685" sldId="340"/>
        </pc:sldMkLst>
      </pc:sldChg>
      <pc:sldChg chg="modSp add mod">
        <pc:chgData name="Ero Sennin" userId="03426be40f75dd1c" providerId="LiveId" clId="{59AC1DFC-6538-4039-B625-EF0FC9C0D4A9}" dt="2023-11-18T16:11:19.057" v="575" actId="113"/>
        <pc:sldMkLst>
          <pc:docMk/>
          <pc:sldMk cId="424304537" sldId="341"/>
        </pc:sldMkLst>
        <pc:spChg chg="mod">
          <ac:chgData name="Ero Sennin" userId="03426be40f75dd1c" providerId="LiveId" clId="{59AC1DFC-6538-4039-B625-EF0FC9C0D4A9}" dt="2023-11-18T16:11:19.057" v="575" actId="113"/>
          <ac:spMkLst>
            <pc:docMk/>
            <pc:sldMk cId="424304537" sldId="341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6:14:35.164" v="592" actId="20577"/>
        <pc:sldMkLst>
          <pc:docMk/>
          <pc:sldMk cId="2187594355" sldId="342"/>
        </pc:sldMkLst>
        <pc:spChg chg="mod">
          <ac:chgData name="Ero Sennin" userId="03426be40f75dd1c" providerId="LiveId" clId="{59AC1DFC-6538-4039-B625-EF0FC9C0D4A9}" dt="2023-11-18T16:13:35.202" v="578"/>
          <ac:spMkLst>
            <pc:docMk/>
            <pc:sldMk cId="2187594355" sldId="342"/>
            <ac:spMk id="6" creationId="{52BDBAC3-67AD-4A97-7850-28F18722F0B1}"/>
          </ac:spMkLst>
        </pc:spChg>
        <pc:spChg chg="mod">
          <ac:chgData name="Ero Sennin" userId="03426be40f75dd1c" providerId="LiveId" clId="{59AC1DFC-6538-4039-B625-EF0FC9C0D4A9}" dt="2023-11-18T16:14:35.164" v="592" actId="20577"/>
          <ac:spMkLst>
            <pc:docMk/>
            <pc:sldMk cId="2187594355" sldId="342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6:15:11.929" v="602" actId="113"/>
        <pc:sldMkLst>
          <pc:docMk/>
          <pc:sldMk cId="3977605819" sldId="343"/>
        </pc:sldMkLst>
        <pc:spChg chg="mod">
          <ac:chgData name="Ero Sennin" userId="03426be40f75dd1c" providerId="LiveId" clId="{59AC1DFC-6538-4039-B625-EF0FC9C0D4A9}" dt="2023-11-18T16:15:11.929" v="602" actId="113"/>
          <ac:spMkLst>
            <pc:docMk/>
            <pc:sldMk cId="3977605819" sldId="343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6:33:14.286" v="694" actId="12"/>
        <pc:sldMkLst>
          <pc:docMk/>
          <pc:sldMk cId="71056339" sldId="344"/>
        </pc:sldMkLst>
        <pc:spChg chg="mod">
          <ac:chgData name="Ero Sennin" userId="03426be40f75dd1c" providerId="LiveId" clId="{59AC1DFC-6538-4039-B625-EF0FC9C0D4A9}" dt="2023-11-18T16:29:41.703" v="646"/>
          <ac:spMkLst>
            <pc:docMk/>
            <pc:sldMk cId="71056339" sldId="344"/>
            <ac:spMk id="6" creationId="{52BDBAC3-67AD-4A97-7850-28F18722F0B1}"/>
          </ac:spMkLst>
        </pc:spChg>
        <pc:spChg chg="mod">
          <ac:chgData name="Ero Sennin" userId="03426be40f75dd1c" providerId="LiveId" clId="{59AC1DFC-6538-4039-B625-EF0FC9C0D4A9}" dt="2023-11-18T16:33:14.286" v="694" actId="12"/>
          <ac:spMkLst>
            <pc:docMk/>
            <pc:sldMk cId="71056339" sldId="344"/>
            <ac:spMk id="8" creationId="{6CF85C25-FECF-02E7-8B5D-63C724E2B28B}"/>
          </ac:spMkLst>
        </pc:spChg>
        <pc:picChg chg="mod">
          <ac:chgData name="Ero Sennin" userId="03426be40f75dd1c" providerId="LiveId" clId="{59AC1DFC-6538-4039-B625-EF0FC9C0D4A9}" dt="2023-11-18T16:28:58.316" v="634" actId="197"/>
          <ac:picMkLst>
            <pc:docMk/>
            <pc:sldMk cId="71056339" sldId="344"/>
            <ac:picMk id="5" creationId="{A9B5D548-0AEB-B038-A729-DB2AC0FFECF5}"/>
          </ac:picMkLst>
        </pc:picChg>
      </pc:sldChg>
      <pc:sldChg chg="new add del">
        <pc:chgData name="Ero Sennin" userId="03426be40f75dd1c" providerId="LiveId" clId="{59AC1DFC-6538-4039-B625-EF0FC9C0D4A9}" dt="2023-11-18T16:32:29.637" v="667" actId="680"/>
        <pc:sldMkLst>
          <pc:docMk/>
          <pc:sldMk cId="2058428942" sldId="345"/>
        </pc:sldMkLst>
      </pc:sldChg>
      <pc:sldChg chg="modSp add mod">
        <pc:chgData name="Ero Sennin" userId="03426be40f75dd1c" providerId="LiveId" clId="{59AC1DFC-6538-4039-B625-EF0FC9C0D4A9}" dt="2023-11-18T16:34:08.567" v="704" actId="113"/>
        <pc:sldMkLst>
          <pc:docMk/>
          <pc:sldMk cId="3362010045" sldId="345"/>
        </pc:sldMkLst>
        <pc:spChg chg="mod">
          <ac:chgData name="Ero Sennin" userId="03426be40f75dd1c" providerId="LiveId" clId="{59AC1DFC-6538-4039-B625-EF0FC9C0D4A9}" dt="2023-11-18T16:33:46.477" v="697"/>
          <ac:spMkLst>
            <pc:docMk/>
            <pc:sldMk cId="3362010045" sldId="345"/>
            <ac:spMk id="6" creationId="{52BDBAC3-67AD-4A97-7850-28F18722F0B1}"/>
          </ac:spMkLst>
        </pc:spChg>
        <pc:spChg chg="mod">
          <ac:chgData name="Ero Sennin" userId="03426be40f75dd1c" providerId="LiveId" clId="{59AC1DFC-6538-4039-B625-EF0FC9C0D4A9}" dt="2023-11-18T16:34:08.567" v="704" actId="113"/>
          <ac:spMkLst>
            <pc:docMk/>
            <pc:sldMk cId="3362010045" sldId="345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6:35:19.006" v="713" actId="113"/>
        <pc:sldMkLst>
          <pc:docMk/>
          <pc:sldMk cId="1608157032" sldId="346"/>
        </pc:sldMkLst>
        <pc:spChg chg="mod">
          <ac:chgData name="Ero Sennin" userId="03426be40f75dd1c" providerId="LiveId" clId="{59AC1DFC-6538-4039-B625-EF0FC9C0D4A9}" dt="2023-11-18T16:35:01.921" v="706"/>
          <ac:spMkLst>
            <pc:docMk/>
            <pc:sldMk cId="1608157032" sldId="346"/>
            <ac:spMk id="6" creationId="{52BDBAC3-67AD-4A97-7850-28F18722F0B1}"/>
          </ac:spMkLst>
        </pc:spChg>
        <pc:spChg chg="mod">
          <ac:chgData name="Ero Sennin" userId="03426be40f75dd1c" providerId="LiveId" clId="{59AC1DFC-6538-4039-B625-EF0FC9C0D4A9}" dt="2023-11-18T16:35:19.006" v="713" actId="113"/>
          <ac:spMkLst>
            <pc:docMk/>
            <pc:sldMk cId="1608157032" sldId="346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7:47:11.184" v="1008" actId="20577"/>
        <pc:sldMkLst>
          <pc:docMk/>
          <pc:sldMk cId="1396905398" sldId="347"/>
        </pc:sldMkLst>
        <pc:spChg chg="mod">
          <ac:chgData name="Ero Sennin" userId="03426be40f75dd1c" providerId="LiveId" clId="{59AC1DFC-6538-4039-B625-EF0FC9C0D4A9}" dt="2023-11-18T17:11:00.267" v="725"/>
          <ac:spMkLst>
            <pc:docMk/>
            <pc:sldMk cId="1396905398" sldId="347"/>
            <ac:spMk id="6" creationId="{52BDBAC3-67AD-4A97-7850-28F18722F0B1}"/>
          </ac:spMkLst>
        </pc:spChg>
        <pc:spChg chg="mod">
          <ac:chgData name="Ero Sennin" userId="03426be40f75dd1c" providerId="LiveId" clId="{59AC1DFC-6538-4039-B625-EF0FC9C0D4A9}" dt="2023-11-18T17:47:11.184" v="1008" actId="20577"/>
          <ac:spMkLst>
            <pc:docMk/>
            <pc:sldMk cId="1396905398" sldId="347"/>
            <ac:spMk id="8" creationId="{6CF85C25-FECF-02E7-8B5D-63C724E2B28B}"/>
          </ac:spMkLst>
        </pc:spChg>
      </pc:sldChg>
      <pc:sldChg chg="addSp delSp modSp add mod">
        <pc:chgData name="Ero Sennin" userId="03426be40f75dd1c" providerId="LiveId" clId="{59AC1DFC-6538-4039-B625-EF0FC9C0D4A9}" dt="2023-11-18T17:47:16.021" v="1010" actId="20577"/>
        <pc:sldMkLst>
          <pc:docMk/>
          <pc:sldMk cId="775201600" sldId="348"/>
        </pc:sldMkLst>
        <pc:spChg chg="add mod">
          <ac:chgData name="Ero Sennin" userId="03426be40f75dd1c" providerId="LiveId" clId="{59AC1DFC-6538-4039-B625-EF0FC9C0D4A9}" dt="2023-11-18T17:11:07.182" v="727"/>
          <ac:spMkLst>
            <pc:docMk/>
            <pc:sldMk cId="775201600" sldId="348"/>
            <ac:spMk id="3" creationId="{CAE23DEA-2710-CC0F-72B6-0E6CD7F60193}"/>
          </ac:spMkLst>
        </pc:spChg>
        <pc:spChg chg="del">
          <ac:chgData name="Ero Sennin" userId="03426be40f75dd1c" providerId="LiveId" clId="{59AC1DFC-6538-4039-B625-EF0FC9C0D4A9}" dt="2023-11-18T17:11:06.894" v="726" actId="478"/>
          <ac:spMkLst>
            <pc:docMk/>
            <pc:sldMk cId="775201600" sldId="348"/>
            <ac:spMk id="6" creationId="{52BDBAC3-67AD-4A97-7850-28F18722F0B1}"/>
          </ac:spMkLst>
        </pc:spChg>
        <pc:spChg chg="mod">
          <ac:chgData name="Ero Sennin" userId="03426be40f75dd1c" providerId="LiveId" clId="{59AC1DFC-6538-4039-B625-EF0FC9C0D4A9}" dt="2023-11-18T17:47:16.021" v="1010" actId="20577"/>
          <ac:spMkLst>
            <pc:docMk/>
            <pc:sldMk cId="775201600" sldId="348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7:12:49.589" v="760" actId="20577"/>
        <pc:sldMkLst>
          <pc:docMk/>
          <pc:sldMk cId="271087555" sldId="349"/>
        </pc:sldMkLst>
        <pc:spChg chg="mod">
          <ac:chgData name="Ero Sennin" userId="03426be40f75dd1c" providerId="LiveId" clId="{59AC1DFC-6538-4039-B625-EF0FC9C0D4A9}" dt="2023-11-18T17:12:49.589" v="760" actId="20577"/>
          <ac:spMkLst>
            <pc:docMk/>
            <pc:sldMk cId="271087555" sldId="349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7:12:46.576" v="758" actId="20577"/>
        <pc:sldMkLst>
          <pc:docMk/>
          <pc:sldMk cId="2540738932" sldId="350"/>
        </pc:sldMkLst>
        <pc:spChg chg="mod">
          <ac:chgData name="Ero Sennin" userId="03426be40f75dd1c" providerId="LiveId" clId="{59AC1DFC-6538-4039-B625-EF0FC9C0D4A9}" dt="2023-11-18T17:12:46.576" v="758" actId="20577"/>
          <ac:spMkLst>
            <pc:docMk/>
            <pc:sldMk cId="2540738932" sldId="350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7:59:10.996" v="1113" actId="20577"/>
        <pc:sldMkLst>
          <pc:docMk/>
          <pc:sldMk cId="1629030163" sldId="351"/>
        </pc:sldMkLst>
        <pc:spChg chg="mod">
          <ac:chgData name="Ero Sennin" userId="03426be40f75dd1c" providerId="LiveId" clId="{59AC1DFC-6538-4039-B625-EF0FC9C0D4A9}" dt="2023-11-18T17:14:38.976" v="775" actId="20577"/>
          <ac:spMkLst>
            <pc:docMk/>
            <pc:sldMk cId="1629030163" sldId="351"/>
            <ac:spMk id="3" creationId="{CAE23DEA-2710-CC0F-72B6-0E6CD7F60193}"/>
          </ac:spMkLst>
        </pc:spChg>
        <pc:spChg chg="mod">
          <ac:chgData name="Ero Sennin" userId="03426be40f75dd1c" providerId="LiveId" clId="{59AC1DFC-6538-4039-B625-EF0FC9C0D4A9}" dt="2023-11-18T17:59:10.996" v="1113" actId="20577"/>
          <ac:spMkLst>
            <pc:docMk/>
            <pc:sldMk cId="1629030163" sldId="351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7:25:28.482" v="801"/>
        <pc:sldMkLst>
          <pc:docMk/>
          <pc:sldMk cId="1241933059" sldId="352"/>
        </pc:sldMkLst>
        <pc:spChg chg="mod">
          <ac:chgData name="Ero Sennin" userId="03426be40f75dd1c" providerId="LiveId" clId="{59AC1DFC-6538-4039-B625-EF0FC9C0D4A9}" dt="2023-11-18T17:25:28.482" v="801"/>
          <ac:spMkLst>
            <pc:docMk/>
            <pc:sldMk cId="1241933059" sldId="352"/>
            <ac:spMk id="72" creationId="{00000000-0000-0000-0000-000000000000}"/>
          </ac:spMkLst>
        </pc:spChg>
      </pc:sldChg>
      <pc:sldChg chg="modSp add mod">
        <pc:chgData name="Ero Sennin" userId="03426be40f75dd1c" providerId="LiveId" clId="{59AC1DFC-6538-4039-B625-EF0FC9C0D4A9}" dt="2023-11-18T17:47:46.854" v="1012" actId="20577"/>
        <pc:sldMkLst>
          <pc:docMk/>
          <pc:sldMk cId="3583452087" sldId="353"/>
        </pc:sldMkLst>
        <pc:spChg chg="mod">
          <ac:chgData name="Ero Sennin" userId="03426be40f75dd1c" providerId="LiveId" clId="{59AC1DFC-6538-4039-B625-EF0FC9C0D4A9}" dt="2023-11-18T17:26:08.275" v="806"/>
          <ac:spMkLst>
            <pc:docMk/>
            <pc:sldMk cId="3583452087" sldId="353"/>
            <ac:spMk id="3" creationId="{CAE23DEA-2710-CC0F-72B6-0E6CD7F60193}"/>
          </ac:spMkLst>
        </pc:spChg>
        <pc:spChg chg="mod">
          <ac:chgData name="Ero Sennin" userId="03426be40f75dd1c" providerId="LiveId" clId="{59AC1DFC-6538-4039-B625-EF0FC9C0D4A9}" dt="2023-11-18T17:47:46.854" v="1012" actId="20577"/>
          <ac:spMkLst>
            <pc:docMk/>
            <pc:sldMk cId="3583452087" sldId="353"/>
            <ac:spMk id="8" creationId="{6CF85C25-FECF-02E7-8B5D-63C724E2B28B}"/>
          </ac:spMkLst>
        </pc:spChg>
      </pc:sldChg>
      <pc:sldChg chg="addSp modSp add mod">
        <pc:chgData name="Ero Sennin" userId="03426be40f75dd1c" providerId="LiveId" clId="{59AC1DFC-6538-4039-B625-EF0FC9C0D4A9}" dt="2023-11-18T17:35:41.075" v="918" actId="14100"/>
        <pc:sldMkLst>
          <pc:docMk/>
          <pc:sldMk cId="4106494306" sldId="354"/>
        </pc:sldMkLst>
        <pc:spChg chg="mod">
          <ac:chgData name="Ero Sennin" userId="03426be40f75dd1c" providerId="LiveId" clId="{59AC1DFC-6538-4039-B625-EF0FC9C0D4A9}" dt="2023-11-18T17:35:41.075" v="918" actId="14100"/>
          <ac:spMkLst>
            <pc:docMk/>
            <pc:sldMk cId="4106494306" sldId="354"/>
            <ac:spMk id="8" creationId="{6CF85C25-FECF-02E7-8B5D-63C724E2B28B}"/>
          </ac:spMkLst>
        </pc:spChg>
        <pc:picChg chg="add mod">
          <ac:chgData name="Ero Sennin" userId="03426be40f75dd1c" providerId="LiveId" clId="{59AC1DFC-6538-4039-B625-EF0FC9C0D4A9}" dt="2023-11-18T17:35:37.991" v="917" actId="1076"/>
          <ac:picMkLst>
            <pc:docMk/>
            <pc:sldMk cId="4106494306" sldId="354"/>
            <ac:picMk id="6" creationId="{DE08F120-6F2A-F230-AFFE-9F77F2D7BD45}"/>
          </ac:picMkLst>
        </pc:picChg>
      </pc:sldChg>
      <pc:sldChg chg="addSp delSp modSp add mod">
        <pc:chgData name="Ero Sennin" userId="03426be40f75dd1c" providerId="LiveId" clId="{59AC1DFC-6538-4039-B625-EF0FC9C0D4A9}" dt="2023-11-18T17:32:28.718" v="892" actId="1076"/>
        <pc:sldMkLst>
          <pc:docMk/>
          <pc:sldMk cId="1657417804" sldId="355"/>
        </pc:sldMkLst>
        <pc:spChg chg="mod">
          <ac:chgData name="Ero Sennin" userId="03426be40f75dd1c" providerId="LiveId" clId="{59AC1DFC-6538-4039-B625-EF0FC9C0D4A9}" dt="2023-11-18T17:32:28.718" v="892" actId="1076"/>
          <ac:spMkLst>
            <pc:docMk/>
            <pc:sldMk cId="1657417804" sldId="355"/>
            <ac:spMk id="8" creationId="{6CF85C25-FECF-02E7-8B5D-63C724E2B28B}"/>
          </ac:spMkLst>
        </pc:spChg>
        <pc:picChg chg="del">
          <ac:chgData name="Ero Sennin" userId="03426be40f75dd1c" providerId="LiveId" clId="{59AC1DFC-6538-4039-B625-EF0FC9C0D4A9}" dt="2023-11-18T17:31:09.957" v="819" actId="478"/>
          <ac:picMkLst>
            <pc:docMk/>
            <pc:sldMk cId="1657417804" sldId="355"/>
            <ac:picMk id="6" creationId="{DE08F120-6F2A-F230-AFFE-9F77F2D7BD45}"/>
          </ac:picMkLst>
        </pc:picChg>
        <pc:picChg chg="add mod">
          <ac:chgData name="Ero Sennin" userId="03426be40f75dd1c" providerId="LiveId" clId="{59AC1DFC-6538-4039-B625-EF0FC9C0D4A9}" dt="2023-11-18T17:31:15.568" v="821" actId="1076"/>
          <ac:picMkLst>
            <pc:docMk/>
            <pc:sldMk cId="1657417804" sldId="355"/>
            <ac:picMk id="7" creationId="{EC366DFF-6554-6962-588E-F52154E115D2}"/>
          </ac:picMkLst>
        </pc:picChg>
      </pc:sldChg>
      <pc:sldChg chg="addSp delSp modSp add mod">
        <pc:chgData name="Ero Sennin" userId="03426be40f75dd1c" providerId="LiveId" clId="{59AC1DFC-6538-4039-B625-EF0FC9C0D4A9}" dt="2023-11-18T17:35:55.078" v="920" actId="1076"/>
        <pc:sldMkLst>
          <pc:docMk/>
          <pc:sldMk cId="1436753255" sldId="356"/>
        </pc:sldMkLst>
        <pc:spChg chg="del">
          <ac:chgData name="Ero Sennin" userId="03426be40f75dd1c" providerId="LiveId" clId="{59AC1DFC-6538-4039-B625-EF0FC9C0D4A9}" dt="2023-11-18T17:33:52.936" v="897" actId="478"/>
          <ac:spMkLst>
            <pc:docMk/>
            <pc:sldMk cId="1436753255" sldId="356"/>
            <ac:spMk id="8" creationId="{6CF85C25-FECF-02E7-8B5D-63C724E2B28B}"/>
          </ac:spMkLst>
        </pc:spChg>
        <pc:spChg chg="add mod">
          <ac:chgData name="Ero Sennin" userId="03426be40f75dd1c" providerId="LiveId" clId="{59AC1DFC-6538-4039-B625-EF0FC9C0D4A9}" dt="2023-11-18T17:35:52.667" v="919" actId="14100"/>
          <ac:spMkLst>
            <pc:docMk/>
            <pc:sldMk cId="1436753255" sldId="356"/>
            <ac:spMk id="11" creationId="{B4EB45E9-5511-57B9-215A-E5B1E6B23360}"/>
          </ac:spMkLst>
        </pc:spChg>
        <pc:picChg chg="add mod">
          <ac:chgData name="Ero Sennin" userId="03426be40f75dd1c" providerId="LiveId" clId="{59AC1DFC-6538-4039-B625-EF0FC9C0D4A9}" dt="2023-11-18T17:35:55.078" v="920" actId="1076"/>
          <ac:picMkLst>
            <pc:docMk/>
            <pc:sldMk cId="1436753255" sldId="356"/>
            <ac:picMk id="6" creationId="{6B00C529-E75D-3C1F-B80B-965E6C48A125}"/>
          </ac:picMkLst>
        </pc:picChg>
        <pc:picChg chg="del">
          <ac:chgData name="Ero Sennin" userId="03426be40f75dd1c" providerId="LiveId" clId="{59AC1DFC-6538-4039-B625-EF0FC9C0D4A9}" dt="2023-11-18T17:33:13.004" v="894" actId="478"/>
          <ac:picMkLst>
            <pc:docMk/>
            <pc:sldMk cId="1436753255" sldId="356"/>
            <ac:picMk id="7" creationId="{EC366DFF-6554-6962-588E-F52154E115D2}"/>
          </ac:picMkLst>
        </pc:picChg>
      </pc:sldChg>
      <pc:sldChg chg="modSp add mod ord">
        <pc:chgData name="Ero Sennin" userId="03426be40f75dd1c" providerId="LiveId" clId="{59AC1DFC-6538-4039-B625-EF0FC9C0D4A9}" dt="2023-11-18T17:42:02.573" v="961" actId="12"/>
        <pc:sldMkLst>
          <pc:docMk/>
          <pc:sldMk cId="614219353" sldId="357"/>
        </pc:sldMkLst>
        <pc:spChg chg="mod">
          <ac:chgData name="Ero Sennin" userId="03426be40f75dd1c" providerId="LiveId" clId="{59AC1DFC-6538-4039-B625-EF0FC9C0D4A9}" dt="2023-11-18T17:37:41.698" v="925"/>
          <ac:spMkLst>
            <pc:docMk/>
            <pc:sldMk cId="614219353" sldId="357"/>
            <ac:spMk id="3" creationId="{CAE23DEA-2710-CC0F-72B6-0E6CD7F60193}"/>
          </ac:spMkLst>
        </pc:spChg>
        <pc:spChg chg="mod">
          <ac:chgData name="Ero Sennin" userId="03426be40f75dd1c" providerId="LiveId" clId="{59AC1DFC-6538-4039-B625-EF0FC9C0D4A9}" dt="2023-11-18T17:42:02.573" v="961" actId="12"/>
          <ac:spMkLst>
            <pc:docMk/>
            <pc:sldMk cId="614219353" sldId="357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7:42:39.086" v="974" actId="20577"/>
        <pc:sldMkLst>
          <pc:docMk/>
          <pc:sldMk cId="1484790467" sldId="358"/>
        </pc:sldMkLst>
        <pc:spChg chg="mod">
          <ac:chgData name="Ero Sennin" userId="03426be40f75dd1c" providerId="LiveId" clId="{59AC1DFC-6538-4039-B625-EF0FC9C0D4A9}" dt="2023-11-18T17:42:39.086" v="974" actId="20577"/>
          <ac:spMkLst>
            <pc:docMk/>
            <pc:sldMk cId="1484790467" sldId="358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7:43:48.431" v="992" actId="20577"/>
        <pc:sldMkLst>
          <pc:docMk/>
          <pc:sldMk cId="3470068793" sldId="359"/>
        </pc:sldMkLst>
        <pc:spChg chg="mod">
          <ac:chgData name="Ero Sennin" userId="03426be40f75dd1c" providerId="LiveId" clId="{59AC1DFC-6538-4039-B625-EF0FC9C0D4A9}" dt="2023-11-18T17:43:48.431" v="992" actId="20577"/>
          <ac:spMkLst>
            <pc:docMk/>
            <pc:sldMk cId="3470068793" sldId="359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7:45:09.982" v="1006"/>
        <pc:sldMkLst>
          <pc:docMk/>
          <pc:sldMk cId="3021743333" sldId="360"/>
        </pc:sldMkLst>
        <pc:spChg chg="mod">
          <ac:chgData name="Ero Sennin" userId="03426be40f75dd1c" providerId="LiveId" clId="{59AC1DFC-6538-4039-B625-EF0FC9C0D4A9}" dt="2023-11-18T17:45:09.982" v="1006"/>
          <ac:spMkLst>
            <pc:docMk/>
            <pc:sldMk cId="3021743333" sldId="360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7:51:49.379" v="1040" actId="20577"/>
        <pc:sldMkLst>
          <pc:docMk/>
          <pc:sldMk cId="2006295453" sldId="361"/>
        </pc:sldMkLst>
        <pc:spChg chg="mod">
          <ac:chgData name="Ero Sennin" userId="03426be40f75dd1c" providerId="LiveId" clId="{59AC1DFC-6538-4039-B625-EF0FC9C0D4A9}" dt="2023-11-18T17:49:28.903" v="1015"/>
          <ac:spMkLst>
            <pc:docMk/>
            <pc:sldMk cId="2006295453" sldId="361"/>
            <ac:spMk id="3" creationId="{CAE23DEA-2710-CC0F-72B6-0E6CD7F60193}"/>
          </ac:spMkLst>
        </pc:spChg>
        <pc:spChg chg="mod">
          <ac:chgData name="Ero Sennin" userId="03426be40f75dd1c" providerId="LiveId" clId="{59AC1DFC-6538-4039-B625-EF0FC9C0D4A9}" dt="2023-11-18T17:51:49.379" v="1040" actId="20577"/>
          <ac:spMkLst>
            <pc:docMk/>
            <pc:sldMk cId="2006295453" sldId="361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7:55:31.395" v="1087" actId="20577"/>
        <pc:sldMkLst>
          <pc:docMk/>
          <pc:sldMk cId="3399441557" sldId="362"/>
        </pc:sldMkLst>
        <pc:spChg chg="mod">
          <ac:chgData name="Ero Sennin" userId="03426be40f75dd1c" providerId="LiveId" clId="{59AC1DFC-6538-4039-B625-EF0FC9C0D4A9}" dt="2023-11-18T17:55:31.395" v="1087" actId="20577"/>
          <ac:spMkLst>
            <pc:docMk/>
            <pc:sldMk cId="3399441557" sldId="362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7:56:14.077" v="1092" actId="20577"/>
        <pc:sldMkLst>
          <pc:docMk/>
          <pc:sldMk cId="3729408570" sldId="363"/>
        </pc:sldMkLst>
        <pc:spChg chg="mod">
          <ac:chgData name="Ero Sennin" userId="03426be40f75dd1c" providerId="LiveId" clId="{59AC1DFC-6538-4039-B625-EF0FC9C0D4A9}" dt="2023-11-18T17:56:14.077" v="1092" actId="20577"/>
          <ac:spMkLst>
            <pc:docMk/>
            <pc:sldMk cId="3729408570" sldId="363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7:59:14.621" v="1116" actId="20577"/>
        <pc:sldMkLst>
          <pc:docMk/>
          <pc:sldMk cId="3669757811" sldId="364"/>
        </pc:sldMkLst>
        <pc:spChg chg="mod">
          <ac:chgData name="Ero Sennin" userId="03426be40f75dd1c" providerId="LiveId" clId="{59AC1DFC-6538-4039-B625-EF0FC9C0D4A9}" dt="2023-11-18T17:59:14.621" v="1116" actId="20577"/>
          <ac:spMkLst>
            <pc:docMk/>
            <pc:sldMk cId="3669757811" sldId="364"/>
            <ac:spMk id="8" creationId="{6CF85C25-FECF-02E7-8B5D-63C724E2B28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5" name="Google Shape;5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7" name="Google Shape;6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ub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2"/>
          <p:cNvSpPr txBox="1">
            <a:spLocks noGrp="1"/>
          </p:cNvSpPr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72"/>
          <p:cNvSpPr txBox="1">
            <a:spLocks noGrp="1"/>
          </p:cNvSpPr>
          <p:nvPr>
            <p:ph type="body" idx="1"/>
          </p:nvPr>
        </p:nvSpPr>
        <p:spPr>
          <a:xfrm>
            <a:off x="1270000" y="5029200"/>
            <a:ext cx="10464800" cy="11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5pPr>
            <a:lvl6pPr marL="2743200" lvl="5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12" name="Google Shape;12;p72"/>
          <p:cNvSpPr txBox="1">
            <a:spLocks noGrp="1"/>
          </p:cNvSpPr>
          <p:nvPr>
            <p:ph type="sldNum" idx="1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Horizontal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73"/>
          <p:cNvSpPr>
            <a:spLocks noGrp="1"/>
          </p:cNvSpPr>
          <p:nvPr>
            <p:ph type="pic" idx="2"/>
          </p:nvPr>
        </p:nvSpPr>
        <p:spPr>
          <a:xfrm>
            <a:off x="1606550" y="635000"/>
            <a:ext cx="9779000" cy="5918200"/>
          </a:xfrm>
          <a:prstGeom prst="rect">
            <a:avLst/>
          </a:prstGeom>
          <a:noFill/>
          <a:ln>
            <a:noFill/>
          </a:ln>
        </p:spPr>
      </p:sp>
      <p:sp>
        <p:nvSpPr>
          <p:cNvPr id="15" name="Google Shape;15;p73"/>
          <p:cNvSpPr txBox="1">
            <a:spLocks noGrp="1"/>
          </p:cNvSpPr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73"/>
          <p:cNvSpPr txBox="1">
            <a:spLocks noGrp="1"/>
          </p:cNvSpPr>
          <p:nvPr>
            <p:ph type="body" idx="1"/>
          </p:nvPr>
        </p:nvSpPr>
        <p:spPr>
          <a:xfrm>
            <a:off x="1270000" y="8191500"/>
            <a:ext cx="10464800" cy="11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5pPr>
            <a:lvl6pPr marL="2743200" lvl="5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17" name="Google Shape;17;p73"/>
          <p:cNvSpPr txBox="1">
            <a:spLocks noGrp="1"/>
          </p:cNvSpPr>
          <p:nvPr>
            <p:ph type="sldNum" idx="12"/>
          </p:nvPr>
        </p:nvSpPr>
        <p:spPr>
          <a:xfrm>
            <a:off x="6311798" y="924560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Center">
  <p:cSld name="Title - Cent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74"/>
          <p:cNvSpPr txBox="1">
            <a:spLocks noGrp="1"/>
          </p:cNvSpPr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74"/>
          <p:cNvSpPr txBox="1">
            <a:spLocks noGrp="1"/>
          </p:cNvSpPr>
          <p:nvPr>
            <p:ph type="sldNum" idx="1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Vertical">
  <p:cSld name="Photo - Vertical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5"/>
          <p:cNvSpPr>
            <a:spLocks noGrp="1"/>
          </p:cNvSpPr>
          <p:nvPr>
            <p:ph type="pic" idx="2"/>
          </p:nvPr>
        </p:nvSpPr>
        <p:spPr>
          <a:xfrm>
            <a:off x="6718300" y="635000"/>
            <a:ext cx="5334000" cy="8229600"/>
          </a:xfrm>
          <a:prstGeom prst="rect">
            <a:avLst/>
          </a:prstGeom>
          <a:noFill/>
          <a:ln>
            <a:noFill/>
          </a:ln>
        </p:spPr>
      </p:sp>
      <p:sp>
        <p:nvSpPr>
          <p:cNvPr id="23" name="Google Shape;23;p75"/>
          <p:cNvSpPr txBox="1">
            <a:spLocks noGrp="1"/>
          </p:cNvSpPr>
          <p:nvPr>
            <p:ph type="title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 Light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75"/>
          <p:cNvSpPr txBox="1">
            <a:spLocks noGrp="1"/>
          </p:cNvSpPr>
          <p:nvPr>
            <p:ph type="body" idx="1"/>
          </p:nvPr>
        </p:nvSpPr>
        <p:spPr>
          <a:xfrm>
            <a:off x="952500" y="4762500"/>
            <a:ext cx="5334000" cy="41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5pPr>
            <a:lvl6pPr marL="2743200" lvl="5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75"/>
          <p:cNvSpPr txBox="1">
            <a:spLocks noGrp="1"/>
          </p:cNvSpPr>
          <p:nvPr>
            <p:ph type="sldNum" idx="1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Top">
  <p:cSld name="Title - Top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6"/>
          <p:cNvSpPr txBox="1">
            <a:spLocks noGrp="1"/>
          </p:cNvSpPr>
          <p:nvPr>
            <p:ph type="title"/>
          </p:nvPr>
        </p:nvSpPr>
        <p:spPr>
          <a:xfrm>
            <a:off x="952500" y="444500"/>
            <a:ext cx="11099800" cy="21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6"/>
          <p:cNvSpPr txBox="1">
            <a:spLocks noGrp="1"/>
          </p:cNvSpPr>
          <p:nvPr>
            <p:ph type="sldNum" idx="1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ullets">
  <p:cSld name="Title &amp; Bulle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7"/>
          <p:cNvSpPr txBox="1">
            <a:spLocks noGrp="1"/>
          </p:cNvSpPr>
          <p:nvPr>
            <p:ph type="title"/>
          </p:nvPr>
        </p:nvSpPr>
        <p:spPr>
          <a:xfrm>
            <a:off x="952500" y="444500"/>
            <a:ext cx="11099800" cy="21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7"/>
          <p:cNvSpPr txBox="1">
            <a:spLocks noGrp="1"/>
          </p:cNvSpPr>
          <p:nvPr>
            <p:ph type="body" idx="1"/>
          </p:nvPr>
        </p:nvSpPr>
        <p:spPr>
          <a:xfrm>
            <a:off x="952500" y="2603500"/>
            <a:ext cx="11099800" cy="6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457200" lvl="0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1pPr>
            <a:lvl2pPr marL="914400" lvl="1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77"/>
          <p:cNvSpPr txBox="1">
            <a:spLocks noGrp="1"/>
          </p:cNvSpPr>
          <p:nvPr>
            <p:ph type="sldNum" idx="1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ullets &amp; Photo">
  <p:cSld name="Title, Bullets &amp; Photo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8"/>
          <p:cNvSpPr>
            <a:spLocks noGrp="1"/>
          </p:cNvSpPr>
          <p:nvPr>
            <p:ph type="pic" idx="2"/>
          </p:nvPr>
        </p:nvSpPr>
        <p:spPr>
          <a:xfrm>
            <a:off x="6718300" y="2603500"/>
            <a:ext cx="5334000" cy="62865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78"/>
          <p:cNvSpPr txBox="1">
            <a:spLocks noGrp="1"/>
          </p:cNvSpPr>
          <p:nvPr>
            <p:ph type="title"/>
          </p:nvPr>
        </p:nvSpPr>
        <p:spPr>
          <a:xfrm>
            <a:off x="952500" y="444500"/>
            <a:ext cx="11099800" cy="21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78"/>
          <p:cNvSpPr txBox="1">
            <a:spLocks noGrp="1"/>
          </p:cNvSpPr>
          <p:nvPr>
            <p:ph type="body" idx="1"/>
          </p:nvPr>
        </p:nvSpPr>
        <p:spPr>
          <a:xfrm>
            <a:off x="952500" y="2603500"/>
            <a:ext cx="5334000" cy="6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457200" lvl="0" indent="-36195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 Light"/>
              <a:buChar char="•"/>
              <a:defRPr sz="2800"/>
            </a:lvl1pPr>
            <a:lvl2pPr marL="914400" lvl="1" indent="-36195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 Light"/>
              <a:buChar char="•"/>
              <a:defRPr sz="2800"/>
            </a:lvl2pPr>
            <a:lvl3pPr marL="1371600" lvl="2" indent="-36195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 Light"/>
              <a:buChar char="•"/>
              <a:defRPr sz="2800"/>
            </a:lvl3pPr>
            <a:lvl4pPr marL="1828800" lvl="3" indent="-36195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 Light"/>
              <a:buChar char="•"/>
              <a:defRPr sz="2800"/>
            </a:lvl4pPr>
            <a:lvl5pPr marL="2286000" lvl="4" indent="-36195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 Light"/>
              <a:buChar char="•"/>
              <a:defRPr sz="2800"/>
            </a:lvl5pPr>
            <a:lvl6pPr marL="2743200" lvl="5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78"/>
          <p:cNvSpPr txBox="1">
            <a:spLocks noGrp="1"/>
          </p:cNvSpPr>
          <p:nvPr>
            <p:ph type="sldNum" idx="1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s">
  <p:cSld name="Bulle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9"/>
          <p:cNvSpPr txBox="1">
            <a:spLocks noGrp="1"/>
          </p:cNvSpPr>
          <p:nvPr>
            <p:ph type="body" idx="1"/>
          </p:nvPr>
        </p:nvSpPr>
        <p:spPr>
          <a:xfrm>
            <a:off x="952500" y="1270000"/>
            <a:ext cx="11099800" cy="72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457200" lvl="0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1pPr>
            <a:lvl2pPr marL="914400" lvl="1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9"/>
          <p:cNvSpPr txBox="1">
            <a:spLocks noGrp="1"/>
          </p:cNvSpPr>
          <p:nvPr>
            <p:ph type="sldNum" idx="1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3 Up">
  <p:cSld name="Photo - 3 Up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0"/>
          <p:cNvSpPr>
            <a:spLocks noGrp="1"/>
          </p:cNvSpPr>
          <p:nvPr>
            <p:ph type="pic" idx="2"/>
          </p:nvPr>
        </p:nvSpPr>
        <p:spPr>
          <a:xfrm>
            <a:off x="6718300" y="5092700"/>
            <a:ext cx="5334000" cy="37719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80"/>
          <p:cNvSpPr>
            <a:spLocks noGrp="1"/>
          </p:cNvSpPr>
          <p:nvPr>
            <p:ph type="pic" idx="3"/>
          </p:nvPr>
        </p:nvSpPr>
        <p:spPr>
          <a:xfrm>
            <a:off x="6724518" y="889000"/>
            <a:ext cx="5334001" cy="3771900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80"/>
          <p:cNvSpPr>
            <a:spLocks noGrp="1"/>
          </p:cNvSpPr>
          <p:nvPr>
            <p:ph type="pic" idx="4"/>
          </p:nvPr>
        </p:nvSpPr>
        <p:spPr>
          <a:xfrm>
            <a:off x="952500" y="889000"/>
            <a:ext cx="5334000" cy="7975600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80"/>
          <p:cNvSpPr txBox="1">
            <a:spLocks noGrp="1"/>
          </p:cNvSpPr>
          <p:nvPr>
            <p:ph type="sldNum" idx="1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1"/>
          <p:cNvSpPr txBox="1">
            <a:spLocks noGrp="1"/>
          </p:cNvSpPr>
          <p:nvPr>
            <p:ph type="body" idx="1"/>
          </p:nvPr>
        </p:nvSpPr>
        <p:spPr>
          <a:xfrm>
            <a:off x="1270000" y="6362700"/>
            <a:ext cx="10464800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/>
            </a:lvl1pPr>
            <a:lvl2pPr marL="914400" lvl="1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body" idx="2"/>
          </p:nvPr>
        </p:nvSpPr>
        <p:spPr>
          <a:xfrm>
            <a:off x="1270000" y="4267200"/>
            <a:ext cx="10464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Helvetica Neue Light"/>
              <a:buNone/>
              <a:defRPr sz="3800"/>
            </a:lvl1pPr>
            <a:lvl2pPr marL="914400" lvl="1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sldNum" idx="1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">
  <p:cSld name="Photo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2"/>
          <p:cNvSpPr>
            <a:spLocks noGrp="1"/>
          </p:cNvSpPr>
          <p:nvPr>
            <p:ph type="pic" idx="2"/>
          </p:nvPr>
        </p:nvSpPr>
        <p:spPr>
          <a:xfrm>
            <a:off x="0" y="0"/>
            <a:ext cx="13004800" cy="975360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82"/>
          <p:cNvSpPr txBox="1">
            <a:spLocks noGrp="1"/>
          </p:cNvSpPr>
          <p:nvPr>
            <p:ph type="sldNum" idx="1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1"/>
          <p:cNvSpPr txBox="1">
            <a:spLocks noGrp="1"/>
          </p:cNvSpPr>
          <p:nvPr>
            <p:ph type="title"/>
          </p:nvPr>
        </p:nvSpPr>
        <p:spPr>
          <a:xfrm>
            <a:off x="952500" y="444500"/>
            <a:ext cx="11099800" cy="21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Helvetica Neue Light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Helvetica Neue Light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Helvetica Neue Light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Helvetica Neue Light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Helvetica Neue Light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Helvetica Neue Light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Helvetica Neue Light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Helvetica Neue Light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Helvetica Neue Light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7" name="Google Shape;7;p71"/>
          <p:cNvSpPr txBox="1">
            <a:spLocks noGrp="1"/>
          </p:cNvSpPr>
          <p:nvPr>
            <p:ph type="body" idx="1"/>
          </p:nvPr>
        </p:nvSpPr>
        <p:spPr>
          <a:xfrm>
            <a:off x="952500" y="2603500"/>
            <a:ext cx="11099800" cy="6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457200" marR="0" lvl="0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3200400" marR="0" lvl="6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3657600" marR="0" lvl="7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4114800" marR="0" lvl="8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8" name="Google Shape;8;p71"/>
          <p:cNvSpPr txBox="1">
            <a:spLocks noGrp="1"/>
          </p:cNvSpPr>
          <p:nvPr>
            <p:ph type="sldNum" idx="1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" descr="PP-01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3004800" cy="97714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"/>
          <p:cNvSpPr txBox="1">
            <a:spLocks noGrp="1"/>
          </p:cNvSpPr>
          <p:nvPr>
            <p:ph type="ctrTitle" idx="4294967295"/>
          </p:nvPr>
        </p:nvSpPr>
        <p:spPr>
          <a:xfrm>
            <a:off x="376446" y="7601338"/>
            <a:ext cx="7713454" cy="15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 fontScale="90000"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3333"/>
              <a:buFont typeface="Arial"/>
              <a:buNone/>
            </a:pPr>
            <a:r>
              <a:rPr lang="en-US" sz="4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6: OS command injection vulnerabilities</a:t>
            </a:r>
            <a:endParaRPr sz="48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Arial"/>
              <a:buNone/>
            </a:pPr>
            <a:endParaRPr sz="2790" b="0" i="0" u="none" strike="noStrike" cap="none" dirty="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59" name="Google Shape;59;p1" descr="2017-FE-Black-0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6446" y="611762"/>
            <a:ext cx="4183172" cy="13951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3" descr="Untitled-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32437" y="-250619"/>
            <a:ext cx="7033878" cy="2176098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3"/>
          <p:cNvSpPr txBox="1"/>
          <p:nvPr/>
        </p:nvSpPr>
        <p:spPr>
          <a:xfrm>
            <a:off x="1536858" y="462955"/>
            <a:ext cx="4381220" cy="610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concept</a:t>
            </a:r>
            <a:endParaRPr sz="33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"/>
          <p:cNvSpPr txBox="1"/>
          <p:nvPr/>
        </p:nvSpPr>
        <p:spPr>
          <a:xfrm>
            <a:off x="1536858" y="2205555"/>
            <a:ext cx="10073620" cy="2903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OS command injection vulnerabilities</a:t>
            </a:r>
          </a:p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Common Vulnerabilities Related to OS command injection </a:t>
            </a:r>
          </a:p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Impact of OS command injection </a:t>
            </a:r>
          </a:p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Prevention Strategies</a:t>
            </a:r>
          </a:p>
        </p:txBody>
      </p:sp>
      <p:pic>
        <p:nvPicPr>
          <p:cNvPr id="2" name="Google Shape;59;p1" descr="2017-FE-Black-01.png">
            <a:extLst>
              <a:ext uri="{FF2B5EF4-FFF2-40B4-BE49-F238E27FC236}">
                <a16:creationId xmlns:a16="http://schemas.microsoft.com/office/drawing/2014/main" id="{27AEA11D-58DC-E73A-C89B-4CF0EC2B9DE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52BDBAC3-67AD-4A97-7850-28F18722F0B1}"/>
              </a:ext>
            </a:extLst>
          </p:cNvPr>
          <p:cNvSpPr txBox="1"/>
          <p:nvPr/>
        </p:nvSpPr>
        <p:spPr>
          <a:xfrm>
            <a:off x="858316" y="709368"/>
            <a:ext cx="97588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1. What is OS Command Injection?</a:t>
            </a: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821935"/>
            <a:ext cx="113411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F0F0F"/>
                </a:solidFill>
                <a:effectLst/>
                <a:latin typeface="+mj-lt"/>
              </a:rPr>
              <a:t>OS Command Injection is a vulnerability that occurs when an application passes unsafe user-supplied data (forms, cookies, HTTP headers, etc.) to a system shell.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b="0" i="0" dirty="0">
              <a:solidFill>
                <a:srgbClr val="0F0F0F"/>
              </a:solidFill>
              <a:effectLst/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F0F0F"/>
                </a:solidFill>
                <a:effectLst/>
                <a:latin typeface="+mj-lt"/>
              </a:rPr>
              <a:t>In this attack, the adversary is able to execute arbitrary commands on the host operating system via a vulnerable application. For example, appending a command like ; ls -l to user input in a web form might result in the server executing this command and listing directory contents.</a:t>
            </a:r>
            <a:endParaRPr lang="en-US" sz="2000" dirty="0">
              <a:latin typeface="+mj-lt"/>
            </a:endParaRPr>
          </a:p>
        </p:txBody>
      </p:sp>
      <p:pic>
        <p:nvPicPr>
          <p:cNvPr id="9" name="Google Shape;59;p1" descr="2017-FE-Black-01.png">
            <a:extLst>
              <a:ext uri="{FF2B5EF4-FFF2-40B4-BE49-F238E27FC236}">
                <a16:creationId xmlns:a16="http://schemas.microsoft.com/office/drawing/2014/main" id="{052C2FDB-C94D-AB7D-702F-49B6289B816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09956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52BDBAC3-67AD-4A97-7850-28F18722F0B1}"/>
              </a:ext>
            </a:extLst>
          </p:cNvPr>
          <p:cNvSpPr txBox="1"/>
          <p:nvPr/>
        </p:nvSpPr>
        <p:spPr>
          <a:xfrm>
            <a:off x="858316" y="543689"/>
            <a:ext cx="106224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2. Common Vulnerabilities Related to OS Command Injection</a:t>
            </a: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821935"/>
            <a:ext cx="113411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F0F0F"/>
                </a:solidFill>
                <a:effectLst/>
                <a:latin typeface="+mj-lt"/>
              </a:rPr>
              <a:t>Direct Command Injection: This happens when user input is directly included in a command to be executed by the system. For example, an application that takes user input to execute a ping command, where the user can input </a:t>
            </a:r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127.0.0.1; cat /</a:t>
            </a:r>
            <a:r>
              <a:rPr lang="en-US" sz="2800" b="1" i="0" dirty="0" err="1">
                <a:solidFill>
                  <a:srgbClr val="0F0F0F"/>
                </a:solidFill>
                <a:effectLst/>
                <a:latin typeface="+mj-lt"/>
              </a:rPr>
              <a:t>etc</a:t>
            </a:r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/passwd</a:t>
            </a:r>
            <a:r>
              <a:rPr lang="en-US" sz="2800" b="0" i="0" dirty="0">
                <a:solidFill>
                  <a:srgbClr val="0F0F0F"/>
                </a:solidFill>
                <a:effectLst/>
                <a:latin typeface="+mj-lt"/>
              </a:rPr>
              <a:t> to fetch system user details.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b="0" i="0" dirty="0">
              <a:solidFill>
                <a:srgbClr val="0F0F0F"/>
              </a:solidFill>
              <a:effectLst/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F0F0F"/>
                </a:solidFill>
                <a:effectLst/>
                <a:latin typeface="+mj-lt"/>
              </a:rPr>
              <a:t>Insecure Data Handling: Vulnerabilities arise when an application does not adequately sanitize user input, especially when this input is used in constructing system commands.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sz="2800" b="0" i="0" dirty="0">
              <a:solidFill>
                <a:srgbClr val="0F0F0F"/>
              </a:solidFill>
              <a:effectLst/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F0F0F"/>
                </a:solidFill>
                <a:effectLst/>
                <a:latin typeface="+mj-lt"/>
              </a:rPr>
              <a:t>Incorrect Permission Settings: Running web server processes with high-level permissions increases the risk of severe damage in the case of command injection.</a:t>
            </a:r>
            <a:endParaRPr lang="en-US" sz="2000" dirty="0">
              <a:latin typeface="+mj-lt"/>
            </a:endParaRPr>
          </a:p>
        </p:txBody>
      </p:sp>
      <p:pic>
        <p:nvPicPr>
          <p:cNvPr id="9" name="Google Shape;59;p1" descr="2017-FE-Black-01.png">
            <a:extLst>
              <a:ext uri="{FF2B5EF4-FFF2-40B4-BE49-F238E27FC236}">
                <a16:creationId xmlns:a16="http://schemas.microsoft.com/office/drawing/2014/main" id="{052C2FDB-C94D-AB7D-702F-49B6289B816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79585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52BDBAC3-67AD-4A97-7850-28F18722F0B1}"/>
              </a:ext>
            </a:extLst>
          </p:cNvPr>
          <p:cNvSpPr txBox="1"/>
          <p:nvPr/>
        </p:nvSpPr>
        <p:spPr>
          <a:xfrm>
            <a:off x="858316" y="709368"/>
            <a:ext cx="121414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2. Blind OS Command Injection</a:t>
            </a:r>
          </a:p>
          <a:p>
            <a:endParaRPr lang="en-US" sz="3200" b="1" dirty="0"/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821935"/>
            <a:ext cx="113411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Blind OS Command Injection occurs when the application is vulnerable to command injection but does not display any output from the executed command.</a:t>
            </a:r>
          </a:p>
          <a:p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Attackers infer the success of their actions through indirect means, such as time delays (e.g., using the sleep command) or changes in the application's behavior or state.</a:t>
            </a:r>
          </a:p>
          <a:p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For instance, an attacker might inject a command that triggers a delay or a server-side action, like sending an HTTP request to a server they control.</a:t>
            </a:r>
            <a:endParaRPr lang="en-US" sz="2000" dirty="0">
              <a:latin typeface="+mj-lt"/>
            </a:endParaRPr>
          </a:p>
        </p:txBody>
      </p:sp>
      <p:pic>
        <p:nvPicPr>
          <p:cNvPr id="9" name="Google Shape;59;p1" descr="2017-FE-Black-01.png">
            <a:extLst>
              <a:ext uri="{FF2B5EF4-FFF2-40B4-BE49-F238E27FC236}">
                <a16:creationId xmlns:a16="http://schemas.microsoft.com/office/drawing/2014/main" id="{052C2FDB-C94D-AB7D-702F-49B6289B816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79856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52BDBAC3-67AD-4A97-7850-28F18722F0B1}"/>
              </a:ext>
            </a:extLst>
          </p:cNvPr>
          <p:cNvSpPr txBox="1"/>
          <p:nvPr/>
        </p:nvSpPr>
        <p:spPr>
          <a:xfrm>
            <a:off x="858316" y="709368"/>
            <a:ext cx="121414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3. Impact of OS Command Injection</a:t>
            </a:r>
          </a:p>
          <a:p>
            <a:endParaRPr lang="en-US" sz="3200" b="1" dirty="0"/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821935"/>
            <a:ext cx="113411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Unauthorized Access and Control</a:t>
            </a: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: Attackers can gain unauthorized access to the system, potentially leading to full system control.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Data Theft and Loss</a:t>
            </a: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: Command Injection can lead to data breaches, including theft of sensitive data, data corruption, or deletion.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System Compromise</a:t>
            </a: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: Successful command injection can compromise the entire server, allowing attackers to use it for malicious activities like hosting phishing sites or as a pivot point for further attacks within the network.</a:t>
            </a:r>
            <a:endParaRPr lang="en-US" sz="2000" dirty="0">
              <a:latin typeface="+mj-lt"/>
            </a:endParaRPr>
          </a:p>
        </p:txBody>
      </p:sp>
      <p:pic>
        <p:nvPicPr>
          <p:cNvPr id="9" name="Google Shape;59;p1" descr="2017-FE-Black-01.png">
            <a:extLst>
              <a:ext uri="{FF2B5EF4-FFF2-40B4-BE49-F238E27FC236}">
                <a16:creationId xmlns:a16="http://schemas.microsoft.com/office/drawing/2014/main" id="{052C2FDB-C94D-AB7D-702F-49B6289B816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66055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52BDBAC3-67AD-4A97-7850-28F18722F0B1}"/>
              </a:ext>
            </a:extLst>
          </p:cNvPr>
          <p:cNvSpPr txBox="1"/>
          <p:nvPr/>
        </p:nvSpPr>
        <p:spPr>
          <a:xfrm>
            <a:off x="858316" y="709368"/>
            <a:ext cx="121414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4. Prevention Strategies: Input Validation</a:t>
            </a:r>
          </a:p>
          <a:p>
            <a:endParaRPr lang="en-US" sz="3200" b="1" dirty="0"/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821935"/>
            <a:ext cx="113411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Implementing strict input validation to ensure only expected types of data are accepted. This includes rejecting suspicious characters (like semicolons, ampersands, etc.) that are commonly used in command injection attacks.</a:t>
            </a:r>
          </a:p>
          <a:p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Using allowlists for user inputs, especially in scenarios where the input is used in system command execution.</a:t>
            </a:r>
            <a:endParaRPr lang="en-US" sz="2000" dirty="0">
              <a:latin typeface="+mj-lt"/>
            </a:endParaRPr>
          </a:p>
        </p:txBody>
      </p:sp>
      <p:pic>
        <p:nvPicPr>
          <p:cNvPr id="9" name="Google Shape;59;p1" descr="2017-FE-Black-01.png">
            <a:extLst>
              <a:ext uri="{FF2B5EF4-FFF2-40B4-BE49-F238E27FC236}">
                <a16:creationId xmlns:a16="http://schemas.microsoft.com/office/drawing/2014/main" id="{052C2FDB-C94D-AB7D-702F-49B6289B816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42159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52BDBAC3-67AD-4A97-7850-28F18722F0B1}"/>
              </a:ext>
            </a:extLst>
          </p:cNvPr>
          <p:cNvSpPr txBox="1"/>
          <p:nvPr/>
        </p:nvSpPr>
        <p:spPr>
          <a:xfrm>
            <a:off x="858316" y="709368"/>
            <a:ext cx="121414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4. Prevention Strategies: Use of Safe APIs</a:t>
            </a:r>
          </a:p>
          <a:p>
            <a:endParaRPr lang="en-US" sz="3200" b="1" dirty="0"/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821935"/>
            <a:ext cx="113411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Avoiding the use of APIs that can execute system commands directly. Instead, using safer API alternatives that perform specific functions and do not require a shell, thereby reducing the risk of command injection.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For example, instead of using system() or exec() in PHP, using functions like copy() to copy files, which doesn't involve executing system commands.</a:t>
            </a:r>
            <a:endParaRPr lang="en-US" sz="2000" dirty="0">
              <a:latin typeface="+mj-lt"/>
            </a:endParaRPr>
          </a:p>
        </p:txBody>
      </p:sp>
      <p:pic>
        <p:nvPicPr>
          <p:cNvPr id="9" name="Google Shape;59;p1" descr="2017-FE-Black-01.png">
            <a:extLst>
              <a:ext uri="{FF2B5EF4-FFF2-40B4-BE49-F238E27FC236}">
                <a16:creationId xmlns:a16="http://schemas.microsoft.com/office/drawing/2014/main" id="{052C2FDB-C94D-AB7D-702F-49B6289B816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801761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52BDBAC3-67AD-4A97-7850-28F18722F0B1}"/>
              </a:ext>
            </a:extLst>
          </p:cNvPr>
          <p:cNvSpPr txBox="1"/>
          <p:nvPr/>
        </p:nvSpPr>
        <p:spPr>
          <a:xfrm>
            <a:off x="858316" y="709368"/>
            <a:ext cx="121414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4. Prevention Strategies: Least Privilege Principle</a:t>
            </a:r>
          </a:p>
          <a:p>
            <a:endParaRPr lang="en-US" sz="3200" b="1" dirty="0"/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821935"/>
            <a:ext cx="113411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Ensuring that web server processes and application components run with the least privileges necessary. This minimizes the potential impact even if an OS command injection attack is successful.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Regularly reviewing and updating permission settings, especially after updates or changes to the application or server environment.</a:t>
            </a:r>
            <a:endParaRPr lang="en-US" sz="2000" dirty="0">
              <a:latin typeface="+mj-lt"/>
            </a:endParaRPr>
          </a:p>
        </p:txBody>
      </p:sp>
      <p:pic>
        <p:nvPicPr>
          <p:cNvPr id="9" name="Google Shape;59;p1" descr="2017-FE-Black-01.png">
            <a:extLst>
              <a:ext uri="{FF2B5EF4-FFF2-40B4-BE49-F238E27FC236}">
                <a16:creationId xmlns:a16="http://schemas.microsoft.com/office/drawing/2014/main" id="{052C2FDB-C94D-AB7D-702F-49B6289B816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278140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52BDBAC3-67AD-4A97-7850-28F18722F0B1}"/>
              </a:ext>
            </a:extLst>
          </p:cNvPr>
          <p:cNvSpPr txBox="1"/>
          <p:nvPr/>
        </p:nvSpPr>
        <p:spPr>
          <a:xfrm>
            <a:off x="858316" y="709368"/>
            <a:ext cx="121414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4. Prevention Strategies: Effective Error Handling</a:t>
            </a:r>
          </a:p>
          <a:p>
            <a:endParaRPr lang="en-US" sz="3200" b="1" dirty="0"/>
          </a:p>
          <a:p>
            <a:endParaRPr lang="en-US" sz="3200" b="1" dirty="0"/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821935"/>
            <a:ext cx="113411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Implementing effective error handling to prevent revealing sensitive information through error messages, which could be exploited in an OS command injection attack.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Customizing error messages to avoid disclosure of system details and using logging to capture detailed error information securely.</a:t>
            </a:r>
            <a:endParaRPr lang="en-US" sz="2000" dirty="0">
              <a:latin typeface="+mj-lt"/>
            </a:endParaRPr>
          </a:p>
        </p:txBody>
      </p:sp>
      <p:pic>
        <p:nvPicPr>
          <p:cNvPr id="9" name="Google Shape;59;p1" descr="2017-FE-Black-01.png">
            <a:extLst>
              <a:ext uri="{FF2B5EF4-FFF2-40B4-BE49-F238E27FC236}">
                <a16:creationId xmlns:a16="http://schemas.microsoft.com/office/drawing/2014/main" id="{052C2FDB-C94D-AB7D-702F-49B6289B816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53773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52BDBAC3-67AD-4A97-7850-28F18722F0B1}"/>
              </a:ext>
            </a:extLst>
          </p:cNvPr>
          <p:cNvSpPr txBox="1"/>
          <p:nvPr/>
        </p:nvSpPr>
        <p:spPr>
          <a:xfrm>
            <a:off x="858316" y="709368"/>
            <a:ext cx="121414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4. Prevention Strategies: Security Testing and Auditing</a:t>
            </a:r>
          </a:p>
          <a:p>
            <a:endParaRPr lang="en-US" sz="3200" b="1" dirty="0"/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821935"/>
            <a:ext cx="113411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Regularly conducting security testing, including penetration testing and code reviews, to identify and rectify potential vulnerabilities that could lead to OS command injection.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Using automated tools and manual testing techniques to simulate attack scenarios and assess the robustness of input validation and other security measures.</a:t>
            </a:r>
            <a:endParaRPr lang="en-US" sz="2000" dirty="0">
              <a:latin typeface="+mj-lt"/>
            </a:endParaRPr>
          </a:p>
        </p:txBody>
      </p:sp>
      <p:pic>
        <p:nvPicPr>
          <p:cNvPr id="9" name="Google Shape;59;p1" descr="2017-FE-Black-01.png">
            <a:extLst>
              <a:ext uri="{FF2B5EF4-FFF2-40B4-BE49-F238E27FC236}">
                <a16:creationId xmlns:a16="http://schemas.microsoft.com/office/drawing/2014/main" id="{052C2FDB-C94D-AB7D-702F-49B6289B816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849321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52BDBAC3-67AD-4A97-7850-28F18722F0B1}"/>
              </a:ext>
            </a:extLst>
          </p:cNvPr>
          <p:cNvSpPr txBox="1"/>
          <p:nvPr/>
        </p:nvSpPr>
        <p:spPr>
          <a:xfrm>
            <a:off x="858316" y="709368"/>
            <a:ext cx="121414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Summary</a:t>
            </a:r>
          </a:p>
          <a:p>
            <a:endParaRPr lang="en-US" sz="3200" b="1" dirty="0"/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260362"/>
            <a:ext cx="1134110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Understanding OS Command Injection: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OS Command Injection is a vulnerability... when an application passes unsafe user-supplied data to a system shell, allowing execution of arbitrary commands.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Common Vulnerabilities and Types: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Direct Command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Blind OS Command Injection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Impact of OS Command Injection: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Can lead to unauthorized access, data theft and loss, and system compromise, allowing attackers to control the server for malicious activities.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Prevention Strategies</a:t>
            </a: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: Input Validation, Least Privilege Principle…</a:t>
            </a:r>
          </a:p>
        </p:txBody>
      </p:sp>
      <p:pic>
        <p:nvPicPr>
          <p:cNvPr id="9" name="Google Shape;59;p1" descr="2017-FE-Black-01.png">
            <a:extLst>
              <a:ext uri="{FF2B5EF4-FFF2-40B4-BE49-F238E27FC236}">
                <a16:creationId xmlns:a16="http://schemas.microsoft.com/office/drawing/2014/main" id="{052C2FDB-C94D-AB7D-702F-49B6289B816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35961271"/>
      </p:ext>
    </p:extLst>
  </p:cSld>
  <p:clrMapOvr>
    <a:masterClrMapping/>
  </p:clrMapOvr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804</Words>
  <Application>Microsoft Office PowerPoint</Application>
  <PresentationFormat>Custom</PresentationFormat>
  <Paragraphs>60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Helvetica Neue</vt:lpstr>
      <vt:lpstr>Arial</vt:lpstr>
      <vt:lpstr>Helvetica Neue Light</vt:lpstr>
      <vt:lpstr>White</vt:lpstr>
      <vt:lpstr>Chapter 6: OS command injection vulnerabilities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Web Security Introduction </dc:title>
  <cp:lastModifiedBy>Ero Sennin</cp:lastModifiedBy>
  <cp:revision>1</cp:revision>
  <dcterms:modified xsi:type="dcterms:W3CDTF">2023-11-30T02:53:59Z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4419168</vt:lpwstr>
  </property>
  <property fmtid="{D5CDD505-2E9C-101B-9397-08002B2CF9AE}" pid="3" name="NXPowerLiteSettings">
    <vt:lpwstr>C700052003A000</vt:lpwstr>
  </property>
  <property fmtid="{D5CDD505-2E9C-101B-9397-08002B2CF9AE}" pid="4" name="NXPowerLiteVersion">
    <vt:lpwstr>D8.0.4</vt:lpwstr>
  </property>
</Properties>
</file>